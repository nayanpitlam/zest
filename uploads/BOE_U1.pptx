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6" r:id="rId2"/>
    <p:sldMasterId id="2147483678" r:id="rId3"/>
  </p:sldMasterIdLst>
  <p:notesMasterIdLst>
    <p:notesMasterId r:id="rId43"/>
  </p:notesMasterIdLst>
  <p:sldIdLst>
    <p:sldId id="290" r:id="rId4"/>
    <p:sldId id="291" r:id="rId5"/>
    <p:sldId id="292" r:id="rId6"/>
    <p:sldId id="257" r:id="rId7"/>
    <p:sldId id="259" r:id="rId8"/>
    <p:sldId id="258" r:id="rId9"/>
    <p:sldId id="294" r:id="rId10"/>
    <p:sldId id="293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95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</p:sldIdLst>
  <p:sldSz cx="10058400" cy="7772400"/>
  <p:notesSz cx="10058400" cy="7772400"/>
  <p:defaultTextStyle>
    <a:defPPr>
      <a:defRPr lang="de-DE"/>
    </a:defPPr>
    <a:lvl1pPr marL="0" algn="l" defTabSz="91429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46" algn="l" defTabSz="91429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94" algn="l" defTabSz="91429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40" algn="l" defTabSz="91429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586" algn="l" defTabSz="91429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732" algn="l" defTabSz="91429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880" algn="l" defTabSz="91429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026" algn="l" defTabSz="91429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172" algn="l" defTabSz="91429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4" d="100"/>
          <a:sy n="64" d="100"/>
        </p:scale>
        <p:origin x="-1302" y="1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slide" Target="slides/slide3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91612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9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46" algn="l" defTabSz="91429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294" algn="l" defTabSz="91429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40" algn="l" defTabSz="91429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586" algn="l" defTabSz="91429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732" algn="l" defTabSz="91429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880" algn="l" defTabSz="91429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026" algn="l" defTabSz="91429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172" algn="l" defTabSz="91429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143250" y="582613"/>
            <a:ext cx="3771900" cy="29146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1005840" y="3691890"/>
            <a:ext cx="8046720" cy="3497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IN" smtClean="0"/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5"/>
          </p:nvPr>
        </p:nvSpPr>
        <p:spPr bwMode="auto">
          <a:xfrm>
            <a:off x="5697432" y="7382431"/>
            <a:ext cx="4358640" cy="388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5CDB3E7D-609B-41A5-B4D8-4F7EDE1891E9}" type="slidenum">
              <a:rPr lang="en-IN" smtClean="0"/>
              <a:pPr/>
              <a:t>1</a:t>
            </a:fld>
            <a:endParaRPr lang="en-IN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6"/>
            <a:ext cx="854964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2" y="4352544"/>
            <a:ext cx="7040879" cy="338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39937" y="776031"/>
            <a:ext cx="7978524" cy="436017"/>
          </a:xfrm>
        </p:spPr>
        <p:txBody>
          <a:bodyPr lIns="0" tIns="0" rIns="0" bIns="0"/>
          <a:lstStyle>
            <a:lvl1pPr>
              <a:defRPr sz="2800" b="1" i="0">
                <a:solidFill>
                  <a:srgbClr val="252525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75666" y="1202282"/>
            <a:ext cx="8507066" cy="348814"/>
          </a:xfrm>
        </p:spPr>
        <p:txBody>
          <a:bodyPr lIns="0" tIns="0" rIns="0" bIns="0"/>
          <a:lstStyle>
            <a:lvl1pPr>
              <a:defRPr sz="2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39937" y="776031"/>
            <a:ext cx="7978524" cy="436017"/>
          </a:xfrm>
        </p:spPr>
        <p:txBody>
          <a:bodyPr lIns="0" tIns="0" rIns="0" bIns="0"/>
          <a:lstStyle>
            <a:lvl1pPr>
              <a:defRPr sz="2800" b="1" i="0">
                <a:solidFill>
                  <a:srgbClr val="252525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338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5" y="1787652"/>
            <a:ext cx="4375404" cy="338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39937" y="776031"/>
            <a:ext cx="7978524" cy="436017"/>
          </a:xfrm>
        </p:spPr>
        <p:txBody>
          <a:bodyPr lIns="0" tIns="0" rIns="0" bIns="0"/>
          <a:lstStyle>
            <a:lvl1pPr>
              <a:defRPr sz="2800" b="1" i="0">
                <a:solidFill>
                  <a:srgbClr val="252525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7599680"/>
            <a:ext cx="10058400" cy="17272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1870" tIns="50935" rIns="101870" bIns="50935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9890760" y="3454"/>
            <a:ext cx="167640" cy="777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1870" tIns="50935" rIns="101870" bIns="50935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67640" cy="777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1870" tIns="50935" rIns="101870" bIns="50935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10058400" cy="284988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1870" tIns="50935" rIns="101870" bIns="50935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60935" y="7243877"/>
            <a:ext cx="9716414" cy="350838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1870" tIns="50935" rIns="101870" bIns="50935" anchor="ctr" compatLnSpc="1"/>
          <a:lstStyle/>
          <a:p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508760" y="3195320"/>
            <a:ext cx="7040880" cy="1986280"/>
          </a:xfrm>
        </p:spPr>
        <p:txBody>
          <a:bodyPr/>
          <a:lstStyle>
            <a:lvl1pPr marL="0" indent="0" algn="ctr">
              <a:buNone/>
              <a:defRPr sz="1800" b="1" cap="all" spc="279" baseline="0">
                <a:solidFill>
                  <a:schemeClr val="tx2"/>
                </a:solidFill>
              </a:defRPr>
            </a:lvl1pPr>
            <a:lvl2pPr marL="509352" indent="0" algn="ctr">
              <a:buNone/>
            </a:lvl2pPr>
            <a:lvl3pPr marL="1018705" indent="0" algn="ctr">
              <a:buNone/>
            </a:lvl3pPr>
            <a:lvl4pPr marL="1528058" indent="0" algn="ctr">
              <a:buNone/>
            </a:lvl4pPr>
            <a:lvl5pPr marL="2037411" indent="0" algn="ctr">
              <a:buNone/>
            </a:lvl5pPr>
            <a:lvl6pPr marL="2546764" indent="0" algn="ctr">
              <a:buNone/>
            </a:lvl6pPr>
            <a:lvl7pPr marL="3056116" indent="0" algn="ctr">
              <a:buNone/>
            </a:lvl7pPr>
            <a:lvl8pPr marL="3565469" indent="0" algn="ctr">
              <a:buNone/>
            </a:lvl8pPr>
            <a:lvl9pPr marL="4074821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11/7/2023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170993" y="2742794"/>
            <a:ext cx="971641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101870" tIns="50935" rIns="101870" bIns="50935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67640" y="172720"/>
            <a:ext cx="9716414" cy="7420051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1870" tIns="50935" rIns="101870" bIns="50935" anchor="ctr" compatLnSpc="1"/>
          <a:lstStyle/>
          <a:p>
            <a:endParaRPr kumimoji="0" lang="en-US" dirty="0"/>
          </a:p>
        </p:txBody>
      </p:sp>
      <p:sp>
        <p:nvSpPr>
          <p:cNvPr id="13" name="Oval 12"/>
          <p:cNvSpPr/>
          <p:nvPr/>
        </p:nvSpPr>
        <p:spPr>
          <a:xfrm>
            <a:off x="4693920" y="2397354"/>
            <a:ext cx="670560" cy="69088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1870" tIns="50935" rIns="101870" bIns="50935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4797857" y="2504440"/>
            <a:ext cx="462686" cy="476707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1870" tIns="50935" rIns="101870" bIns="50935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4777740" y="2492712"/>
            <a:ext cx="502920" cy="500168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754380" y="431800"/>
            <a:ext cx="8549640" cy="1986280"/>
          </a:xfrm>
        </p:spPr>
        <p:txBody>
          <a:bodyPr anchor="b"/>
          <a:lstStyle>
            <a:lvl1pPr>
              <a:defRPr sz="4700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797857" y="1163222"/>
            <a:ext cx="502920" cy="500168"/>
          </a:xfrm>
        </p:spPr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31927" y="1730654"/>
            <a:ext cx="9354312" cy="5181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67640" cy="777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1870" tIns="50935" rIns="101870" bIns="50935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7599680"/>
            <a:ext cx="10058400" cy="17272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1870" tIns="50935" rIns="101870" bIns="50935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10058400" cy="17272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1870" tIns="50935" rIns="101870" bIns="50935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9890760" y="21590"/>
            <a:ext cx="167640" cy="777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1870" tIns="50935" rIns="101870" bIns="50935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67640" y="2590800"/>
            <a:ext cx="9716414" cy="34544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1870" tIns="50935" rIns="101870" bIns="50935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70993" y="161332"/>
            <a:ext cx="9716414" cy="2424989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1870" tIns="50935" rIns="101870" bIns="50935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05270" y="3108960"/>
            <a:ext cx="7128191" cy="1896322"/>
          </a:xfrm>
        </p:spPr>
        <p:txBody>
          <a:bodyPr anchor="t"/>
          <a:lstStyle>
            <a:lvl1pPr marL="0" indent="0" algn="ctr">
              <a:buNone/>
              <a:defRPr sz="1800" b="1" cap="all" spc="279" baseline="0">
                <a:solidFill>
                  <a:schemeClr val="tx2"/>
                </a:solidFill>
              </a:defRPr>
            </a:lvl1pPr>
            <a:lvl2pPr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60935" y="7243877"/>
            <a:ext cx="9716414" cy="350838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1870" tIns="50935" rIns="101870" bIns="50935" anchor="ctr" compatLnSpc="1"/>
          <a:lstStyle/>
          <a:p>
            <a:endParaRPr kumimoji="0" lang="en-US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67640" y="172720"/>
            <a:ext cx="9716414" cy="7420051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1870" tIns="50935" rIns="101870" bIns="50935" anchor="ctr" compatLnSpc="1"/>
          <a:lstStyle/>
          <a:p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11/7/2023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167640" y="2763520"/>
            <a:ext cx="971641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101870" tIns="50935" rIns="101870" bIns="50935" anchor="ctr" compatLnSpc="1"/>
          <a:lstStyle/>
          <a:p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4693920" y="2397354"/>
            <a:ext cx="670560" cy="69088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1870" tIns="50935" rIns="101870" bIns="50935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4797857" y="2504440"/>
            <a:ext cx="462686" cy="476707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1870" tIns="50935" rIns="101870" bIns="50935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777740" y="2492712"/>
            <a:ext cx="502920" cy="500168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604520"/>
            <a:ext cx="8549640" cy="1727200"/>
          </a:xfrm>
        </p:spPr>
        <p:txBody>
          <a:bodyPr anchor="b"/>
          <a:lstStyle>
            <a:lvl1pPr algn="ctr">
              <a:buNone/>
              <a:defRPr sz="47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1927" y="259080"/>
            <a:ext cx="9387840" cy="860146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70320" y="7264603"/>
            <a:ext cx="3349447" cy="414528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11/7/2023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 flipV="1">
            <a:off x="5019390" y="1785740"/>
            <a:ext cx="9813" cy="5462165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101870" tIns="50935" rIns="101870" bIns="50935" anchor="ctr" compatLnSpc="1"/>
          <a:lstStyle/>
          <a:p>
            <a:endParaRPr kumimoji="0" lang="en-US"/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331927" y="1554480"/>
            <a:ext cx="4442460" cy="5305958"/>
          </a:xfrm>
        </p:spPr>
        <p:txBody>
          <a:bodyPr/>
          <a:lstStyle>
            <a:lvl1pPr>
              <a:defRPr sz="28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5280660" y="1554480"/>
            <a:ext cx="4442460" cy="5305958"/>
          </a:xfrm>
        </p:spPr>
        <p:txBody>
          <a:bodyPr/>
          <a:lstStyle>
            <a:lvl1pPr>
              <a:defRPr sz="28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 flipV="1">
            <a:off x="5029200" y="2493645"/>
            <a:ext cx="0" cy="4746346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101870" tIns="50935" rIns="101870" bIns="50935" anchor="ctr" compatLnSpc="1"/>
          <a:lstStyle/>
          <a:p>
            <a:endParaRPr kumimoji="0" lang="en-US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10058400" cy="164084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1870" tIns="50935" rIns="101870" bIns="50935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7599680"/>
            <a:ext cx="10058400" cy="17272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1870" tIns="50935" rIns="101870" bIns="50935" anchor="ctr" compatLnSpc="1"/>
          <a:lstStyle/>
          <a:p>
            <a:endParaRPr kumimoji="0"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167640" cy="777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1870" tIns="50935" rIns="101870" bIns="50935" anchor="ctr" compatLnSpc="1"/>
          <a:lstStyle/>
          <a:p>
            <a:endParaRPr kumimoji="0" lang="en-US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9890760" y="0"/>
            <a:ext cx="167640" cy="777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1870" tIns="50935" rIns="101870" bIns="50935" anchor="ctr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167640" y="1554480"/>
            <a:ext cx="9716414" cy="103632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1870" tIns="50935" rIns="101870" bIns="50935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60516" y="7243878"/>
            <a:ext cx="9716414" cy="352349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1870" tIns="50935" rIns="101870" bIns="50935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1927" y="1727200"/>
            <a:ext cx="4444207" cy="83070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500" b="1" dirty="0" smtClean="0">
                <a:solidFill>
                  <a:srgbClr val="FFFFFF"/>
                </a:solidFill>
              </a:defRPr>
            </a:lvl1pPr>
            <a:lvl2pPr>
              <a:buNone/>
              <a:defRPr sz="2200" b="1"/>
            </a:lvl2pPr>
            <a:lvl3pPr>
              <a:buNone/>
              <a:defRPr sz="2000" b="1"/>
            </a:lvl3pPr>
            <a:lvl4pPr>
              <a:buNone/>
              <a:defRPr sz="1800" b="1"/>
            </a:lvl4pPr>
            <a:lvl5pPr>
              <a:buNone/>
              <a:defRPr sz="18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5270464" y="1727200"/>
            <a:ext cx="4445953" cy="829056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500" b="1"/>
            </a:lvl1pPr>
            <a:lvl2pPr>
              <a:buNone/>
              <a:defRPr sz="2200" b="1"/>
            </a:lvl2pPr>
            <a:lvl3pPr>
              <a:buNone/>
              <a:defRPr sz="2000" b="1"/>
            </a:lvl3pPr>
            <a:lvl4pPr>
              <a:buNone/>
              <a:defRPr sz="1800" b="1"/>
            </a:lvl4pPr>
            <a:lvl5pPr>
              <a:buNone/>
              <a:defRPr sz="18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11/7/2023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35280" y="7264603"/>
            <a:ext cx="3939540" cy="414528"/>
          </a:xfrm>
        </p:spPr>
        <p:txBody>
          <a:bodyPr/>
          <a:lstStyle/>
          <a:p>
            <a:endParaRPr lang="en-IN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67640" y="1450848"/>
            <a:ext cx="971641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101870" tIns="50935" rIns="101870" bIns="50935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67640" y="176176"/>
            <a:ext cx="9716414" cy="7420051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1870" tIns="50935" rIns="101870" bIns="50935" anchor="ctr" compatLnSpc="1"/>
          <a:lstStyle/>
          <a:p>
            <a:endParaRPr kumimoji="0" lang="en-US" dirty="0"/>
          </a:p>
        </p:txBody>
      </p:sp>
      <p:sp>
        <p:nvSpPr>
          <p:cNvPr id="24" name="Content Placeholder 23"/>
          <p:cNvSpPr>
            <a:spLocks noGrp="1"/>
          </p:cNvSpPr>
          <p:nvPr>
            <p:ph sz="quarter" idx="2"/>
          </p:nvPr>
        </p:nvSpPr>
        <p:spPr>
          <a:xfrm>
            <a:off x="331927" y="2800902"/>
            <a:ext cx="4445813" cy="4327525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6" name="Content Placeholder 25"/>
          <p:cNvSpPr>
            <a:spLocks noGrp="1"/>
          </p:cNvSpPr>
          <p:nvPr>
            <p:ph sz="quarter" idx="4"/>
          </p:nvPr>
        </p:nvSpPr>
        <p:spPr>
          <a:xfrm>
            <a:off x="5280660" y="2800901"/>
            <a:ext cx="4442460" cy="4331818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5" name="Oval 24"/>
          <p:cNvSpPr/>
          <p:nvPr/>
        </p:nvSpPr>
        <p:spPr>
          <a:xfrm>
            <a:off x="4693920" y="1083507"/>
            <a:ext cx="670560" cy="69088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1870" tIns="50935" rIns="101870" bIns="50935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Oval 26"/>
          <p:cNvSpPr/>
          <p:nvPr/>
        </p:nvSpPr>
        <p:spPr>
          <a:xfrm>
            <a:off x="4797857" y="1190594"/>
            <a:ext cx="462686" cy="476707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1870" tIns="50935" rIns="101870" bIns="50935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777740" y="1181407"/>
            <a:ext cx="502920" cy="500168"/>
          </a:xfrm>
        </p:spPr>
        <p:txBody>
          <a:bodyPr/>
          <a:lstStyle>
            <a:lvl1pPr algn="ctr">
              <a:defRPr/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777740" y="1174158"/>
            <a:ext cx="502920" cy="500168"/>
          </a:xfrm>
        </p:spPr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7599680"/>
            <a:ext cx="10058400" cy="17272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1870" tIns="50935" rIns="101870" bIns="50935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10058400" cy="176174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1870" tIns="50935" rIns="101870" bIns="50935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9890760" y="0"/>
            <a:ext cx="167640" cy="777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1870" tIns="50935" rIns="101870" bIns="50935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67640" cy="777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1870" tIns="50935" rIns="101870" bIns="50935" anchor="ctr" compatLnSpc="1"/>
          <a:lstStyle/>
          <a:p>
            <a:endParaRPr kumimoji="0"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60935" y="7243877"/>
            <a:ext cx="9716414" cy="350838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1870" tIns="50935" rIns="101870" bIns="50935" anchor="ctr" compatLnSpc="1"/>
          <a:lstStyle/>
          <a:p>
            <a:endParaRPr kumimoji="0"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67640" y="179630"/>
            <a:ext cx="9716414" cy="7420051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1870" tIns="50935" rIns="101870" bIns="50935" anchor="ctr" compatLnSpc="1"/>
          <a:lstStyle/>
          <a:p>
            <a:endParaRPr kumimoji="0"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11/7/2023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693920" y="7167880"/>
            <a:ext cx="670560" cy="500167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67640" y="172720"/>
            <a:ext cx="9716414" cy="34544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1870" tIns="50935" rIns="101870" bIns="50935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7599680"/>
            <a:ext cx="10058400" cy="17272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1870" tIns="50935" rIns="101870" bIns="50935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9890760" y="0"/>
            <a:ext cx="167640" cy="777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1870" tIns="50935" rIns="101870" bIns="50935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10058400" cy="13472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1870" tIns="50935" rIns="101870" bIns="50935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67640" cy="777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1870" tIns="50935" rIns="101870" bIns="50935" anchor="ctr" compatLnSpc="1"/>
          <a:lstStyle/>
          <a:p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167640" y="690880"/>
            <a:ext cx="3017520" cy="664972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1870" tIns="50935" rIns="101870" bIns="50935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100" y="1036320"/>
            <a:ext cx="2598420" cy="1122680"/>
          </a:xfrm>
        </p:spPr>
        <p:txBody>
          <a:bodyPr anchor="b">
            <a:noAutofit/>
          </a:bodyPr>
          <a:lstStyle>
            <a:lvl1pPr algn="l">
              <a:buNone/>
              <a:defRPr sz="2500" b="1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19100" y="2245362"/>
            <a:ext cx="2598420" cy="4697625"/>
          </a:xfrm>
        </p:spPr>
        <p:txBody>
          <a:bodyPr/>
          <a:lstStyle>
            <a:lvl1pPr marL="0" indent="0">
              <a:spcAft>
                <a:spcPts val="1114"/>
              </a:spcAft>
              <a:buNone/>
              <a:defRPr sz="1800">
                <a:solidFill>
                  <a:srgbClr val="FFFFFF"/>
                </a:solidFill>
              </a:defRPr>
            </a:lvl1pPr>
            <a:lvl2pPr>
              <a:buNone/>
              <a:defRPr sz="1300"/>
            </a:lvl2pPr>
            <a:lvl3pPr>
              <a:buNone/>
              <a:defRPr sz="11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67640" y="172720"/>
            <a:ext cx="9716414" cy="7420051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1870" tIns="50935" rIns="101870" bIns="50935" anchor="ctr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67640" y="604520"/>
            <a:ext cx="971641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101870" tIns="50935" rIns="101870" bIns="50935" anchor="ctr" compatLnSpc="1"/>
          <a:lstStyle/>
          <a:p>
            <a:endParaRPr kumimoji="0" lang="en-US"/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"/>
          </p:nvPr>
        </p:nvSpPr>
        <p:spPr>
          <a:xfrm>
            <a:off x="3436620" y="777240"/>
            <a:ext cx="6202680" cy="61315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1424940" y="259080"/>
            <a:ext cx="670560" cy="69088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1870" tIns="50935" rIns="101870" bIns="50935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1528877" y="366168"/>
            <a:ext cx="462686" cy="476707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1870" tIns="50935" rIns="101870" bIns="50935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508760" y="354437"/>
            <a:ext cx="502920" cy="500168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64287" y="7240170"/>
            <a:ext cx="9716414" cy="350838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1870" tIns="50935" rIns="101870" bIns="50935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31927" y="7265628"/>
            <a:ext cx="3721608" cy="414528"/>
          </a:xfrm>
        </p:spPr>
        <p:txBody>
          <a:bodyPr/>
          <a:lstStyle/>
          <a:p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traight Connector 20"/>
          <p:cNvSpPr>
            <a:spLocks noChangeShapeType="1"/>
          </p:cNvSpPr>
          <p:nvPr/>
        </p:nvSpPr>
        <p:spPr bwMode="auto">
          <a:xfrm>
            <a:off x="167640" y="604520"/>
            <a:ext cx="971641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101870" tIns="50935" rIns="101870" bIns="50935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7599680"/>
            <a:ext cx="10058400" cy="17272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1870" tIns="50935" rIns="101870" bIns="50935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9890760" y="0"/>
            <a:ext cx="167640" cy="777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1870" tIns="50935" rIns="101870" bIns="50935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0058400" cy="17272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1870" tIns="50935" rIns="101870" bIns="50935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67640" cy="777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1870" tIns="50935" rIns="101870" bIns="50935" anchor="ctr" compatLnSpc="1"/>
          <a:lstStyle/>
          <a:p>
            <a:endParaRPr kumimoji="0" lang="en-US" dirty="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67640" y="172720"/>
            <a:ext cx="9716414" cy="34198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1870" tIns="50935" rIns="101870" bIns="50935" anchor="ctr" compatLnSpc="1"/>
          <a:lstStyle/>
          <a:p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167640" y="690880"/>
            <a:ext cx="3017520" cy="664972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1870" tIns="50935" rIns="101870" bIns="50935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67640" y="176176"/>
            <a:ext cx="9716414" cy="7420051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1870" tIns="50935" rIns="101870" bIns="50935" anchor="ctr" compatLnSpc="1"/>
          <a:lstStyle/>
          <a:p>
            <a:endParaRPr kumimoji="0" lang="en-US" dirty="0"/>
          </a:p>
        </p:txBody>
      </p:sp>
      <p:sp>
        <p:nvSpPr>
          <p:cNvPr id="12" name="Oval 11"/>
          <p:cNvSpPr/>
          <p:nvPr/>
        </p:nvSpPr>
        <p:spPr>
          <a:xfrm>
            <a:off x="1424940" y="259080"/>
            <a:ext cx="670560" cy="69088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1870" tIns="50935" rIns="101870" bIns="50935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1528877" y="366168"/>
            <a:ext cx="462686" cy="476707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1870" tIns="50935" rIns="101870" bIns="50935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508760" y="354437"/>
            <a:ext cx="502920" cy="500168"/>
          </a:xfrm>
        </p:spPr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00413" y="5699760"/>
            <a:ext cx="6454140" cy="1381760"/>
          </a:xfrm>
        </p:spPr>
        <p:txBody>
          <a:bodyPr anchor="t">
            <a:noAutofit/>
          </a:bodyPr>
          <a:lstStyle>
            <a:lvl1pPr algn="l">
              <a:buNone/>
              <a:defRPr sz="27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300413" y="690880"/>
            <a:ext cx="6454140" cy="4836160"/>
          </a:xfrm>
        </p:spPr>
        <p:txBody>
          <a:bodyPr/>
          <a:lstStyle>
            <a:lvl1pPr marL="0" indent="0">
              <a:buNone/>
              <a:defRPr sz="36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0" y="1122680"/>
            <a:ext cx="2682240" cy="5958840"/>
          </a:xfrm>
        </p:spPr>
        <p:txBody>
          <a:bodyPr/>
          <a:lstStyle>
            <a:lvl1pPr marL="0" indent="0">
              <a:spcAft>
                <a:spcPts val="1114"/>
              </a:spcAft>
              <a:buFontTx/>
              <a:buNone/>
              <a:defRPr sz="1800">
                <a:solidFill>
                  <a:srgbClr val="FFFFFF"/>
                </a:solidFill>
              </a:defRPr>
            </a:lvl1pPr>
            <a:lvl2pPr>
              <a:defRPr sz="1300"/>
            </a:lvl2pPr>
            <a:lvl3pPr>
              <a:defRPr sz="1100"/>
            </a:lvl3pPr>
            <a:lvl4pPr>
              <a:defRPr sz="1000"/>
            </a:lvl4pPr>
            <a:lvl5pPr>
              <a:defRPr sz="10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64287" y="7240170"/>
            <a:ext cx="9716414" cy="350838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1870" tIns="50935" rIns="101870" bIns="50935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66967" y="7258982"/>
            <a:ext cx="3349447" cy="414528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11/7/2023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31927" y="7265628"/>
            <a:ext cx="3942893" cy="414528"/>
          </a:xfr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7599680"/>
            <a:ext cx="10058400" cy="17272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1870" tIns="50935" rIns="101870" bIns="50935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7711440" y="0"/>
            <a:ext cx="2346960" cy="777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1870" tIns="50935" rIns="101870" bIns="50935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0058400" cy="176174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1870" tIns="50935" rIns="101870" bIns="50935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67640" cy="777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1870" tIns="50935" rIns="101870" bIns="50935" anchor="ctr" compatLnSpc="1"/>
          <a:lstStyle/>
          <a:p>
            <a:endParaRPr kumimoji="0"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60935" y="7243877"/>
            <a:ext cx="9716414" cy="350838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1870" tIns="50935" rIns="101870" bIns="50935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67640" y="176176"/>
            <a:ext cx="9716414" cy="7420051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1870" tIns="50935" rIns="101870" bIns="50935" anchor="ctr" compatLnSpc="1"/>
          <a:lstStyle/>
          <a:p>
            <a:endParaRPr kumimoji="0" lang="en-US" dirty="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 rot="5400000">
            <a:off x="4319930" y="3715207"/>
            <a:ext cx="7078066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101870" tIns="50935" rIns="101870" bIns="50935" anchor="ctr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7523683" y="3315865"/>
            <a:ext cx="670560" cy="69088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1870" tIns="50935" rIns="101870" bIns="50935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7627620" y="3422951"/>
            <a:ext cx="462686" cy="476707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1870" tIns="50935" rIns="101870" bIns="50935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07503" y="3411223"/>
            <a:ext cx="502920" cy="500168"/>
          </a:xfrm>
        </p:spPr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5280" y="345440"/>
            <a:ext cx="7208520" cy="6597548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30540" y="345443"/>
            <a:ext cx="1592580" cy="6631728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7599680"/>
            <a:ext cx="10058400" cy="17272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1882" tIns="50941" rIns="101882" bIns="50941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9890760" y="3454"/>
            <a:ext cx="167640" cy="777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1882" tIns="50941" rIns="101882" bIns="50941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67640" cy="777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1882" tIns="50941" rIns="101882" bIns="50941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10058400" cy="284988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1882" tIns="50941" rIns="101882" bIns="50941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60935" y="7243877"/>
            <a:ext cx="9716414" cy="350838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1882" tIns="50941" rIns="101882" bIns="50941" anchor="ctr" compatLnSpc="1"/>
          <a:lstStyle/>
          <a:p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508760" y="3195320"/>
            <a:ext cx="7040880" cy="1986280"/>
          </a:xfrm>
        </p:spPr>
        <p:txBody>
          <a:bodyPr/>
          <a:lstStyle>
            <a:lvl1pPr marL="0" indent="0" algn="ctr">
              <a:buNone/>
              <a:defRPr sz="1800" b="1" cap="all" spc="279" baseline="0">
                <a:solidFill>
                  <a:schemeClr val="tx2"/>
                </a:solidFill>
              </a:defRPr>
            </a:lvl1pPr>
            <a:lvl2pPr marL="509412" indent="0" algn="ctr">
              <a:buNone/>
            </a:lvl2pPr>
            <a:lvl3pPr marL="1018824" indent="0" algn="ctr">
              <a:buNone/>
            </a:lvl3pPr>
            <a:lvl4pPr marL="1528237" indent="0" algn="ctr">
              <a:buNone/>
            </a:lvl4pPr>
            <a:lvl5pPr marL="2037649" indent="0" algn="ctr">
              <a:buNone/>
            </a:lvl5pPr>
            <a:lvl6pPr marL="2547061" indent="0" algn="ctr">
              <a:buNone/>
            </a:lvl6pPr>
            <a:lvl7pPr marL="3056473" indent="0" algn="ctr">
              <a:buNone/>
            </a:lvl7pPr>
            <a:lvl8pPr marL="3565886" indent="0" algn="ctr">
              <a:buNone/>
            </a:lvl8pPr>
            <a:lvl9pPr marL="4075298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11/7/2023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170993" y="2742794"/>
            <a:ext cx="971641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101882" tIns="50941" rIns="101882" bIns="50941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67640" y="172720"/>
            <a:ext cx="9716414" cy="7420051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1882" tIns="50941" rIns="101882" bIns="50941" anchor="ctr" compatLnSpc="1"/>
          <a:lstStyle/>
          <a:p>
            <a:endParaRPr kumimoji="0" lang="en-US" dirty="0"/>
          </a:p>
        </p:txBody>
      </p:sp>
      <p:sp>
        <p:nvSpPr>
          <p:cNvPr id="13" name="Oval 12"/>
          <p:cNvSpPr/>
          <p:nvPr/>
        </p:nvSpPr>
        <p:spPr>
          <a:xfrm>
            <a:off x="4693920" y="2397354"/>
            <a:ext cx="670560" cy="69088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1882" tIns="50941" rIns="101882" bIns="50941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4797857" y="2504440"/>
            <a:ext cx="462686" cy="476707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1882" tIns="50941" rIns="101882" bIns="50941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4777740" y="2492711"/>
            <a:ext cx="502920" cy="500168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754380" y="431800"/>
            <a:ext cx="8549640" cy="1986280"/>
          </a:xfrm>
        </p:spPr>
        <p:txBody>
          <a:bodyPr anchor="b"/>
          <a:lstStyle>
            <a:lvl1pPr>
              <a:defRPr sz="4700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797857" y="1163222"/>
            <a:ext cx="502920" cy="500168"/>
          </a:xfrm>
        </p:spPr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31927" y="1730654"/>
            <a:ext cx="9354312" cy="5181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67640" cy="777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1882" tIns="50941" rIns="101882" bIns="50941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7599680"/>
            <a:ext cx="10058400" cy="17272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1882" tIns="50941" rIns="101882" bIns="50941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10058400" cy="17272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1882" tIns="50941" rIns="101882" bIns="50941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9890760" y="21590"/>
            <a:ext cx="167640" cy="777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1882" tIns="50941" rIns="101882" bIns="50941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67640" y="2590800"/>
            <a:ext cx="9716414" cy="34544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1882" tIns="50941" rIns="101882" bIns="50941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70993" y="161332"/>
            <a:ext cx="9716414" cy="2424989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1882" tIns="50941" rIns="101882" bIns="50941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05269" y="3108960"/>
            <a:ext cx="7128191" cy="1896322"/>
          </a:xfrm>
        </p:spPr>
        <p:txBody>
          <a:bodyPr anchor="t"/>
          <a:lstStyle>
            <a:lvl1pPr marL="0" indent="0" algn="ctr">
              <a:buNone/>
              <a:defRPr sz="1800" b="1" cap="all" spc="279" baseline="0">
                <a:solidFill>
                  <a:schemeClr val="tx2"/>
                </a:solidFill>
              </a:defRPr>
            </a:lvl1pPr>
            <a:lvl2pPr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60935" y="7243877"/>
            <a:ext cx="9716414" cy="350838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1882" tIns="50941" rIns="101882" bIns="50941" anchor="ctr" compatLnSpc="1"/>
          <a:lstStyle/>
          <a:p>
            <a:endParaRPr kumimoji="0" lang="en-US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67640" y="172720"/>
            <a:ext cx="9716414" cy="7420051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1882" tIns="50941" rIns="101882" bIns="50941" anchor="ctr" compatLnSpc="1"/>
          <a:lstStyle/>
          <a:p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11/7/2023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167640" y="2763520"/>
            <a:ext cx="971641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101882" tIns="50941" rIns="101882" bIns="50941" anchor="ctr" compatLnSpc="1"/>
          <a:lstStyle/>
          <a:p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4693920" y="2397354"/>
            <a:ext cx="670560" cy="69088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1882" tIns="50941" rIns="101882" bIns="50941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4797857" y="2504440"/>
            <a:ext cx="462686" cy="476707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1882" tIns="50941" rIns="101882" bIns="50941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777740" y="2492711"/>
            <a:ext cx="502920" cy="500168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604520"/>
            <a:ext cx="8549640" cy="1727200"/>
          </a:xfrm>
        </p:spPr>
        <p:txBody>
          <a:bodyPr anchor="b"/>
          <a:lstStyle>
            <a:lvl1pPr algn="ctr">
              <a:buNone/>
              <a:defRPr sz="47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1927" y="259080"/>
            <a:ext cx="9387840" cy="860146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70320" y="7264603"/>
            <a:ext cx="3349447" cy="414528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11/7/2023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 flipV="1">
            <a:off x="5019389" y="1785739"/>
            <a:ext cx="9813" cy="5462165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101882" tIns="50941" rIns="101882" bIns="50941" anchor="ctr" compatLnSpc="1"/>
          <a:lstStyle/>
          <a:p>
            <a:endParaRPr kumimoji="0" lang="en-US"/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331927" y="1554480"/>
            <a:ext cx="4442460" cy="5305958"/>
          </a:xfrm>
        </p:spPr>
        <p:txBody>
          <a:bodyPr/>
          <a:lstStyle>
            <a:lvl1pPr>
              <a:defRPr sz="28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5280660" y="1554480"/>
            <a:ext cx="4442460" cy="5305958"/>
          </a:xfrm>
        </p:spPr>
        <p:txBody>
          <a:bodyPr/>
          <a:lstStyle>
            <a:lvl1pPr>
              <a:defRPr sz="28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 flipV="1">
            <a:off x="5029200" y="2493645"/>
            <a:ext cx="0" cy="4746346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101882" tIns="50941" rIns="101882" bIns="50941" anchor="ctr" compatLnSpc="1"/>
          <a:lstStyle/>
          <a:p>
            <a:endParaRPr kumimoji="0" lang="en-US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10058400" cy="164084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1882" tIns="50941" rIns="101882" bIns="50941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7599680"/>
            <a:ext cx="10058400" cy="17272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1882" tIns="50941" rIns="101882" bIns="50941" anchor="ctr" compatLnSpc="1"/>
          <a:lstStyle/>
          <a:p>
            <a:endParaRPr kumimoji="0"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167640" cy="777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1882" tIns="50941" rIns="101882" bIns="50941" anchor="ctr" compatLnSpc="1"/>
          <a:lstStyle/>
          <a:p>
            <a:endParaRPr kumimoji="0" lang="en-US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9890760" y="0"/>
            <a:ext cx="167640" cy="777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1882" tIns="50941" rIns="101882" bIns="50941" anchor="ctr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167640" y="1554480"/>
            <a:ext cx="9716414" cy="103632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1882" tIns="50941" rIns="101882" bIns="50941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60516" y="7243877"/>
            <a:ext cx="9716414" cy="352349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1882" tIns="50941" rIns="101882" bIns="50941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1927" y="1727200"/>
            <a:ext cx="4444207" cy="83070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500" b="1" dirty="0" smtClean="0">
                <a:solidFill>
                  <a:srgbClr val="FFFFFF"/>
                </a:solidFill>
              </a:defRPr>
            </a:lvl1pPr>
            <a:lvl2pPr>
              <a:buNone/>
              <a:defRPr sz="2200" b="1"/>
            </a:lvl2pPr>
            <a:lvl3pPr>
              <a:buNone/>
              <a:defRPr sz="2000" b="1"/>
            </a:lvl3pPr>
            <a:lvl4pPr>
              <a:buNone/>
              <a:defRPr sz="1800" b="1"/>
            </a:lvl4pPr>
            <a:lvl5pPr>
              <a:buNone/>
              <a:defRPr sz="18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5270463" y="1727200"/>
            <a:ext cx="4445953" cy="829056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500" b="1"/>
            </a:lvl1pPr>
            <a:lvl2pPr>
              <a:buNone/>
              <a:defRPr sz="2200" b="1"/>
            </a:lvl2pPr>
            <a:lvl3pPr>
              <a:buNone/>
              <a:defRPr sz="2000" b="1"/>
            </a:lvl3pPr>
            <a:lvl4pPr>
              <a:buNone/>
              <a:defRPr sz="1800" b="1"/>
            </a:lvl4pPr>
            <a:lvl5pPr>
              <a:buNone/>
              <a:defRPr sz="18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11/7/2023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35280" y="7264603"/>
            <a:ext cx="3939540" cy="414528"/>
          </a:xfrm>
        </p:spPr>
        <p:txBody>
          <a:bodyPr/>
          <a:lstStyle/>
          <a:p>
            <a:endParaRPr lang="en-IN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67640" y="1450848"/>
            <a:ext cx="971641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101882" tIns="50941" rIns="101882" bIns="50941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67640" y="176175"/>
            <a:ext cx="9716414" cy="7420051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1882" tIns="50941" rIns="101882" bIns="50941" anchor="ctr" compatLnSpc="1"/>
          <a:lstStyle/>
          <a:p>
            <a:endParaRPr kumimoji="0" lang="en-US" dirty="0"/>
          </a:p>
        </p:txBody>
      </p:sp>
      <p:sp>
        <p:nvSpPr>
          <p:cNvPr id="24" name="Content Placeholder 23"/>
          <p:cNvSpPr>
            <a:spLocks noGrp="1"/>
          </p:cNvSpPr>
          <p:nvPr>
            <p:ph sz="quarter" idx="2"/>
          </p:nvPr>
        </p:nvSpPr>
        <p:spPr>
          <a:xfrm>
            <a:off x="331927" y="2800901"/>
            <a:ext cx="4445813" cy="4327525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6" name="Content Placeholder 25"/>
          <p:cNvSpPr>
            <a:spLocks noGrp="1"/>
          </p:cNvSpPr>
          <p:nvPr>
            <p:ph sz="quarter" idx="4"/>
          </p:nvPr>
        </p:nvSpPr>
        <p:spPr>
          <a:xfrm>
            <a:off x="5280660" y="2800901"/>
            <a:ext cx="4442460" cy="4331818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5" name="Oval 24"/>
          <p:cNvSpPr/>
          <p:nvPr/>
        </p:nvSpPr>
        <p:spPr>
          <a:xfrm>
            <a:off x="4693920" y="1083507"/>
            <a:ext cx="670560" cy="69088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1882" tIns="50941" rIns="101882" bIns="50941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Oval 26"/>
          <p:cNvSpPr/>
          <p:nvPr/>
        </p:nvSpPr>
        <p:spPr>
          <a:xfrm>
            <a:off x="4797857" y="1190594"/>
            <a:ext cx="462686" cy="476707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1882" tIns="50941" rIns="101882" bIns="50941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777740" y="1181406"/>
            <a:ext cx="502920" cy="500168"/>
          </a:xfrm>
        </p:spPr>
        <p:txBody>
          <a:bodyPr/>
          <a:lstStyle>
            <a:lvl1pPr algn="ctr">
              <a:defRPr/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777740" y="1174157"/>
            <a:ext cx="502920" cy="500168"/>
          </a:xfrm>
        </p:spPr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7599680"/>
            <a:ext cx="10058400" cy="17272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1882" tIns="50941" rIns="101882" bIns="50941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10058400" cy="176174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1882" tIns="50941" rIns="101882" bIns="50941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9890760" y="0"/>
            <a:ext cx="167640" cy="777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1882" tIns="50941" rIns="101882" bIns="50941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67640" cy="777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1882" tIns="50941" rIns="101882" bIns="50941" anchor="ctr" compatLnSpc="1"/>
          <a:lstStyle/>
          <a:p>
            <a:endParaRPr kumimoji="0"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60935" y="7243877"/>
            <a:ext cx="9716414" cy="350838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1882" tIns="50941" rIns="101882" bIns="50941" anchor="ctr" compatLnSpc="1"/>
          <a:lstStyle/>
          <a:p>
            <a:endParaRPr kumimoji="0"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67640" y="179629"/>
            <a:ext cx="9716414" cy="7420051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1882" tIns="50941" rIns="101882" bIns="50941" anchor="ctr" compatLnSpc="1"/>
          <a:lstStyle/>
          <a:p>
            <a:endParaRPr kumimoji="0"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11/7/2023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693920" y="7167880"/>
            <a:ext cx="670560" cy="500167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67640" y="172720"/>
            <a:ext cx="9716414" cy="34544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1882" tIns="50941" rIns="101882" bIns="50941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7599680"/>
            <a:ext cx="10058400" cy="17272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1882" tIns="50941" rIns="101882" bIns="50941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9890760" y="0"/>
            <a:ext cx="167640" cy="777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1882" tIns="50941" rIns="101882" bIns="50941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10058400" cy="13472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1882" tIns="50941" rIns="101882" bIns="50941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67640" cy="777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1882" tIns="50941" rIns="101882" bIns="50941" anchor="ctr" compatLnSpc="1"/>
          <a:lstStyle/>
          <a:p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167640" y="690880"/>
            <a:ext cx="3017520" cy="664972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1882" tIns="50941" rIns="101882" bIns="50941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100" y="1036320"/>
            <a:ext cx="2598420" cy="1122680"/>
          </a:xfrm>
        </p:spPr>
        <p:txBody>
          <a:bodyPr anchor="b">
            <a:noAutofit/>
          </a:bodyPr>
          <a:lstStyle>
            <a:lvl1pPr algn="l">
              <a:buNone/>
              <a:defRPr sz="2500" b="1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19100" y="2245360"/>
            <a:ext cx="2598420" cy="4697625"/>
          </a:xfrm>
        </p:spPr>
        <p:txBody>
          <a:bodyPr/>
          <a:lstStyle>
            <a:lvl1pPr marL="0" indent="0">
              <a:spcAft>
                <a:spcPts val="1114"/>
              </a:spcAft>
              <a:buNone/>
              <a:defRPr sz="1800">
                <a:solidFill>
                  <a:srgbClr val="FFFFFF"/>
                </a:solidFill>
              </a:defRPr>
            </a:lvl1pPr>
            <a:lvl2pPr>
              <a:buNone/>
              <a:defRPr sz="1300"/>
            </a:lvl2pPr>
            <a:lvl3pPr>
              <a:buNone/>
              <a:defRPr sz="11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67640" y="172720"/>
            <a:ext cx="9716414" cy="7420051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1882" tIns="50941" rIns="101882" bIns="50941" anchor="ctr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67640" y="604520"/>
            <a:ext cx="971641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101882" tIns="50941" rIns="101882" bIns="50941" anchor="ctr" compatLnSpc="1"/>
          <a:lstStyle/>
          <a:p>
            <a:endParaRPr kumimoji="0" lang="en-US"/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"/>
          </p:nvPr>
        </p:nvSpPr>
        <p:spPr>
          <a:xfrm>
            <a:off x="3436620" y="777240"/>
            <a:ext cx="6202680" cy="61315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1424940" y="259080"/>
            <a:ext cx="670560" cy="69088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1882" tIns="50941" rIns="101882" bIns="50941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1528877" y="366167"/>
            <a:ext cx="462686" cy="476707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1882" tIns="50941" rIns="101882" bIns="50941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508760" y="354437"/>
            <a:ext cx="502920" cy="500168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64287" y="7240170"/>
            <a:ext cx="9716414" cy="350838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1882" tIns="50941" rIns="101882" bIns="50941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31927" y="7265628"/>
            <a:ext cx="3721608" cy="414528"/>
          </a:xfrm>
        </p:spPr>
        <p:txBody>
          <a:bodyPr/>
          <a:lstStyle/>
          <a:p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traight Connector 20"/>
          <p:cNvSpPr>
            <a:spLocks noChangeShapeType="1"/>
          </p:cNvSpPr>
          <p:nvPr/>
        </p:nvSpPr>
        <p:spPr bwMode="auto">
          <a:xfrm>
            <a:off x="167640" y="604520"/>
            <a:ext cx="971641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101882" tIns="50941" rIns="101882" bIns="50941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7599680"/>
            <a:ext cx="10058400" cy="17272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1882" tIns="50941" rIns="101882" bIns="50941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9890760" y="0"/>
            <a:ext cx="167640" cy="777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1882" tIns="50941" rIns="101882" bIns="50941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0058400" cy="17272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1882" tIns="50941" rIns="101882" bIns="50941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67640" cy="777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1882" tIns="50941" rIns="101882" bIns="50941" anchor="ctr" compatLnSpc="1"/>
          <a:lstStyle/>
          <a:p>
            <a:endParaRPr kumimoji="0" lang="en-US" dirty="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67640" y="172720"/>
            <a:ext cx="9716414" cy="34198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1882" tIns="50941" rIns="101882" bIns="50941" anchor="ctr" compatLnSpc="1"/>
          <a:lstStyle/>
          <a:p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167640" y="690880"/>
            <a:ext cx="3017520" cy="664972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1882" tIns="50941" rIns="101882" bIns="50941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67640" y="176175"/>
            <a:ext cx="9716414" cy="7420051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1882" tIns="50941" rIns="101882" bIns="50941" anchor="ctr" compatLnSpc="1"/>
          <a:lstStyle/>
          <a:p>
            <a:endParaRPr kumimoji="0" lang="en-US" dirty="0"/>
          </a:p>
        </p:txBody>
      </p:sp>
      <p:sp>
        <p:nvSpPr>
          <p:cNvPr id="12" name="Oval 11"/>
          <p:cNvSpPr/>
          <p:nvPr/>
        </p:nvSpPr>
        <p:spPr>
          <a:xfrm>
            <a:off x="1424940" y="259080"/>
            <a:ext cx="670560" cy="69088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1882" tIns="50941" rIns="101882" bIns="50941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1528877" y="366167"/>
            <a:ext cx="462686" cy="476707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1882" tIns="50941" rIns="101882" bIns="50941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508760" y="354437"/>
            <a:ext cx="502920" cy="500168"/>
          </a:xfrm>
        </p:spPr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00413" y="5699760"/>
            <a:ext cx="6454140" cy="1381760"/>
          </a:xfrm>
        </p:spPr>
        <p:txBody>
          <a:bodyPr anchor="t">
            <a:noAutofit/>
          </a:bodyPr>
          <a:lstStyle>
            <a:lvl1pPr algn="l">
              <a:buNone/>
              <a:defRPr sz="27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300413" y="690880"/>
            <a:ext cx="6454140" cy="4836160"/>
          </a:xfrm>
        </p:spPr>
        <p:txBody>
          <a:bodyPr/>
          <a:lstStyle>
            <a:lvl1pPr marL="0" indent="0">
              <a:buNone/>
              <a:defRPr sz="36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0" y="1122680"/>
            <a:ext cx="2682240" cy="5958840"/>
          </a:xfrm>
        </p:spPr>
        <p:txBody>
          <a:bodyPr/>
          <a:lstStyle>
            <a:lvl1pPr marL="0" indent="0">
              <a:spcAft>
                <a:spcPts val="1114"/>
              </a:spcAft>
              <a:buFontTx/>
              <a:buNone/>
              <a:defRPr sz="1800">
                <a:solidFill>
                  <a:srgbClr val="FFFFFF"/>
                </a:solidFill>
              </a:defRPr>
            </a:lvl1pPr>
            <a:lvl2pPr>
              <a:defRPr sz="1300"/>
            </a:lvl2pPr>
            <a:lvl3pPr>
              <a:defRPr sz="1100"/>
            </a:lvl3pPr>
            <a:lvl4pPr>
              <a:defRPr sz="1000"/>
            </a:lvl4pPr>
            <a:lvl5pPr>
              <a:defRPr sz="10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64287" y="7240170"/>
            <a:ext cx="9716414" cy="350838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1882" tIns="50941" rIns="101882" bIns="50941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66967" y="7258982"/>
            <a:ext cx="3349447" cy="414528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11/7/2023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31927" y="7265628"/>
            <a:ext cx="3942893" cy="414528"/>
          </a:xfr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7599680"/>
            <a:ext cx="10058400" cy="17272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1882" tIns="50941" rIns="101882" bIns="50941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7711440" y="0"/>
            <a:ext cx="2346960" cy="777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1882" tIns="50941" rIns="101882" bIns="50941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0058400" cy="176174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1882" tIns="50941" rIns="101882" bIns="50941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67640" cy="777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1882" tIns="50941" rIns="101882" bIns="50941" anchor="ctr" compatLnSpc="1"/>
          <a:lstStyle/>
          <a:p>
            <a:endParaRPr kumimoji="0"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60935" y="7243877"/>
            <a:ext cx="9716414" cy="350838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1882" tIns="50941" rIns="101882" bIns="50941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67640" y="176175"/>
            <a:ext cx="9716414" cy="7420051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1882" tIns="50941" rIns="101882" bIns="50941" anchor="ctr" compatLnSpc="1"/>
          <a:lstStyle/>
          <a:p>
            <a:endParaRPr kumimoji="0" lang="en-US" dirty="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 rot="5400000">
            <a:off x="4319930" y="3715207"/>
            <a:ext cx="7078066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101882" tIns="50941" rIns="101882" bIns="50941" anchor="ctr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7523683" y="3315865"/>
            <a:ext cx="670560" cy="69088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1882" tIns="50941" rIns="101882" bIns="50941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7627620" y="3422951"/>
            <a:ext cx="462686" cy="476707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1882" tIns="50941" rIns="101882" bIns="50941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07503" y="3411222"/>
            <a:ext cx="502920" cy="500168"/>
          </a:xfrm>
        </p:spPr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5280" y="345440"/>
            <a:ext cx="7208520" cy="6597548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30540" y="345442"/>
            <a:ext cx="1592580" cy="6631728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457201" y="681228"/>
            <a:ext cx="2145791" cy="663397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39937" y="776031"/>
            <a:ext cx="7978524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252525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75666" y="1202282"/>
            <a:ext cx="8507066" cy="338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8" y="7228333"/>
            <a:ext cx="3218687" cy="2790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3"/>
            <a:ext cx="2313432" cy="2790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3"/>
            <a:ext cx="2313432" cy="2790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146">
        <a:defRPr>
          <a:latin typeface="+mn-lt"/>
          <a:ea typeface="+mn-ea"/>
          <a:cs typeface="+mn-cs"/>
        </a:defRPr>
      </a:lvl2pPr>
      <a:lvl3pPr marL="914294">
        <a:defRPr>
          <a:latin typeface="+mn-lt"/>
          <a:ea typeface="+mn-ea"/>
          <a:cs typeface="+mn-cs"/>
        </a:defRPr>
      </a:lvl3pPr>
      <a:lvl4pPr marL="1371440">
        <a:defRPr>
          <a:latin typeface="+mn-lt"/>
          <a:ea typeface="+mn-ea"/>
          <a:cs typeface="+mn-cs"/>
        </a:defRPr>
      </a:lvl4pPr>
      <a:lvl5pPr marL="1828586">
        <a:defRPr>
          <a:latin typeface="+mn-lt"/>
          <a:ea typeface="+mn-ea"/>
          <a:cs typeface="+mn-cs"/>
        </a:defRPr>
      </a:lvl5pPr>
      <a:lvl6pPr marL="2285732">
        <a:defRPr>
          <a:latin typeface="+mn-lt"/>
          <a:ea typeface="+mn-ea"/>
          <a:cs typeface="+mn-cs"/>
        </a:defRPr>
      </a:lvl6pPr>
      <a:lvl7pPr marL="2742880">
        <a:defRPr>
          <a:latin typeface="+mn-lt"/>
          <a:ea typeface="+mn-ea"/>
          <a:cs typeface="+mn-cs"/>
        </a:defRPr>
      </a:lvl7pPr>
      <a:lvl8pPr marL="3200026">
        <a:defRPr>
          <a:latin typeface="+mn-lt"/>
          <a:ea typeface="+mn-ea"/>
          <a:cs typeface="+mn-cs"/>
        </a:defRPr>
      </a:lvl8pPr>
      <a:lvl9pPr marL="365717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146">
        <a:defRPr>
          <a:latin typeface="+mn-lt"/>
          <a:ea typeface="+mn-ea"/>
          <a:cs typeface="+mn-cs"/>
        </a:defRPr>
      </a:lvl2pPr>
      <a:lvl3pPr marL="914294">
        <a:defRPr>
          <a:latin typeface="+mn-lt"/>
          <a:ea typeface="+mn-ea"/>
          <a:cs typeface="+mn-cs"/>
        </a:defRPr>
      </a:lvl3pPr>
      <a:lvl4pPr marL="1371440">
        <a:defRPr>
          <a:latin typeface="+mn-lt"/>
          <a:ea typeface="+mn-ea"/>
          <a:cs typeface="+mn-cs"/>
        </a:defRPr>
      </a:lvl4pPr>
      <a:lvl5pPr marL="1828586">
        <a:defRPr>
          <a:latin typeface="+mn-lt"/>
          <a:ea typeface="+mn-ea"/>
          <a:cs typeface="+mn-cs"/>
        </a:defRPr>
      </a:lvl5pPr>
      <a:lvl6pPr marL="2285732">
        <a:defRPr>
          <a:latin typeface="+mn-lt"/>
          <a:ea typeface="+mn-ea"/>
          <a:cs typeface="+mn-cs"/>
        </a:defRPr>
      </a:lvl6pPr>
      <a:lvl7pPr marL="2742880">
        <a:defRPr>
          <a:latin typeface="+mn-lt"/>
          <a:ea typeface="+mn-ea"/>
          <a:cs typeface="+mn-cs"/>
        </a:defRPr>
      </a:lvl7pPr>
      <a:lvl8pPr marL="3200026">
        <a:defRPr>
          <a:latin typeface="+mn-lt"/>
          <a:ea typeface="+mn-ea"/>
          <a:cs typeface="+mn-cs"/>
        </a:defRPr>
      </a:lvl8pPr>
      <a:lvl9pPr marL="3657172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7599680"/>
            <a:ext cx="10058400" cy="17272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1870" tIns="50935" rIns="101870" bIns="50935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10058400" cy="1579154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1870" tIns="50935" rIns="101870" bIns="50935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67640" cy="777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1870" tIns="50935" rIns="101870" bIns="50935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9890760" y="0"/>
            <a:ext cx="167640" cy="777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1870" tIns="50935" rIns="101870" bIns="50935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64287" y="7240170"/>
            <a:ext cx="9716414" cy="350838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1870" tIns="50935" rIns="101870" bIns="50935" anchor="ctr" compatLnSpc="1"/>
          <a:lstStyle/>
          <a:p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370320" y="7258982"/>
            <a:ext cx="3349447" cy="414528"/>
          </a:xfrm>
          <a:prstGeom prst="rect">
            <a:avLst/>
          </a:prstGeom>
        </p:spPr>
        <p:txBody>
          <a:bodyPr vert="horz" lIns="101870" tIns="50935" rIns="101870" bIns="50935"/>
          <a:lstStyle>
            <a:lvl1pPr algn="r" eaLnBrk="1" latinLnBrk="0" hangingPunct="1">
              <a:defRPr kumimoji="0" sz="1600">
                <a:solidFill>
                  <a:srgbClr val="FFFFFF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11/7/2023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35280" y="7265628"/>
            <a:ext cx="3939540" cy="414528"/>
          </a:xfrm>
          <a:prstGeom prst="rect">
            <a:avLst/>
          </a:prstGeom>
        </p:spPr>
        <p:txBody>
          <a:bodyPr vert="horz" lIns="101870" tIns="50935" rIns="101870" bIns="50935"/>
          <a:lstStyle>
            <a:lvl1pPr algn="l" eaLnBrk="1" latinLnBrk="0" hangingPunct="1">
              <a:defRPr kumimoji="0" sz="130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67640" y="176176"/>
            <a:ext cx="9716414" cy="7420051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1870" tIns="50935" rIns="101870" bIns="50935" anchor="ctr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67640" y="1446975"/>
            <a:ext cx="971641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101870" tIns="50935" rIns="101870" bIns="50935" anchor="ctr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4693920" y="1083507"/>
            <a:ext cx="670560" cy="69088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1870" tIns="50935" rIns="101870" bIns="50935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4797857" y="1190594"/>
            <a:ext cx="462686" cy="476707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1870" tIns="50935" rIns="101870" bIns="50935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4777740" y="1178866"/>
            <a:ext cx="502920" cy="500168"/>
          </a:xfrm>
          <a:prstGeom prst="rect">
            <a:avLst/>
          </a:prstGeom>
        </p:spPr>
        <p:txBody>
          <a:bodyPr vert="horz" lIns="50935" tIns="50935" rIns="50935" bIns="50935" anchor="ctr">
            <a:normAutofit/>
          </a:bodyPr>
          <a:lstStyle>
            <a:lvl1pPr algn="ctr" eaLnBrk="1" latinLnBrk="0" hangingPunct="1">
              <a:defRPr kumimoji="0" sz="18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331927" y="259080"/>
            <a:ext cx="9387840" cy="860146"/>
          </a:xfrm>
          <a:prstGeom prst="rect">
            <a:avLst/>
          </a:prstGeom>
        </p:spPr>
        <p:txBody>
          <a:bodyPr vert="horz" lIns="101870" tIns="50935" rIns="101870" bIns="50935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331927" y="1727200"/>
            <a:ext cx="9387840" cy="5212690"/>
          </a:xfrm>
          <a:prstGeom prst="rect">
            <a:avLst/>
          </a:prstGeom>
        </p:spPr>
        <p:txBody>
          <a:bodyPr vert="horz" lIns="101870" tIns="50935" rIns="101870" bIns="50935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ctr" rtl="0" eaLnBrk="1" latinLnBrk="0" hangingPunct="1">
        <a:spcBef>
          <a:spcPct val="0"/>
        </a:spcBef>
        <a:buNone/>
        <a:defRPr kumimoji="0" sz="37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305612" indent="-305612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611223" indent="-305612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500" kern="1200">
          <a:solidFill>
            <a:schemeClr val="tx2"/>
          </a:solidFill>
          <a:latin typeface="+mn-lt"/>
          <a:ea typeface="+mn-ea"/>
          <a:cs typeface="+mn-cs"/>
        </a:defRPr>
      </a:lvl2pPr>
      <a:lvl3pPr marL="916835" indent="-254676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222446" indent="-254676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4pPr>
      <a:lvl5pPr marL="1528058" indent="-254676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33670" indent="-203741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9281" indent="-203741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343022" indent="-203741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648634" indent="-203741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6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509352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101870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528058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2037411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4676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3056116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56546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4074821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7599680"/>
            <a:ext cx="10058400" cy="17272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1882" tIns="50941" rIns="101882" bIns="50941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10058400" cy="1579154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1882" tIns="50941" rIns="101882" bIns="50941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67640" cy="777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1882" tIns="50941" rIns="101882" bIns="50941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9890760" y="0"/>
            <a:ext cx="167640" cy="777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1882" tIns="50941" rIns="101882" bIns="50941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64287" y="7240170"/>
            <a:ext cx="9716414" cy="350838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1882" tIns="50941" rIns="101882" bIns="50941" anchor="ctr" compatLnSpc="1"/>
          <a:lstStyle/>
          <a:p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370320" y="7258982"/>
            <a:ext cx="3349447" cy="414528"/>
          </a:xfrm>
          <a:prstGeom prst="rect">
            <a:avLst/>
          </a:prstGeom>
        </p:spPr>
        <p:txBody>
          <a:bodyPr vert="horz" lIns="101882" tIns="50941" rIns="101882" bIns="50941"/>
          <a:lstStyle>
            <a:lvl1pPr algn="r" eaLnBrk="1" latinLnBrk="0" hangingPunct="1">
              <a:defRPr kumimoji="0" sz="1600">
                <a:solidFill>
                  <a:srgbClr val="FFFFFF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11/7/2023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35280" y="7265628"/>
            <a:ext cx="3939540" cy="414528"/>
          </a:xfrm>
          <a:prstGeom prst="rect">
            <a:avLst/>
          </a:prstGeom>
        </p:spPr>
        <p:txBody>
          <a:bodyPr vert="horz" lIns="101882" tIns="50941" rIns="101882" bIns="50941"/>
          <a:lstStyle>
            <a:lvl1pPr algn="l" eaLnBrk="1" latinLnBrk="0" hangingPunct="1">
              <a:defRPr kumimoji="0" sz="130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67640" y="176175"/>
            <a:ext cx="9716414" cy="7420051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1882" tIns="50941" rIns="101882" bIns="50941" anchor="ctr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67640" y="1446975"/>
            <a:ext cx="971641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101882" tIns="50941" rIns="101882" bIns="50941" anchor="ctr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4693920" y="1083507"/>
            <a:ext cx="670560" cy="69088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1882" tIns="50941" rIns="101882" bIns="50941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4797857" y="1190594"/>
            <a:ext cx="462686" cy="476707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1882" tIns="50941" rIns="101882" bIns="50941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4777740" y="1178865"/>
            <a:ext cx="502920" cy="500168"/>
          </a:xfrm>
          <a:prstGeom prst="rect">
            <a:avLst/>
          </a:prstGeom>
        </p:spPr>
        <p:txBody>
          <a:bodyPr vert="horz" lIns="50941" tIns="50941" rIns="50941" bIns="50941" anchor="ctr">
            <a:normAutofit/>
          </a:bodyPr>
          <a:lstStyle>
            <a:lvl1pPr algn="ctr" eaLnBrk="1" latinLnBrk="0" hangingPunct="1">
              <a:defRPr kumimoji="0" sz="18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331927" y="259080"/>
            <a:ext cx="9387840" cy="860146"/>
          </a:xfrm>
          <a:prstGeom prst="rect">
            <a:avLst/>
          </a:prstGeom>
        </p:spPr>
        <p:txBody>
          <a:bodyPr vert="horz" lIns="101882" tIns="50941" rIns="101882" bIns="50941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331927" y="1727200"/>
            <a:ext cx="9387840" cy="5212690"/>
          </a:xfrm>
          <a:prstGeom prst="rect">
            <a:avLst/>
          </a:prstGeom>
        </p:spPr>
        <p:txBody>
          <a:bodyPr vert="horz" lIns="101882" tIns="50941" rIns="101882" bIns="50941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ctr" rtl="0" eaLnBrk="1" latinLnBrk="0" hangingPunct="1">
        <a:spcBef>
          <a:spcPct val="0"/>
        </a:spcBef>
        <a:buNone/>
        <a:defRPr kumimoji="0" sz="37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305647" indent="-305647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611295" indent="-305647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500" kern="1200">
          <a:solidFill>
            <a:schemeClr val="tx2"/>
          </a:solidFill>
          <a:latin typeface="+mn-lt"/>
          <a:ea typeface="+mn-ea"/>
          <a:cs typeface="+mn-cs"/>
        </a:defRPr>
      </a:lvl2pPr>
      <a:lvl3pPr marL="916942" indent="-254706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222589" indent="-254706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4pPr>
      <a:lvl5pPr marL="1528237" indent="-254706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33884" indent="-203765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9531" indent="-203765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343296" indent="-203765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648944" indent="-203765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6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509412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101882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528237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203764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47061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3056473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565886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4075298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8997"/>
            <a:ext cx="10058400" cy="1200043"/>
          </a:xfrm>
          <a:solidFill>
            <a:schemeClr val="tx2">
              <a:lumMod val="40000"/>
              <a:lumOff val="6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rmAutofit fontScale="90000"/>
          </a:bodyPr>
          <a:lstStyle/>
          <a:p>
            <a:pPr algn="ctr">
              <a:spcBef>
                <a:spcPts val="1200"/>
              </a:spcBef>
              <a:defRPr/>
            </a:pPr>
            <a:r>
              <a:rPr lang="en-IN" sz="3600" dirty="0">
                <a:solidFill>
                  <a:srgbClr val="FF0000"/>
                </a:solidFill>
              </a:rPr>
              <a:t>BASICS OF </a:t>
            </a:r>
            <a:r>
              <a:rPr lang="en-IN" sz="3600" dirty="0" smtClean="0">
                <a:solidFill>
                  <a:srgbClr val="FF0000"/>
                </a:solidFill>
              </a:rPr>
              <a:t>ENTREPRENUERSHIP</a:t>
            </a:r>
            <a:br>
              <a:rPr lang="en-IN" sz="3600" dirty="0" smtClean="0">
                <a:solidFill>
                  <a:srgbClr val="FF0000"/>
                </a:solidFill>
              </a:rPr>
            </a:br>
            <a:r>
              <a:rPr lang="en-US" sz="3600" dirty="0"/>
              <a:t>Unit – I: </a:t>
            </a:r>
            <a:r>
              <a:rPr lang="en-US" sz="4400" dirty="0"/>
              <a:t>Introduction</a:t>
            </a:r>
            <a:endParaRPr lang="en-IN" sz="4400" dirty="0">
              <a:solidFill>
                <a:srgbClr val="002060"/>
              </a:solidFill>
            </a:endParaRPr>
          </a:p>
        </p:txBody>
      </p:sp>
      <p:sp>
        <p:nvSpPr>
          <p:cNvPr id="8195" name="Subtitle 2"/>
          <p:cNvSpPr>
            <a:spLocks noGrp="1"/>
          </p:cNvSpPr>
          <p:nvPr>
            <p:ph type="subTitle" idx="4294967295"/>
          </p:nvPr>
        </p:nvSpPr>
        <p:spPr>
          <a:xfrm>
            <a:off x="1999457" y="4579779"/>
            <a:ext cx="7603173" cy="1656851"/>
          </a:xfrm>
          <a:prstGeom prst="rect">
            <a:avLst/>
          </a:prstGeom>
        </p:spPr>
        <p:txBody>
          <a:bodyPr lIns="101870" tIns="50935" rIns="101870" bIns="50935"/>
          <a:lstStyle/>
          <a:p>
            <a:pPr algn="ctr">
              <a:spcBef>
                <a:spcPts val="669"/>
              </a:spcBef>
              <a:spcAft>
                <a:spcPts val="669"/>
              </a:spcAft>
            </a:pPr>
            <a:r>
              <a:rPr lang="en-IN" sz="3100" b="1" dirty="0" err="1">
                <a:solidFill>
                  <a:srgbClr val="FF0000"/>
                </a:solidFill>
                <a:latin typeface="Segoe UI Black" pitchFamily="34" charset="0"/>
                <a:ea typeface="Segoe UI Black" pitchFamily="34" charset="0"/>
                <a:cs typeface="Segoe UI Black" pitchFamily="34" charset="0"/>
              </a:rPr>
              <a:t>Dr.</a:t>
            </a:r>
            <a:r>
              <a:rPr lang="en-IN" sz="3100" b="1" dirty="0">
                <a:solidFill>
                  <a:srgbClr val="FF0000"/>
                </a:solidFill>
                <a:latin typeface="Segoe UI Black" pitchFamily="34" charset="0"/>
                <a:ea typeface="Segoe UI Black" pitchFamily="34" charset="0"/>
                <a:cs typeface="Segoe UI Black" pitchFamily="34" charset="0"/>
              </a:rPr>
              <a:t> S. VIJAYA BHASKAR</a:t>
            </a:r>
          </a:p>
          <a:p>
            <a:pPr algn="r">
              <a:spcBef>
                <a:spcPts val="669"/>
              </a:spcBef>
              <a:spcAft>
                <a:spcPts val="669"/>
              </a:spcAft>
            </a:pPr>
            <a:r>
              <a:rPr lang="en-IN" sz="2000" b="1" dirty="0" err="1">
                <a:solidFill>
                  <a:schemeClr val="tx2"/>
                </a:solidFill>
                <a:latin typeface="Segoe UI Black" pitchFamily="34" charset="0"/>
                <a:ea typeface="Segoe UI Black" pitchFamily="34" charset="0"/>
                <a:cs typeface="Segoe UI Black" pitchFamily="34" charset="0"/>
              </a:rPr>
              <a:t>M.Tech</a:t>
            </a:r>
            <a:r>
              <a:rPr lang="en-IN" sz="2000" b="1" dirty="0">
                <a:solidFill>
                  <a:schemeClr val="tx2"/>
                </a:solidFill>
                <a:latin typeface="Segoe UI Black" pitchFamily="34" charset="0"/>
                <a:ea typeface="Segoe UI Black" pitchFamily="34" charset="0"/>
                <a:cs typeface="Segoe UI Black" pitchFamily="34" charset="0"/>
              </a:rPr>
              <a:t> (</a:t>
            </a:r>
            <a:r>
              <a:rPr lang="en-IN" sz="2000" b="1" dirty="0" err="1">
                <a:solidFill>
                  <a:schemeClr val="tx2"/>
                </a:solidFill>
                <a:latin typeface="Segoe UI Black" pitchFamily="34" charset="0"/>
                <a:ea typeface="Segoe UI Black" pitchFamily="34" charset="0"/>
                <a:cs typeface="Segoe UI Black" pitchFamily="34" charset="0"/>
              </a:rPr>
              <a:t>Mech</a:t>
            </a:r>
            <a:r>
              <a:rPr lang="en-IN" sz="2000" b="1" dirty="0">
                <a:solidFill>
                  <a:schemeClr val="tx2"/>
                </a:solidFill>
                <a:latin typeface="Segoe UI Black" pitchFamily="34" charset="0"/>
                <a:ea typeface="Segoe UI Black" pitchFamily="34" charset="0"/>
                <a:cs typeface="Segoe UI Black" pitchFamily="34" charset="0"/>
              </a:rPr>
              <a:t>)., </a:t>
            </a:r>
            <a:r>
              <a:rPr lang="en-IN" sz="2000" b="1" dirty="0" err="1">
                <a:solidFill>
                  <a:schemeClr val="tx2"/>
                </a:solidFill>
                <a:latin typeface="Segoe UI Black" pitchFamily="34" charset="0"/>
                <a:ea typeface="Segoe UI Black" pitchFamily="34" charset="0"/>
                <a:cs typeface="Segoe UI Black" pitchFamily="34" charset="0"/>
              </a:rPr>
              <a:t>Ph.D</a:t>
            </a:r>
            <a:r>
              <a:rPr lang="en-IN" sz="2000" b="1" dirty="0">
                <a:solidFill>
                  <a:schemeClr val="tx2"/>
                </a:solidFill>
                <a:latin typeface="Segoe UI Black" pitchFamily="34" charset="0"/>
                <a:ea typeface="Segoe UI Black" pitchFamily="34" charset="0"/>
                <a:cs typeface="Segoe UI Black" pitchFamily="34" charset="0"/>
              </a:rPr>
              <a:t> (</a:t>
            </a:r>
            <a:r>
              <a:rPr lang="en-IN" sz="2000" b="1" dirty="0" err="1">
                <a:solidFill>
                  <a:schemeClr val="tx2"/>
                </a:solidFill>
                <a:latin typeface="Segoe UI Black" pitchFamily="34" charset="0"/>
                <a:ea typeface="Segoe UI Black" pitchFamily="34" charset="0"/>
                <a:cs typeface="Segoe UI Black" pitchFamily="34" charset="0"/>
              </a:rPr>
              <a:t>Mech</a:t>
            </a:r>
            <a:r>
              <a:rPr lang="en-IN" sz="2000" b="1" dirty="0">
                <a:solidFill>
                  <a:schemeClr val="tx2"/>
                </a:solidFill>
                <a:latin typeface="Segoe UI Black" pitchFamily="34" charset="0"/>
                <a:ea typeface="Segoe UI Black" pitchFamily="34" charset="0"/>
                <a:cs typeface="Segoe UI Black" pitchFamily="34" charset="0"/>
              </a:rPr>
              <a:t>)., </a:t>
            </a:r>
            <a:r>
              <a:rPr lang="en-IN" sz="2000" b="1" dirty="0" err="1">
                <a:solidFill>
                  <a:schemeClr val="tx2"/>
                </a:solidFill>
                <a:latin typeface="Segoe UI Black" pitchFamily="34" charset="0"/>
                <a:ea typeface="Segoe UI Black" pitchFamily="34" charset="0"/>
                <a:cs typeface="Segoe UI Black" pitchFamily="34" charset="0"/>
              </a:rPr>
              <a:t>Ph.D</a:t>
            </a:r>
            <a:r>
              <a:rPr lang="en-IN" sz="2000" b="1" dirty="0">
                <a:solidFill>
                  <a:schemeClr val="tx2"/>
                </a:solidFill>
                <a:latin typeface="Segoe UI Black" pitchFamily="34" charset="0"/>
                <a:ea typeface="Segoe UI Black" pitchFamily="34" charset="0"/>
                <a:cs typeface="Segoe UI Black" pitchFamily="34" charset="0"/>
              </a:rPr>
              <a:t> (Management)</a:t>
            </a:r>
          </a:p>
          <a:p>
            <a:pPr algn="ctr">
              <a:spcBef>
                <a:spcPct val="0"/>
              </a:spcBef>
            </a:pPr>
            <a:r>
              <a:rPr lang="en-IN" sz="3100" dirty="0">
                <a:solidFill>
                  <a:srgbClr val="FF0000"/>
                </a:solidFill>
                <a:latin typeface="AR JULIAN" pitchFamily="2" charset="0"/>
              </a:rPr>
              <a:t>Professor in mechanical engineering</a:t>
            </a:r>
          </a:p>
        </p:txBody>
      </p:sp>
      <p:pic>
        <p:nvPicPr>
          <p:cNvPr id="8196" name="Picture 8" descr="Imag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134" y="4416955"/>
            <a:ext cx="2058829" cy="1550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7" name="TextBox 10"/>
          <p:cNvSpPr txBox="1">
            <a:spLocks noChangeArrowheads="1"/>
          </p:cNvSpPr>
          <p:nvPr/>
        </p:nvSpPr>
        <p:spPr bwMode="auto">
          <a:xfrm>
            <a:off x="2078545" y="5967837"/>
            <a:ext cx="7444995" cy="10813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1870" tIns="50935" rIns="101870" bIns="50935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en-IN" sz="3100" b="1" dirty="0" err="1">
                <a:solidFill>
                  <a:srgbClr val="002060"/>
                </a:solidFill>
                <a:latin typeface="Agency FB" pitchFamily="34" charset="0"/>
              </a:rPr>
              <a:t>Sreenidhi</a:t>
            </a:r>
            <a:r>
              <a:rPr lang="en-IN" sz="3100" b="1" dirty="0">
                <a:solidFill>
                  <a:srgbClr val="002060"/>
                </a:solidFill>
                <a:latin typeface="Agency FB" pitchFamily="34" charset="0"/>
              </a:rPr>
              <a:t> Institute of Science and Technology</a:t>
            </a:r>
          </a:p>
          <a:p>
            <a:pPr algn="ctr"/>
            <a:r>
              <a:rPr lang="en-IN" sz="3100" b="1" dirty="0" err="1">
                <a:solidFill>
                  <a:srgbClr val="002060"/>
                </a:solidFill>
                <a:latin typeface="Agency FB" pitchFamily="34" charset="0"/>
              </a:rPr>
              <a:t>Yamnampet</a:t>
            </a:r>
            <a:r>
              <a:rPr lang="en-IN" sz="3100" b="1" dirty="0">
                <a:solidFill>
                  <a:srgbClr val="002060"/>
                </a:solidFill>
                <a:latin typeface="Agency FB" pitchFamily="34" charset="0"/>
              </a:rPr>
              <a:t>, </a:t>
            </a:r>
            <a:r>
              <a:rPr lang="en-IN" sz="3100" b="1" dirty="0" err="1">
                <a:solidFill>
                  <a:srgbClr val="002060"/>
                </a:solidFill>
                <a:latin typeface="Agency FB" pitchFamily="34" charset="0"/>
              </a:rPr>
              <a:t>Ghatkesar</a:t>
            </a:r>
            <a:r>
              <a:rPr lang="en-IN" sz="3100" b="1" dirty="0">
                <a:solidFill>
                  <a:srgbClr val="002060"/>
                </a:solidFill>
                <a:latin typeface="Agency FB" pitchFamily="34" charset="0"/>
              </a:rPr>
              <a:t>, Hyderabad, Telangana-501301</a:t>
            </a:r>
          </a:p>
        </p:txBody>
      </p:sp>
      <p:sp>
        <p:nvSpPr>
          <p:cNvPr id="8198" name="TextBox 9"/>
          <p:cNvSpPr txBox="1">
            <a:spLocks noChangeArrowheads="1"/>
          </p:cNvSpPr>
          <p:nvPr/>
        </p:nvSpPr>
        <p:spPr bwMode="auto">
          <a:xfrm>
            <a:off x="1384778" y="7149888"/>
            <a:ext cx="205794" cy="3798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1870" tIns="50935" rIns="101870" bIns="50935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0" y="1209040"/>
            <a:ext cx="10058400" cy="0"/>
          </a:xfrm>
          <a:prstGeom prst="line">
            <a:avLst/>
          </a:prstGeom>
          <a:ln w="57150" cmpd="thinThick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00" name="AutoShape 4" descr="Image result for SI Engine"/>
          <p:cNvSpPr>
            <a:spLocks noChangeAspect="1" noChangeArrowheads="1"/>
          </p:cNvSpPr>
          <p:nvPr/>
        </p:nvSpPr>
        <p:spPr bwMode="auto">
          <a:xfrm>
            <a:off x="171133" y="-163723"/>
            <a:ext cx="335280" cy="345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1870" tIns="50935" rIns="101870" bIns="50935"/>
          <a:lstStyle/>
          <a:p>
            <a:endParaRPr lang="en-IN"/>
          </a:p>
        </p:txBody>
      </p:sp>
      <p:sp>
        <p:nvSpPr>
          <p:cNvPr id="8201" name="AutoShape 6" descr="Image result for SI Engine"/>
          <p:cNvSpPr>
            <a:spLocks noChangeAspect="1" noChangeArrowheads="1"/>
          </p:cNvSpPr>
          <p:nvPr/>
        </p:nvSpPr>
        <p:spPr bwMode="auto">
          <a:xfrm>
            <a:off x="171133" y="-163723"/>
            <a:ext cx="335280" cy="345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1870" tIns="50935" rIns="101870" bIns="50935"/>
          <a:lstStyle/>
          <a:p>
            <a:endParaRPr lang="en-IN"/>
          </a:p>
        </p:txBody>
      </p:sp>
      <p:sp>
        <p:nvSpPr>
          <p:cNvPr id="8202" name="AutoShape 7" descr="Image result for compressor"/>
          <p:cNvSpPr>
            <a:spLocks noChangeAspect="1" noChangeArrowheads="1"/>
          </p:cNvSpPr>
          <p:nvPr/>
        </p:nvSpPr>
        <p:spPr bwMode="auto">
          <a:xfrm>
            <a:off x="171133" y="-163723"/>
            <a:ext cx="335280" cy="345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1870" tIns="50935" rIns="101870" bIns="50935"/>
          <a:lstStyle/>
          <a:p>
            <a:endParaRPr lang="en-IN"/>
          </a:p>
        </p:txBody>
      </p:sp>
      <p:pic>
        <p:nvPicPr>
          <p:cNvPr id="3" name="Picture 2" descr="How To Create An Environment That'll Nurture Entrepreneurship? |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95399"/>
            <a:ext cx="10058399" cy="3121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1851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1927" y="435254"/>
            <a:ext cx="9387840" cy="860146"/>
          </a:xfrm>
        </p:spPr>
        <p:txBody>
          <a:bodyPr>
            <a:noAutofit/>
          </a:bodyPr>
          <a:lstStyle/>
          <a:p>
            <a:r>
              <a:rPr lang="en-US" sz="3600" b="1" dirty="0"/>
              <a:t>Unit – I: Introduction to Entrepreneurship &amp; Self Discovery</a:t>
            </a:r>
            <a:endParaRPr lang="en-IN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02920" y="1981201"/>
            <a:ext cx="9052560" cy="4216539"/>
          </a:xfrm>
        </p:spPr>
        <p:txBody>
          <a:bodyPr>
            <a:noAutofit/>
          </a:bodyPr>
          <a:lstStyle/>
          <a:p>
            <a:pPr marL="342859" indent="-342859">
              <a:buClr>
                <a:schemeClr val="tx1"/>
              </a:buClr>
              <a:buFont typeface="Times New Roman" pitchFamily="18" charset="0"/>
              <a:buChar char="⁃"/>
            </a:pPr>
            <a:r>
              <a:rPr lang="en-US" sz="2800" dirty="0"/>
              <a:t>Define Entrepreneurship, </a:t>
            </a:r>
          </a:p>
          <a:p>
            <a:pPr marL="342859" indent="-342859">
              <a:buClr>
                <a:schemeClr val="tx1"/>
              </a:buClr>
              <a:buFont typeface="Times New Roman" pitchFamily="18" charset="0"/>
              <a:buChar char="⁃"/>
            </a:pPr>
            <a:r>
              <a:rPr lang="en-US" sz="2800" dirty="0"/>
              <a:t>Entrepreneurship as a Career option, </a:t>
            </a:r>
          </a:p>
          <a:p>
            <a:pPr marL="342859" indent="-342859">
              <a:buClr>
                <a:schemeClr val="tx1"/>
              </a:buClr>
              <a:buFont typeface="Times New Roman" pitchFamily="18" charset="0"/>
              <a:buChar char="⁃"/>
            </a:pPr>
            <a:r>
              <a:rPr lang="en-US" sz="2800" dirty="0"/>
              <a:t>Find your Flow, Stock of Your Means, </a:t>
            </a:r>
          </a:p>
          <a:p>
            <a:pPr marL="342859" indent="-342859">
              <a:buClr>
                <a:schemeClr val="tx1"/>
              </a:buClr>
              <a:buFont typeface="Times New Roman" pitchFamily="18" charset="0"/>
              <a:buChar char="⁃"/>
            </a:pPr>
            <a:r>
              <a:rPr lang="en-US" sz="2800" dirty="0"/>
              <a:t>Characteristics, </a:t>
            </a:r>
          </a:p>
          <a:p>
            <a:pPr marL="342859" indent="-342859">
              <a:buClr>
                <a:schemeClr val="tx1"/>
              </a:buClr>
              <a:buFont typeface="Times New Roman" pitchFamily="18" charset="0"/>
              <a:buChar char="⁃"/>
            </a:pPr>
            <a:r>
              <a:rPr lang="en-US" sz="2800" dirty="0"/>
              <a:t>Qualities and Skills of Entrepreneurship, </a:t>
            </a:r>
          </a:p>
          <a:p>
            <a:pPr marL="342859" indent="-342859">
              <a:buClr>
                <a:schemeClr val="tx1"/>
              </a:buClr>
              <a:buFont typeface="Times New Roman" pitchFamily="18" charset="0"/>
              <a:buChar char="⁃"/>
            </a:pPr>
            <a:r>
              <a:rPr lang="en-US" sz="2800" dirty="0"/>
              <a:t>Effectuation (</a:t>
            </a:r>
            <a:r>
              <a:rPr lang="en-IN" sz="2800" i="1" dirty="0"/>
              <a:t>act of implementing),</a:t>
            </a:r>
            <a:r>
              <a:rPr lang="en-US" sz="2800" dirty="0"/>
              <a:t> </a:t>
            </a:r>
          </a:p>
          <a:p>
            <a:pPr marL="342859" indent="-342859">
              <a:buClr>
                <a:schemeClr val="tx1"/>
              </a:buClr>
              <a:buFont typeface="Times New Roman" pitchFamily="18" charset="0"/>
              <a:buChar char="⁃"/>
            </a:pPr>
            <a:r>
              <a:rPr lang="en-US" sz="2800" dirty="0"/>
              <a:t>Principles of Effectuation, </a:t>
            </a:r>
          </a:p>
          <a:p>
            <a:pPr marL="342859" indent="-342859">
              <a:buClr>
                <a:schemeClr val="tx1"/>
              </a:buClr>
              <a:buFont typeface="Times New Roman" pitchFamily="18" charset="0"/>
              <a:buChar char="⁃"/>
            </a:pPr>
            <a:r>
              <a:rPr lang="en-US" sz="2800" dirty="0"/>
              <a:t>Life as an Entrepreneur, </a:t>
            </a:r>
          </a:p>
          <a:p>
            <a:pPr marL="342859" indent="-342859">
              <a:buClr>
                <a:schemeClr val="tx1"/>
              </a:buClr>
              <a:buFont typeface="Times New Roman" pitchFamily="18" charset="0"/>
              <a:buChar char="⁃"/>
            </a:pPr>
            <a:r>
              <a:rPr lang="en-US" sz="2800" dirty="0"/>
              <a:t>Stories of Successful Entrepreneurs.</a:t>
            </a:r>
            <a:endParaRPr lang="en-IN" sz="2800" dirty="0"/>
          </a:p>
          <a:p>
            <a:pPr>
              <a:buClr>
                <a:schemeClr val="tx1"/>
              </a:buClr>
            </a:pPr>
            <a:endParaRPr lang="en-IN" sz="320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1447800"/>
            <a:ext cx="100584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1747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</a:t>
            </a:r>
            <a:r>
              <a:rPr lang="en-IN" dirty="0" smtClean="0"/>
              <a:t>is Entrepreneurship?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639" y="1571625"/>
            <a:ext cx="9001125" cy="4905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95333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6149" y="708328"/>
            <a:ext cx="4719955" cy="5057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9"/>
            <a:r>
              <a:rPr sz="32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3200" b="1" spc="14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32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3200" b="1" spc="4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3200" b="1" spc="-2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3200" b="1" spc="4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3200" b="1" spc="-2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3200" b="1" dirty="0">
                <a:solidFill>
                  <a:srgbClr val="252525"/>
                </a:solidFill>
                <a:latin typeface="Times New Roman"/>
                <a:cs typeface="Times New Roman"/>
              </a:rPr>
              <a:t>g </a:t>
            </a:r>
            <a:r>
              <a:rPr sz="3200" b="1" spc="4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3200" b="1" spc="-2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32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3200" b="1" spc="-4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3200" b="1" spc="14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3200" b="1" spc="-20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3200" b="1" spc="-4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3200" b="1" spc="-14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3200" b="1" spc="1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3200" b="1" spc="-14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3200" b="1" spc="10" dirty="0">
                <a:solidFill>
                  <a:srgbClr val="252525"/>
                </a:solidFill>
                <a:latin typeface="Times New Roman"/>
                <a:cs typeface="Times New Roman"/>
              </a:rPr>
              <a:t>u</a:t>
            </a:r>
            <a:r>
              <a:rPr sz="3200" b="1" spc="-14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3200" b="1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3200" b="1" spc="10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3200" b="1" spc="-3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3200" b="1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295400" y="1371600"/>
            <a:ext cx="8153400" cy="5715000"/>
          </a:xfrm>
          <a:custGeom>
            <a:avLst/>
            <a:gdLst/>
            <a:ahLst/>
            <a:cxnLst/>
            <a:rect l="l" t="t" r="r" b="b"/>
            <a:pathLst>
              <a:path w="8153400" h="5715000">
                <a:moveTo>
                  <a:pt x="0" y="5714999"/>
                </a:moveTo>
                <a:lnTo>
                  <a:pt x="8153399" y="5714999"/>
                </a:lnTo>
                <a:lnTo>
                  <a:pt x="8153399" y="0"/>
                </a:lnTo>
                <a:lnTo>
                  <a:pt x="0" y="0"/>
                </a:lnTo>
                <a:lnTo>
                  <a:pt x="0" y="57149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295400" y="1371600"/>
            <a:ext cx="8153400" cy="5715000"/>
          </a:xfrm>
          <a:custGeom>
            <a:avLst/>
            <a:gdLst/>
            <a:ahLst/>
            <a:cxnLst/>
            <a:rect l="l" t="t" r="r" b="b"/>
            <a:pathLst>
              <a:path w="8153400" h="5715000">
                <a:moveTo>
                  <a:pt x="0" y="5714999"/>
                </a:moveTo>
                <a:lnTo>
                  <a:pt x="8153399" y="5714999"/>
                </a:lnTo>
                <a:lnTo>
                  <a:pt x="8153399" y="0"/>
                </a:lnTo>
                <a:lnTo>
                  <a:pt x="0" y="0"/>
                </a:lnTo>
                <a:lnTo>
                  <a:pt x="0" y="5714999"/>
                </a:lnTo>
                <a:close/>
              </a:path>
            </a:pathLst>
          </a:custGeom>
          <a:ln w="15239">
            <a:solidFill>
              <a:srgbClr val="71855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375666" y="1453561"/>
            <a:ext cx="7997825" cy="39038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325733"/>
            <a:r>
              <a:rPr sz="2500" b="1" spc="-10" dirty="0">
                <a:latin typeface="Times New Roman"/>
                <a:cs typeface="Times New Roman"/>
              </a:rPr>
              <a:t>M</a:t>
            </a:r>
            <a:r>
              <a:rPr sz="2500" b="1" spc="10" dirty="0">
                <a:latin typeface="Times New Roman"/>
                <a:cs typeface="Times New Roman"/>
              </a:rPr>
              <a:t>e</a:t>
            </a:r>
            <a:r>
              <a:rPr sz="2500" b="1" dirty="0">
                <a:latin typeface="Times New Roman"/>
                <a:cs typeface="Times New Roman"/>
              </a:rPr>
              <a:t>a</a:t>
            </a:r>
            <a:r>
              <a:rPr sz="2500" b="1" spc="-14" dirty="0">
                <a:latin typeface="Times New Roman"/>
                <a:cs typeface="Times New Roman"/>
              </a:rPr>
              <a:t>n</a:t>
            </a:r>
            <a:r>
              <a:rPr sz="2500" b="1" spc="25" dirty="0">
                <a:latin typeface="Times New Roman"/>
                <a:cs typeface="Times New Roman"/>
              </a:rPr>
              <a:t>i</a:t>
            </a:r>
            <a:r>
              <a:rPr sz="2500" b="1" spc="-14" dirty="0">
                <a:latin typeface="Times New Roman"/>
                <a:cs typeface="Times New Roman"/>
              </a:rPr>
              <a:t>n</a:t>
            </a:r>
            <a:r>
              <a:rPr sz="2500" b="1" dirty="0">
                <a:latin typeface="Times New Roman"/>
                <a:cs typeface="Times New Roman"/>
              </a:rPr>
              <a:t>g</a:t>
            </a:r>
            <a:r>
              <a:rPr sz="2500" b="1" spc="-2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of</a:t>
            </a:r>
            <a:r>
              <a:rPr sz="2500" b="1" spc="14" dirty="0">
                <a:latin typeface="Times New Roman"/>
                <a:cs typeface="Times New Roman"/>
              </a:rPr>
              <a:t> </a:t>
            </a:r>
            <a:r>
              <a:rPr sz="2500" b="1" spc="-20" dirty="0">
                <a:latin typeface="Times New Roman"/>
                <a:cs typeface="Times New Roman"/>
              </a:rPr>
              <a:t>E</a:t>
            </a:r>
            <a:r>
              <a:rPr sz="2500" b="1" spc="4" dirty="0">
                <a:latin typeface="Times New Roman"/>
                <a:cs typeface="Times New Roman"/>
              </a:rPr>
              <a:t>n</a:t>
            </a:r>
            <a:r>
              <a:rPr sz="2500" b="1" spc="14" dirty="0">
                <a:latin typeface="Times New Roman"/>
                <a:cs typeface="Times New Roman"/>
              </a:rPr>
              <a:t>t</a:t>
            </a:r>
            <a:r>
              <a:rPr sz="2500" b="1" spc="-60" dirty="0">
                <a:latin typeface="Times New Roman"/>
                <a:cs typeface="Times New Roman"/>
              </a:rPr>
              <a:t>r</a:t>
            </a:r>
            <a:r>
              <a:rPr sz="2500" b="1" spc="10" dirty="0">
                <a:latin typeface="Times New Roman"/>
                <a:cs typeface="Times New Roman"/>
              </a:rPr>
              <a:t>e</a:t>
            </a:r>
            <a:r>
              <a:rPr sz="2500" b="1" spc="-14" dirty="0">
                <a:latin typeface="Times New Roman"/>
                <a:cs typeface="Times New Roman"/>
              </a:rPr>
              <a:t>p</a:t>
            </a:r>
            <a:r>
              <a:rPr sz="2500" b="1" spc="-35" dirty="0">
                <a:latin typeface="Times New Roman"/>
                <a:cs typeface="Times New Roman"/>
              </a:rPr>
              <a:t>r</a:t>
            </a:r>
            <a:r>
              <a:rPr sz="2500" b="1" spc="-10" dirty="0">
                <a:latin typeface="Times New Roman"/>
                <a:cs typeface="Times New Roman"/>
              </a:rPr>
              <a:t>e</a:t>
            </a:r>
            <a:r>
              <a:rPr sz="2500" b="1" spc="4" dirty="0">
                <a:latin typeface="Times New Roman"/>
                <a:cs typeface="Times New Roman"/>
              </a:rPr>
              <a:t>n</a:t>
            </a:r>
            <a:r>
              <a:rPr sz="2500" b="1" spc="-10" dirty="0">
                <a:latin typeface="Times New Roman"/>
                <a:cs typeface="Times New Roman"/>
              </a:rPr>
              <a:t>e</a:t>
            </a:r>
            <a:r>
              <a:rPr sz="2500" b="1" spc="4" dirty="0">
                <a:latin typeface="Times New Roman"/>
                <a:cs typeface="Times New Roman"/>
              </a:rPr>
              <a:t>u</a:t>
            </a:r>
            <a:r>
              <a:rPr sz="2500" b="1" dirty="0">
                <a:latin typeface="Times New Roman"/>
                <a:cs typeface="Times New Roman"/>
              </a:rPr>
              <a:t>r</a:t>
            </a:r>
            <a:endParaRPr sz="2500" dirty="0">
              <a:latin typeface="Times New Roman"/>
              <a:cs typeface="Times New Roman"/>
            </a:endParaRPr>
          </a:p>
          <a:p>
            <a:pPr marL="354924" indent="-342859">
              <a:spcBef>
                <a:spcPts val="780"/>
              </a:spcBef>
              <a:tabLst>
                <a:tab pos="894610" algn="l"/>
                <a:tab pos="1558742" algn="l"/>
                <a:tab pos="3250820" algn="l"/>
                <a:tab pos="3729554" algn="l"/>
                <a:tab pos="4353051" algn="l"/>
                <a:tab pos="5045120" algn="l"/>
                <a:tab pos="5678775" algn="l"/>
                <a:tab pos="6134018" algn="l"/>
                <a:tab pos="6981643" algn="l"/>
              </a:tabLst>
            </a:pPr>
            <a:r>
              <a:rPr sz="2000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2000" dirty="0">
                <a:solidFill>
                  <a:srgbClr val="A42F0F"/>
                </a:solidFill>
                <a:latin typeface="Times New Roman"/>
                <a:cs typeface="Times New Roman"/>
              </a:rPr>
              <a:t> </a:t>
            </a:r>
            <a:r>
              <a:rPr sz="2000" spc="-90" dirty="0">
                <a:solidFill>
                  <a:srgbClr val="A42F0F"/>
                </a:solidFill>
                <a:latin typeface="Times New Roman"/>
                <a:cs typeface="Times New Roman"/>
              </a:rPr>
              <a:t> </a:t>
            </a:r>
            <a:r>
              <a:rPr sz="2500" spc="-4" dirty="0">
                <a:latin typeface="Times New Roman"/>
                <a:cs typeface="Times New Roman"/>
              </a:rPr>
              <a:t>T</a:t>
            </a:r>
            <a:r>
              <a:rPr sz="2500" dirty="0">
                <a:latin typeface="Times New Roman"/>
                <a:cs typeface="Times New Roman"/>
              </a:rPr>
              <a:t>he	</a:t>
            </a:r>
            <a:r>
              <a:rPr sz="2500" spc="-4" dirty="0">
                <a:latin typeface="Times New Roman"/>
                <a:cs typeface="Times New Roman"/>
              </a:rPr>
              <a:t>w</a:t>
            </a:r>
            <a:r>
              <a:rPr sz="2500" dirty="0">
                <a:latin typeface="Times New Roman"/>
                <a:cs typeface="Times New Roman"/>
              </a:rPr>
              <a:t>o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d	</a:t>
            </a:r>
            <a:r>
              <a:rPr sz="2500" spc="-10" dirty="0">
                <a:latin typeface="Times New Roman"/>
                <a:cs typeface="Times New Roman"/>
              </a:rPr>
              <a:t>“</a:t>
            </a:r>
            <a:r>
              <a:rPr sz="2500" spc="-4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n</a:t>
            </a:r>
            <a:r>
              <a:rPr sz="2500" spc="-20" dirty="0">
                <a:latin typeface="Times New Roman"/>
                <a:cs typeface="Times New Roman"/>
              </a:rPr>
              <a:t>t</a:t>
            </a:r>
            <a:r>
              <a:rPr sz="2500" spc="10" dirty="0">
                <a:latin typeface="Times New Roman"/>
                <a:cs typeface="Times New Roman"/>
              </a:rPr>
              <a:t>r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p</a:t>
            </a:r>
            <a:r>
              <a:rPr sz="2500" spc="-10" dirty="0">
                <a:latin typeface="Times New Roman"/>
                <a:cs typeface="Times New Roman"/>
              </a:rPr>
              <a:t>re</a:t>
            </a:r>
            <a:r>
              <a:rPr sz="2500" dirty="0">
                <a:latin typeface="Times New Roman"/>
                <a:cs typeface="Times New Roman"/>
              </a:rPr>
              <a:t>n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u</a:t>
            </a:r>
            <a:r>
              <a:rPr sz="2500" spc="10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”	</a:t>
            </a:r>
            <a:r>
              <a:rPr sz="2500" spc="-20" dirty="0">
                <a:latin typeface="Times New Roman"/>
                <a:cs typeface="Times New Roman"/>
              </a:rPr>
              <a:t>h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s	</a:t>
            </a:r>
            <a:r>
              <a:rPr sz="2500" spc="20" dirty="0">
                <a:latin typeface="Times New Roman"/>
                <a:cs typeface="Times New Roman"/>
              </a:rPr>
              <a:t>b</a:t>
            </a:r>
            <a:r>
              <a:rPr sz="2500" spc="-10" dirty="0">
                <a:latin typeface="Times New Roman"/>
                <a:cs typeface="Times New Roman"/>
              </a:rPr>
              <a:t>ee</a:t>
            </a:r>
            <a:r>
              <a:rPr sz="2500" dirty="0">
                <a:latin typeface="Times New Roman"/>
                <a:cs typeface="Times New Roman"/>
              </a:rPr>
              <a:t>n	t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k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n	</a:t>
            </a:r>
            <a:r>
              <a:rPr sz="2500" spc="-10" dirty="0">
                <a:latin typeface="Times New Roman"/>
                <a:cs typeface="Times New Roman"/>
              </a:rPr>
              <a:t>fr</a:t>
            </a:r>
            <a:r>
              <a:rPr sz="2500" dirty="0">
                <a:latin typeface="Times New Roman"/>
                <a:cs typeface="Times New Roman"/>
              </a:rPr>
              <a:t>om	the</a:t>
            </a:r>
            <a:r>
              <a:rPr lang="en-IN" sz="2500" dirty="0">
                <a:latin typeface="Times New Roman"/>
                <a:cs typeface="Times New Roman"/>
              </a:rPr>
              <a:t> </a:t>
            </a:r>
            <a:r>
              <a:rPr sz="2500" spc="-14" dirty="0">
                <a:latin typeface="Times New Roman"/>
                <a:cs typeface="Times New Roman"/>
              </a:rPr>
              <a:t>F</a:t>
            </a:r>
            <a:r>
              <a:rPr sz="2500" spc="-10" dirty="0">
                <a:latin typeface="Times New Roman"/>
                <a:cs typeface="Times New Roman"/>
              </a:rPr>
              <a:t>re</a:t>
            </a:r>
            <a:r>
              <a:rPr sz="2500" dirty="0">
                <a:latin typeface="Times New Roman"/>
                <a:cs typeface="Times New Roman"/>
              </a:rPr>
              <a:t>n</a:t>
            </a:r>
            <a:r>
              <a:rPr sz="2500" spc="10" dirty="0">
                <a:latin typeface="Times New Roman"/>
                <a:cs typeface="Times New Roman"/>
              </a:rPr>
              <a:t>c</a:t>
            </a:r>
            <a:r>
              <a:rPr sz="2500" dirty="0">
                <a:latin typeface="Times New Roman"/>
                <a:cs typeface="Times New Roman"/>
              </a:rPr>
              <a:t>h</a:t>
            </a:r>
            <a:r>
              <a:rPr lang="en-IN" sz="2500" dirty="0">
                <a:latin typeface="Times New Roman"/>
                <a:cs typeface="Times New Roman"/>
              </a:rPr>
              <a:t> </a:t>
            </a:r>
            <a:r>
              <a:rPr sz="2500" spc="-4" dirty="0">
                <a:latin typeface="Times New Roman"/>
                <a:cs typeface="Times New Roman"/>
              </a:rPr>
              <a:t>L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n</a:t>
            </a:r>
            <a:r>
              <a:rPr sz="2500" spc="-20" dirty="0">
                <a:latin typeface="Times New Roman"/>
                <a:cs typeface="Times New Roman"/>
              </a:rPr>
              <a:t>g</a:t>
            </a:r>
            <a:r>
              <a:rPr sz="2500" spc="20" dirty="0">
                <a:latin typeface="Times New Roman"/>
                <a:cs typeface="Times New Roman"/>
              </a:rPr>
              <a:t>u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ge</a:t>
            </a:r>
            <a:r>
              <a:rPr lang="en-IN" sz="2500" dirty="0">
                <a:latin typeface="Times New Roman"/>
                <a:cs typeface="Times New Roman"/>
              </a:rPr>
              <a:t> </a:t>
            </a:r>
            <a:r>
              <a:rPr sz="2500" b="1" u="sng" spc="-4" dirty="0" err="1">
                <a:solidFill>
                  <a:srgbClr val="C00000"/>
                </a:solidFill>
                <a:latin typeface="Times New Roman"/>
                <a:cs typeface="Times New Roman"/>
              </a:rPr>
              <a:t>E</a:t>
            </a:r>
            <a:r>
              <a:rPr sz="2500" b="1" u="sng" dirty="0" err="1">
                <a:solidFill>
                  <a:srgbClr val="C00000"/>
                </a:solidFill>
                <a:latin typeface="Times New Roman"/>
                <a:cs typeface="Times New Roman"/>
              </a:rPr>
              <a:t>nt</a:t>
            </a:r>
            <a:r>
              <a:rPr sz="2500" b="1" u="sng" spc="-10" dirty="0" err="1">
                <a:solidFill>
                  <a:srgbClr val="C00000"/>
                </a:solidFill>
                <a:latin typeface="Times New Roman"/>
                <a:cs typeface="Times New Roman"/>
              </a:rPr>
              <a:t>er</a:t>
            </a:r>
            <a:r>
              <a:rPr sz="2500" b="1" u="sng" dirty="0" err="1">
                <a:solidFill>
                  <a:srgbClr val="C00000"/>
                </a:solidFill>
                <a:latin typeface="Times New Roman"/>
                <a:cs typeface="Times New Roman"/>
              </a:rPr>
              <a:t>p</a:t>
            </a:r>
            <a:r>
              <a:rPr sz="2500" b="1" u="sng" spc="-10" dirty="0" err="1">
                <a:solidFill>
                  <a:srgbClr val="C00000"/>
                </a:solidFill>
                <a:latin typeface="Times New Roman"/>
                <a:cs typeface="Times New Roman"/>
              </a:rPr>
              <a:t>re</a:t>
            </a:r>
            <a:r>
              <a:rPr sz="2500" b="1" u="sng" dirty="0" err="1">
                <a:solidFill>
                  <a:srgbClr val="C00000"/>
                </a:solidFill>
                <a:latin typeface="Times New Roman"/>
                <a:cs typeface="Times New Roman"/>
              </a:rPr>
              <a:t>nd</a:t>
            </a:r>
            <a:r>
              <a:rPr sz="2500" b="1" u="sng" spc="10" dirty="0" err="1">
                <a:solidFill>
                  <a:srgbClr val="C00000"/>
                </a:solidFill>
                <a:latin typeface="Times New Roman"/>
                <a:cs typeface="Times New Roman"/>
              </a:rPr>
              <a:t>r</a:t>
            </a:r>
            <a:r>
              <a:rPr sz="2500" b="1" u="sng" dirty="0" err="1">
                <a:solidFill>
                  <a:srgbClr val="C00000"/>
                </a:solidFill>
                <a:latin typeface="Times New Roman"/>
                <a:cs typeface="Times New Roman"/>
              </a:rPr>
              <a:t>e</a:t>
            </a:r>
            <a:r>
              <a:rPr sz="2500" spc="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500" spc="-4" dirty="0">
                <a:latin typeface="Times New Roman"/>
                <a:cs typeface="Times New Roman"/>
              </a:rPr>
              <a:t>w</a:t>
            </a:r>
            <a:r>
              <a:rPr sz="2500" spc="20" dirty="0">
                <a:latin typeface="Times New Roman"/>
                <a:cs typeface="Times New Roman"/>
              </a:rPr>
              <a:t>h</a:t>
            </a:r>
            <a:r>
              <a:rPr sz="2500" spc="-20" dirty="0">
                <a:latin typeface="Times New Roman"/>
                <a:cs typeface="Times New Roman"/>
              </a:rPr>
              <a:t>i</a:t>
            </a:r>
            <a:r>
              <a:rPr sz="2500" spc="-10" dirty="0">
                <a:latin typeface="Times New Roman"/>
                <a:cs typeface="Times New Roman"/>
              </a:rPr>
              <a:t>c</a:t>
            </a:r>
            <a:r>
              <a:rPr sz="2500" dirty="0">
                <a:latin typeface="Times New Roman"/>
                <a:cs typeface="Times New Roman"/>
              </a:rPr>
              <a:t>h</a:t>
            </a:r>
            <a:r>
              <a:rPr sz="2500" spc="60" dirty="0">
                <a:latin typeface="Times New Roman"/>
                <a:cs typeface="Times New Roman"/>
              </a:rPr>
              <a:t> </a:t>
            </a:r>
            <a:r>
              <a:rPr sz="2500" spc="-20" dirty="0">
                <a:latin typeface="Times New Roman"/>
                <a:cs typeface="Times New Roman"/>
              </a:rPr>
              <a:t>m</a:t>
            </a:r>
            <a:r>
              <a:rPr sz="2500" spc="-10" dirty="0">
                <a:latin typeface="Times New Roman"/>
                <a:cs typeface="Times New Roman"/>
              </a:rPr>
              <a:t>ea</a:t>
            </a:r>
            <a:r>
              <a:rPr sz="2500" dirty="0">
                <a:latin typeface="Times New Roman"/>
                <a:cs typeface="Times New Roman"/>
              </a:rPr>
              <a:t>ns</a:t>
            </a:r>
            <a:r>
              <a:rPr sz="2500" spc="6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“</a:t>
            </a:r>
            <a:r>
              <a:rPr sz="2500" spc="3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to</a:t>
            </a:r>
            <a:r>
              <a:rPr sz="2500" spc="60" dirty="0">
                <a:latin typeface="Times New Roman"/>
                <a:cs typeface="Times New Roman"/>
              </a:rPr>
              <a:t> </a:t>
            </a:r>
            <a:r>
              <a:rPr sz="2500" spc="-20" dirty="0">
                <a:latin typeface="Times New Roman"/>
                <a:cs typeface="Times New Roman"/>
              </a:rPr>
              <a:t>u</a:t>
            </a:r>
            <a:r>
              <a:rPr sz="2500" dirty="0">
                <a:latin typeface="Times New Roman"/>
                <a:cs typeface="Times New Roman"/>
              </a:rPr>
              <a:t>nd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spc="10" dirty="0">
                <a:latin typeface="Times New Roman"/>
                <a:cs typeface="Times New Roman"/>
              </a:rPr>
              <a:t>r</a:t>
            </a:r>
            <a:r>
              <a:rPr sz="2500" spc="-20" dirty="0">
                <a:latin typeface="Times New Roman"/>
                <a:cs typeface="Times New Roman"/>
              </a:rPr>
              <a:t>t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spc="20" dirty="0">
                <a:latin typeface="Times New Roman"/>
                <a:cs typeface="Times New Roman"/>
              </a:rPr>
              <a:t>k</a:t>
            </a:r>
            <a:r>
              <a:rPr sz="2500" dirty="0">
                <a:latin typeface="Times New Roman"/>
                <a:cs typeface="Times New Roman"/>
              </a:rPr>
              <a:t>e</a:t>
            </a:r>
            <a:r>
              <a:rPr lang="en-IN" sz="2500" dirty="0">
                <a:latin typeface="Times New Roman"/>
                <a:cs typeface="Times New Roman"/>
              </a:rPr>
              <a:t>"</a:t>
            </a:r>
            <a:r>
              <a:rPr sz="2500" spc="3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nd</a:t>
            </a:r>
            <a:r>
              <a:rPr sz="2500" spc="60" dirty="0">
                <a:latin typeface="Times New Roman"/>
                <a:cs typeface="Times New Roman"/>
              </a:rPr>
              <a:t> </a:t>
            </a:r>
            <a:r>
              <a:rPr sz="2500" spc="-20" dirty="0">
                <a:latin typeface="Times New Roman"/>
                <a:cs typeface="Times New Roman"/>
              </a:rPr>
              <a:t>m</a:t>
            </a:r>
            <a:r>
              <a:rPr sz="2500" spc="-10" dirty="0">
                <a:latin typeface="Times New Roman"/>
                <a:cs typeface="Times New Roman"/>
              </a:rPr>
              <a:t>ea</a:t>
            </a:r>
            <a:r>
              <a:rPr sz="2500" spc="20" dirty="0">
                <a:latin typeface="Times New Roman"/>
                <a:cs typeface="Times New Roman"/>
              </a:rPr>
              <a:t>n</a:t>
            </a:r>
            <a:r>
              <a:rPr sz="2500" dirty="0">
                <a:latin typeface="Times New Roman"/>
                <a:cs typeface="Times New Roman"/>
              </a:rPr>
              <a:t>t</a:t>
            </a:r>
            <a:r>
              <a:rPr sz="2500" spc="45" dirty="0">
                <a:latin typeface="Times New Roman"/>
                <a:cs typeface="Times New Roman"/>
              </a:rPr>
              <a:t> </a:t>
            </a:r>
            <a:r>
              <a:rPr sz="2500" spc="-20" dirty="0">
                <a:latin typeface="Times New Roman"/>
                <a:cs typeface="Times New Roman"/>
              </a:rPr>
              <a:t>t</a:t>
            </a:r>
            <a:r>
              <a:rPr sz="2500" dirty="0">
                <a:latin typeface="Times New Roman"/>
                <a:cs typeface="Times New Roman"/>
              </a:rPr>
              <a:t>o</a:t>
            </a:r>
            <a:r>
              <a:rPr sz="2500" spc="6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o</a:t>
            </a:r>
            <a:r>
              <a:rPr sz="2500" spc="-50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g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ni</a:t>
            </a:r>
            <a:r>
              <a:rPr sz="2500" spc="-10" dirty="0">
                <a:latin typeface="Times New Roman"/>
                <a:cs typeface="Times New Roman"/>
              </a:rPr>
              <a:t>z</a:t>
            </a:r>
            <a:r>
              <a:rPr sz="2500" dirty="0">
                <a:latin typeface="Times New Roman"/>
                <a:cs typeface="Times New Roman"/>
              </a:rPr>
              <a:t>e</a:t>
            </a:r>
            <a:r>
              <a:rPr sz="2500" spc="50" dirty="0">
                <a:latin typeface="Times New Roman"/>
                <a:cs typeface="Times New Roman"/>
              </a:rPr>
              <a:t> </a:t>
            </a:r>
            <a:r>
              <a:rPr sz="2500" b="1" spc="-20" dirty="0">
                <a:latin typeface="Times New Roman"/>
                <a:cs typeface="Times New Roman"/>
              </a:rPr>
              <a:t>m</a:t>
            </a:r>
            <a:r>
              <a:rPr sz="2500" b="1" dirty="0">
                <a:latin typeface="Times New Roman"/>
                <a:cs typeface="Times New Roman"/>
              </a:rPr>
              <a:t>usi</a:t>
            </a:r>
            <a:r>
              <a:rPr sz="2500" b="1" spc="-30" dirty="0">
                <a:latin typeface="Times New Roman"/>
                <a:cs typeface="Times New Roman"/>
              </a:rPr>
              <a:t>c</a:t>
            </a:r>
            <a:r>
              <a:rPr sz="2500" b="1" spc="10" dirty="0">
                <a:latin typeface="Times New Roman"/>
                <a:cs typeface="Times New Roman"/>
              </a:rPr>
              <a:t>a</a:t>
            </a:r>
            <a:r>
              <a:rPr sz="2500" b="1" dirty="0">
                <a:latin typeface="Times New Roman"/>
                <a:cs typeface="Times New Roman"/>
              </a:rPr>
              <a:t>l</a:t>
            </a:r>
            <a:r>
              <a:rPr sz="2500" dirty="0">
                <a:latin typeface="Times New Roman"/>
                <a:cs typeface="Times New Roman"/>
              </a:rPr>
              <a:t> or</a:t>
            </a:r>
            <a:r>
              <a:rPr sz="2500" spc="-4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oth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r</a:t>
            </a:r>
            <a:r>
              <a:rPr sz="2500" spc="-4" dirty="0">
                <a:latin typeface="Times New Roman"/>
                <a:cs typeface="Times New Roman"/>
              </a:rPr>
              <a:t> </a:t>
            </a:r>
            <a:r>
              <a:rPr sz="2500" b="1" spc="-10" dirty="0">
                <a:latin typeface="Times New Roman"/>
                <a:cs typeface="Times New Roman"/>
              </a:rPr>
              <a:t>e</a:t>
            </a:r>
            <a:r>
              <a:rPr sz="2500" b="1" dirty="0">
                <a:latin typeface="Times New Roman"/>
                <a:cs typeface="Times New Roman"/>
              </a:rPr>
              <a:t>nt</a:t>
            </a:r>
            <a:r>
              <a:rPr sz="2500" b="1" spc="-10" dirty="0">
                <a:latin typeface="Times New Roman"/>
                <a:cs typeface="Times New Roman"/>
              </a:rPr>
              <a:t>e</a:t>
            </a:r>
            <a:r>
              <a:rPr sz="2500" b="1" spc="10" dirty="0">
                <a:latin typeface="Times New Roman"/>
                <a:cs typeface="Times New Roman"/>
              </a:rPr>
              <a:t>r</a:t>
            </a:r>
            <a:r>
              <a:rPr sz="2500" b="1" spc="-20" dirty="0">
                <a:latin typeface="Times New Roman"/>
                <a:cs typeface="Times New Roman"/>
              </a:rPr>
              <a:t>t</a:t>
            </a:r>
            <a:r>
              <a:rPr sz="2500" b="1" spc="10" dirty="0">
                <a:latin typeface="Times New Roman"/>
                <a:cs typeface="Times New Roman"/>
              </a:rPr>
              <a:t>a</a:t>
            </a:r>
            <a:r>
              <a:rPr sz="2500" b="1" spc="-20" dirty="0">
                <a:latin typeface="Times New Roman"/>
                <a:cs typeface="Times New Roman"/>
              </a:rPr>
              <a:t>i</a:t>
            </a:r>
            <a:r>
              <a:rPr sz="2500" b="1" dirty="0">
                <a:latin typeface="Times New Roman"/>
                <a:cs typeface="Times New Roman"/>
              </a:rPr>
              <a:t>n</a:t>
            </a:r>
            <a:r>
              <a:rPr sz="2500" b="1" spc="-20" dirty="0">
                <a:latin typeface="Times New Roman"/>
                <a:cs typeface="Times New Roman"/>
              </a:rPr>
              <a:t>m</a:t>
            </a:r>
            <a:r>
              <a:rPr sz="2500" b="1" spc="-10" dirty="0">
                <a:latin typeface="Times New Roman"/>
                <a:cs typeface="Times New Roman"/>
              </a:rPr>
              <a:t>e</a:t>
            </a:r>
            <a:r>
              <a:rPr sz="2500" b="1" spc="20" dirty="0">
                <a:latin typeface="Times New Roman"/>
                <a:cs typeface="Times New Roman"/>
              </a:rPr>
              <a:t>n</a:t>
            </a:r>
            <a:r>
              <a:rPr sz="2500" b="1" dirty="0">
                <a:latin typeface="Times New Roman"/>
                <a:cs typeface="Times New Roman"/>
              </a:rPr>
              <a:t>t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p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spc="20" dirty="0">
                <a:latin typeface="Times New Roman"/>
                <a:cs typeface="Times New Roman"/>
              </a:rPr>
              <a:t>o</a:t>
            </a:r>
            <a:r>
              <a:rPr sz="2500" dirty="0">
                <a:latin typeface="Times New Roman"/>
                <a:cs typeface="Times New Roman"/>
              </a:rPr>
              <a:t>g</a:t>
            </a:r>
            <a:r>
              <a:rPr sz="2500" spc="-10" dirty="0">
                <a:latin typeface="Times New Roman"/>
                <a:cs typeface="Times New Roman"/>
              </a:rPr>
              <a:t>ra</a:t>
            </a:r>
            <a:r>
              <a:rPr sz="2500" spc="-20" dirty="0">
                <a:latin typeface="Times New Roman"/>
                <a:cs typeface="Times New Roman"/>
              </a:rPr>
              <a:t>m</a:t>
            </a:r>
            <a:r>
              <a:rPr sz="2500" dirty="0">
                <a:latin typeface="Times New Roman"/>
                <a:cs typeface="Times New Roman"/>
              </a:rPr>
              <a:t>s.</a:t>
            </a:r>
          </a:p>
          <a:p>
            <a:pPr marL="354924" marR="8254" indent="-342859">
              <a:lnSpc>
                <a:spcPct val="150000"/>
              </a:lnSpc>
              <a:tabLst>
                <a:tab pos="1220328" algn="l"/>
                <a:tab pos="2431766" algn="l"/>
                <a:tab pos="3238121" algn="l"/>
                <a:tab pos="3775268" algn="l"/>
                <a:tab pos="4663530" algn="l"/>
                <a:tab pos="6075604" algn="l"/>
                <a:tab pos="6414020" algn="l"/>
                <a:tab pos="6854658" algn="l"/>
              </a:tabLst>
            </a:pPr>
            <a:r>
              <a:rPr sz="2000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2000" dirty="0">
                <a:solidFill>
                  <a:srgbClr val="A42F0F"/>
                </a:solidFill>
                <a:latin typeface="Times New Roman"/>
                <a:cs typeface="Times New Roman"/>
              </a:rPr>
              <a:t> </a:t>
            </a:r>
            <a:r>
              <a:rPr sz="2000" spc="-90" dirty="0">
                <a:solidFill>
                  <a:srgbClr val="A42F0F"/>
                </a:solidFill>
                <a:latin typeface="Times New Roman"/>
                <a:cs typeface="Times New Roman"/>
              </a:rPr>
              <a:t> </a:t>
            </a:r>
            <a:r>
              <a:rPr sz="2000" spc="-4" dirty="0">
                <a:latin typeface="Times New Roman"/>
                <a:cs typeface="Times New Roman"/>
              </a:rPr>
              <a:t>O</a:t>
            </a:r>
            <a:r>
              <a:rPr sz="2000" dirty="0">
                <a:latin typeface="Times New Roman"/>
                <a:cs typeface="Times New Roman"/>
              </a:rPr>
              <a:t>x</a:t>
            </a:r>
            <a:r>
              <a:rPr sz="2000" spc="10" dirty="0">
                <a:latin typeface="Times New Roman"/>
                <a:cs typeface="Times New Roman"/>
              </a:rPr>
              <a:t>f</a:t>
            </a:r>
            <a:r>
              <a:rPr sz="2000" spc="-20" dirty="0">
                <a:latin typeface="Times New Roman"/>
                <a:cs typeface="Times New Roman"/>
              </a:rPr>
              <a:t>o</a:t>
            </a:r>
            <a:r>
              <a:rPr sz="2000" spc="-10" dirty="0">
                <a:latin typeface="Times New Roman"/>
                <a:cs typeface="Times New Roman"/>
              </a:rPr>
              <a:t>r</a:t>
            </a:r>
            <a:r>
              <a:rPr sz="2000" dirty="0">
                <a:latin typeface="Times New Roman"/>
                <a:cs typeface="Times New Roman"/>
              </a:rPr>
              <a:t>d	</a:t>
            </a:r>
            <a:r>
              <a:rPr sz="2000" spc="-4" dirty="0">
                <a:latin typeface="Times New Roman"/>
                <a:cs typeface="Times New Roman"/>
              </a:rPr>
              <a:t>D</a:t>
            </a:r>
            <a:r>
              <a:rPr sz="2000" dirty="0">
                <a:latin typeface="Times New Roman"/>
                <a:cs typeface="Times New Roman"/>
              </a:rPr>
              <a:t>i</a:t>
            </a:r>
            <a:r>
              <a:rPr sz="2000" spc="-10" dirty="0">
                <a:latin typeface="Times New Roman"/>
                <a:cs typeface="Times New Roman"/>
              </a:rPr>
              <a:t>c</a:t>
            </a:r>
            <a:r>
              <a:rPr sz="2000" spc="-20" dirty="0">
                <a:latin typeface="Times New Roman"/>
                <a:cs typeface="Times New Roman"/>
              </a:rPr>
              <a:t>ti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-10" dirty="0">
                <a:latin typeface="Times New Roman"/>
                <a:cs typeface="Times New Roman"/>
              </a:rPr>
              <a:t>a</a:t>
            </a:r>
            <a:r>
              <a:rPr sz="2000" spc="10" dirty="0">
                <a:latin typeface="Times New Roman"/>
                <a:cs typeface="Times New Roman"/>
              </a:rPr>
              <a:t>r</a:t>
            </a:r>
            <a:r>
              <a:rPr sz="2000" dirty="0">
                <a:latin typeface="Times New Roman"/>
                <a:cs typeface="Times New Roman"/>
              </a:rPr>
              <a:t>y	</a:t>
            </a:r>
            <a:r>
              <a:rPr sz="2000" spc="-10" dirty="0">
                <a:latin typeface="Times New Roman"/>
                <a:cs typeface="Times New Roman"/>
              </a:rPr>
              <a:t>(</a:t>
            </a:r>
            <a:r>
              <a:rPr sz="2000" dirty="0">
                <a:latin typeface="Times New Roman"/>
                <a:cs typeface="Times New Roman"/>
              </a:rPr>
              <a:t>1897)	</a:t>
            </a:r>
            <a:r>
              <a:rPr sz="2000" spc="-10" dirty="0">
                <a:latin typeface="Times New Roman"/>
                <a:cs typeface="Times New Roman"/>
              </a:rPr>
              <a:t>a</a:t>
            </a:r>
            <a:r>
              <a:rPr sz="2000" spc="-20" dirty="0">
                <a:latin typeface="Times New Roman"/>
                <a:cs typeface="Times New Roman"/>
              </a:rPr>
              <a:t>l</a:t>
            </a:r>
            <a:r>
              <a:rPr sz="2000" dirty="0">
                <a:latin typeface="Times New Roman"/>
                <a:cs typeface="Times New Roman"/>
              </a:rPr>
              <a:t>so	d</a:t>
            </a:r>
            <a:r>
              <a:rPr sz="2000" spc="-10" dirty="0">
                <a:latin typeface="Times New Roman"/>
                <a:cs typeface="Times New Roman"/>
              </a:rPr>
              <a:t>ef</a:t>
            </a:r>
            <a:r>
              <a:rPr sz="2000" spc="-20" dirty="0">
                <a:latin typeface="Times New Roman"/>
                <a:cs typeface="Times New Roman"/>
              </a:rPr>
              <a:t>i</a:t>
            </a:r>
            <a:r>
              <a:rPr sz="2000" spc="20" dirty="0">
                <a:latin typeface="Times New Roman"/>
                <a:cs typeface="Times New Roman"/>
              </a:rPr>
              <a:t>n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d	</a:t>
            </a:r>
            <a:r>
              <a:rPr sz="2000" spc="10" dirty="0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r>
              <a:rPr sz="2000" spc="-20" dirty="0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sz="2000" spc="10" dirty="0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r>
              <a:rPr sz="2000" spc="-30" dirty="0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r>
              <a:rPr sz="2000" spc="20" dirty="0">
                <a:solidFill>
                  <a:srgbClr val="FF0000"/>
                </a:solidFill>
                <a:latin typeface="Times New Roman"/>
                <a:cs typeface="Times New Roman"/>
              </a:rPr>
              <a:t>p</a:t>
            </a:r>
            <a:r>
              <a:rPr sz="2000" spc="-30" dirty="0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r>
              <a:rPr sz="2000" spc="10" dirty="0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r>
              <a:rPr sz="2000" spc="-10" dirty="0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r>
              <a:rPr sz="2000" spc="-20" dirty="0">
                <a:solidFill>
                  <a:srgbClr val="FF0000"/>
                </a:solidFill>
                <a:latin typeface="Times New Roman"/>
                <a:cs typeface="Times New Roman"/>
              </a:rPr>
              <a:t>u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s	the	d</a:t>
            </a:r>
            <a:r>
              <a:rPr sz="2000" spc="-20" dirty="0">
                <a:latin typeface="Times New Roman"/>
                <a:cs typeface="Times New Roman"/>
              </a:rPr>
              <a:t>i</a:t>
            </a:r>
            <a:r>
              <a:rPr sz="2000" spc="10" dirty="0">
                <a:latin typeface="Times New Roman"/>
                <a:cs typeface="Times New Roman"/>
              </a:rPr>
              <a:t>r</a:t>
            </a:r>
            <a:r>
              <a:rPr sz="2000" spc="-10" dirty="0">
                <a:latin typeface="Times New Roman"/>
                <a:cs typeface="Times New Roman"/>
              </a:rPr>
              <a:t>ec</a:t>
            </a:r>
            <a:r>
              <a:rPr sz="2000" spc="-20" dirty="0">
                <a:latin typeface="Times New Roman"/>
                <a:cs typeface="Times New Roman"/>
              </a:rPr>
              <a:t>t</a:t>
            </a:r>
            <a:r>
              <a:rPr sz="2000" spc="20" dirty="0">
                <a:latin typeface="Times New Roman"/>
                <a:cs typeface="Times New Roman"/>
              </a:rPr>
              <a:t>o</a:t>
            </a:r>
            <a:r>
              <a:rPr sz="2000" dirty="0">
                <a:latin typeface="Times New Roman"/>
                <a:cs typeface="Times New Roman"/>
              </a:rPr>
              <a:t>r </a:t>
            </a:r>
            <a:r>
              <a:rPr sz="2000" spc="-4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o</a:t>
            </a:r>
            <a:r>
              <a:rPr sz="2000" dirty="0">
                <a:latin typeface="Times New Roman"/>
                <a:cs typeface="Times New Roman"/>
              </a:rPr>
              <a:t>r </a:t>
            </a:r>
            <a:r>
              <a:rPr sz="2000" spc="-20" dirty="0">
                <a:latin typeface="Times New Roman"/>
                <a:cs typeface="Times New Roman"/>
              </a:rPr>
              <a:t>m</a:t>
            </a:r>
            <a:r>
              <a:rPr sz="2000" spc="-10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n</a:t>
            </a:r>
            <a:r>
              <a:rPr sz="2000" spc="10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g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r</a:t>
            </a:r>
            <a:r>
              <a:rPr sz="2000" spc="-4" dirty="0">
                <a:latin typeface="Times New Roman"/>
                <a:cs typeface="Times New Roman"/>
              </a:rPr>
              <a:t> </a:t>
            </a:r>
            <a:r>
              <a:rPr sz="2000" spc="20" dirty="0">
                <a:latin typeface="Times New Roman"/>
                <a:cs typeface="Times New Roman"/>
              </a:rPr>
              <a:t>o</a:t>
            </a:r>
            <a:r>
              <a:rPr sz="2000" dirty="0">
                <a:latin typeface="Times New Roman"/>
                <a:cs typeface="Times New Roman"/>
              </a:rPr>
              <a:t>f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</a:t>
            </a:r>
            <a:r>
              <a:rPr sz="2000" spc="20" dirty="0">
                <a:latin typeface="Times New Roman"/>
                <a:cs typeface="Times New Roman"/>
              </a:rPr>
              <a:t>u</a:t>
            </a:r>
            <a:r>
              <a:rPr sz="2000" dirty="0">
                <a:latin typeface="Times New Roman"/>
                <a:cs typeface="Times New Roman"/>
              </a:rPr>
              <a:t>b</a:t>
            </a:r>
            <a:r>
              <a:rPr sz="2000" spc="-20" dirty="0">
                <a:latin typeface="Times New Roman"/>
                <a:cs typeface="Times New Roman"/>
              </a:rPr>
              <a:t>l</a:t>
            </a:r>
            <a:r>
              <a:rPr sz="2000" dirty="0">
                <a:latin typeface="Times New Roman"/>
                <a:cs typeface="Times New Roman"/>
              </a:rPr>
              <a:t>ic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m</a:t>
            </a:r>
            <a:r>
              <a:rPr sz="2000" dirty="0">
                <a:latin typeface="Times New Roman"/>
                <a:cs typeface="Times New Roman"/>
              </a:rPr>
              <a:t>usi</a:t>
            </a:r>
            <a:r>
              <a:rPr sz="2000" spc="-10" dirty="0">
                <a:latin typeface="Times New Roman"/>
                <a:cs typeface="Times New Roman"/>
              </a:rPr>
              <a:t>ca</a:t>
            </a:r>
            <a:r>
              <a:rPr sz="2000" dirty="0">
                <a:latin typeface="Times New Roman"/>
                <a:cs typeface="Times New Roman"/>
              </a:rPr>
              <a:t>l</a:t>
            </a:r>
            <a:r>
              <a:rPr sz="2000" spc="-1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inst</a:t>
            </a:r>
            <a:r>
              <a:rPr sz="2000" spc="-20" dirty="0">
                <a:latin typeface="Times New Roman"/>
                <a:cs typeface="Times New Roman"/>
              </a:rPr>
              <a:t>i</a:t>
            </a:r>
            <a:r>
              <a:rPr sz="2000" dirty="0">
                <a:latin typeface="Times New Roman"/>
                <a:cs typeface="Times New Roman"/>
              </a:rPr>
              <a:t>tut</a:t>
            </a:r>
            <a:r>
              <a:rPr sz="2000" spc="-20" dirty="0">
                <a:latin typeface="Times New Roman"/>
                <a:cs typeface="Times New Roman"/>
              </a:rPr>
              <a:t>i</a:t>
            </a:r>
            <a:r>
              <a:rPr sz="2000" dirty="0">
                <a:latin typeface="Times New Roman"/>
                <a:cs typeface="Times New Roman"/>
              </a:rPr>
              <a:t>on.</a:t>
            </a:r>
          </a:p>
          <a:p>
            <a:pPr marL="354924" marR="8889" indent="-342859">
              <a:lnSpc>
                <a:spcPct val="150000"/>
              </a:lnSpc>
            </a:pPr>
            <a:r>
              <a:rPr sz="2000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2000" dirty="0">
                <a:solidFill>
                  <a:srgbClr val="A42F0F"/>
                </a:solidFill>
                <a:latin typeface="Times New Roman"/>
                <a:cs typeface="Times New Roman"/>
              </a:rPr>
              <a:t> </a:t>
            </a:r>
            <a:r>
              <a:rPr sz="2000" spc="-90" dirty="0">
                <a:solidFill>
                  <a:srgbClr val="A42F0F"/>
                </a:solidFill>
                <a:latin typeface="Times New Roman"/>
                <a:cs typeface="Times New Roman"/>
              </a:rPr>
              <a:t> </a:t>
            </a:r>
            <a:r>
              <a:rPr sz="2000" spc="-4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n</a:t>
            </a:r>
            <a:r>
              <a:rPr sz="2000" spc="-20" dirty="0">
                <a:latin typeface="Times New Roman"/>
                <a:cs typeface="Times New Roman"/>
              </a:rPr>
              <a:t>t</a:t>
            </a:r>
            <a:r>
              <a:rPr sz="2000" spc="10" dirty="0">
                <a:latin typeface="Times New Roman"/>
                <a:cs typeface="Times New Roman"/>
              </a:rPr>
              <a:t>r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p</a:t>
            </a:r>
            <a:r>
              <a:rPr sz="2000" spc="-10" dirty="0">
                <a:latin typeface="Times New Roman"/>
                <a:cs typeface="Times New Roman"/>
              </a:rPr>
              <a:t>re</a:t>
            </a:r>
            <a:r>
              <a:rPr sz="2000" dirty="0">
                <a:latin typeface="Times New Roman"/>
                <a:cs typeface="Times New Roman"/>
              </a:rPr>
              <a:t>n</a:t>
            </a:r>
            <a:r>
              <a:rPr sz="2000" spc="10" dirty="0">
                <a:latin typeface="Times New Roman"/>
                <a:cs typeface="Times New Roman"/>
              </a:rPr>
              <a:t>e</a:t>
            </a:r>
            <a:r>
              <a:rPr sz="2000" spc="-20" dirty="0">
                <a:latin typeface="Times New Roman"/>
                <a:cs typeface="Times New Roman"/>
              </a:rPr>
              <a:t>u</a:t>
            </a:r>
            <a:r>
              <a:rPr sz="2000" spc="-10" dirty="0">
                <a:latin typeface="Times New Roman"/>
                <a:cs typeface="Times New Roman"/>
              </a:rPr>
              <a:t>r</a:t>
            </a:r>
            <a:r>
              <a:rPr sz="2000" dirty="0">
                <a:latin typeface="Times New Roman"/>
                <a:cs typeface="Times New Roman"/>
              </a:rPr>
              <a:t>ship</a:t>
            </a:r>
            <a:r>
              <a:rPr sz="2000" spc="199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i</a:t>
            </a:r>
            <a:r>
              <a:rPr sz="2000" dirty="0">
                <a:latin typeface="Times New Roman"/>
                <a:cs typeface="Times New Roman"/>
              </a:rPr>
              <a:t>s</a:t>
            </a:r>
            <a:r>
              <a:rPr sz="2000" spc="199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he</a:t>
            </a:r>
            <a:r>
              <a:rPr sz="2000" spc="191" dirty="0">
                <a:latin typeface="Times New Roman"/>
                <a:cs typeface="Times New Roman"/>
              </a:rPr>
              <a:t> </a:t>
            </a:r>
            <a:r>
              <a:rPr sz="2000" spc="-14" dirty="0">
                <a:latin typeface="Times New Roman"/>
                <a:cs typeface="Times New Roman"/>
              </a:rPr>
              <a:t>P</a:t>
            </a:r>
            <a:r>
              <a:rPr sz="2000" spc="-10" dirty="0">
                <a:latin typeface="Times New Roman"/>
                <a:cs typeface="Times New Roman"/>
              </a:rPr>
              <a:t>r</a:t>
            </a:r>
            <a:r>
              <a:rPr sz="2000" dirty="0">
                <a:latin typeface="Times New Roman"/>
                <a:cs typeface="Times New Roman"/>
              </a:rPr>
              <a:t>o</a:t>
            </a:r>
            <a:r>
              <a:rPr sz="2000" spc="10" dirty="0">
                <a:latin typeface="Times New Roman"/>
                <a:cs typeface="Times New Roman"/>
              </a:rPr>
              <a:t>c</a:t>
            </a:r>
            <a:r>
              <a:rPr sz="2000" spc="-3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ss</a:t>
            </a:r>
            <a:r>
              <a:rPr sz="2000" spc="19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19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cr</a:t>
            </a:r>
            <a:r>
              <a:rPr sz="2000" spc="10" dirty="0">
                <a:latin typeface="Times New Roman"/>
                <a:cs typeface="Times New Roman"/>
              </a:rPr>
              <a:t>e</a:t>
            </a:r>
            <a:r>
              <a:rPr sz="2000" spc="-10" dirty="0">
                <a:latin typeface="Times New Roman"/>
                <a:cs typeface="Times New Roman"/>
              </a:rPr>
              <a:t>a</a:t>
            </a:r>
            <a:r>
              <a:rPr sz="2000" spc="-20" dirty="0">
                <a:latin typeface="Times New Roman"/>
                <a:cs typeface="Times New Roman"/>
              </a:rPr>
              <a:t>ti</a:t>
            </a:r>
            <a:r>
              <a:rPr sz="2000" dirty="0">
                <a:latin typeface="Times New Roman"/>
                <a:cs typeface="Times New Roman"/>
              </a:rPr>
              <a:t>ng</a:t>
            </a:r>
            <a:r>
              <a:rPr sz="2000" spc="181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</a:t>
            </a:r>
            <a:r>
              <a:rPr sz="2000" spc="20" dirty="0">
                <a:latin typeface="Times New Roman"/>
                <a:cs typeface="Times New Roman"/>
              </a:rPr>
              <a:t>o</a:t>
            </a:r>
            <a:r>
              <a:rPr sz="2000" spc="-40" dirty="0">
                <a:latin typeface="Times New Roman"/>
                <a:cs typeface="Times New Roman"/>
              </a:rPr>
              <a:t>m</a:t>
            </a:r>
            <a:r>
              <a:rPr sz="2000" spc="10" dirty="0">
                <a:latin typeface="Times New Roman"/>
                <a:cs typeface="Times New Roman"/>
              </a:rPr>
              <a:t>e</a:t>
            </a:r>
            <a:r>
              <a:rPr sz="2000" spc="-20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h</a:t>
            </a:r>
            <a:r>
              <a:rPr sz="2000" spc="-20" dirty="0">
                <a:latin typeface="Times New Roman"/>
                <a:cs typeface="Times New Roman"/>
              </a:rPr>
              <a:t>i</a:t>
            </a:r>
            <a:r>
              <a:rPr sz="2000" spc="20" dirty="0">
                <a:latin typeface="Times New Roman"/>
                <a:cs typeface="Times New Roman"/>
              </a:rPr>
              <a:t>n</a:t>
            </a:r>
            <a:r>
              <a:rPr sz="2000" dirty="0">
                <a:latin typeface="Times New Roman"/>
                <a:cs typeface="Times New Roman"/>
              </a:rPr>
              <a:t>g</a:t>
            </a:r>
            <a:r>
              <a:rPr sz="2000" spc="181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w</a:t>
            </a:r>
            <a:r>
              <a:rPr sz="2000" spc="195" dirty="0">
                <a:latin typeface="Times New Roman"/>
                <a:cs typeface="Times New Roman"/>
              </a:rPr>
              <a:t> </a:t>
            </a:r>
            <a:r>
              <a:rPr sz="2000" spc="10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nd</a:t>
            </a:r>
            <a:r>
              <a:rPr sz="2000" spc="199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s</a:t>
            </a:r>
            <a:r>
              <a:rPr sz="2000" spc="-20" dirty="0">
                <a:latin typeface="Times New Roman"/>
                <a:cs typeface="Times New Roman"/>
              </a:rPr>
              <a:t>s</a:t>
            </a:r>
            <a:r>
              <a:rPr sz="2000" dirty="0">
                <a:latin typeface="Times New Roman"/>
                <a:cs typeface="Times New Roman"/>
              </a:rPr>
              <a:t>u</a:t>
            </a:r>
            <a:r>
              <a:rPr sz="2000" spc="-20" dirty="0">
                <a:latin typeface="Times New Roman"/>
                <a:cs typeface="Times New Roman"/>
              </a:rPr>
              <a:t>mi</a:t>
            </a:r>
            <a:r>
              <a:rPr sz="2000" dirty="0">
                <a:latin typeface="Times New Roman"/>
                <a:cs typeface="Times New Roman"/>
              </a:rPr>
              <a:t>ng the</a:t>
            </a:r>
            <a:r>
              <a:rPr sz="2000" spc="-10" dirty="0">
                <a:latin typeface="Times New Roman"/>
                <a:cs typeface="Times New Roman"/>
              </a:rPr>
              <a:t> r</a:t>
            </a:r>
            <a:r>
              <a:rPr sz="2000" dirty="0">
                <a:latin typeface="Times New Roman"/>
                <a:cs typeface="Times New Roman"/>
              </a:rPr>
              <a:t>isks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10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nd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10" dirty="0">
                <a:latin typeface="Times New Roman"/>
                <a:cs typeface="Times New Roman"/>
              </a:rPr>
              <a:t>r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spc="-4" dirty="0">
                <a:latin typeface="Times New Roman"/>
                <a:cs typeface="Times New Roman"/>
              </a:rPr>
              <a:t>w</a:t>
            </a:r>
            <a:r>
              <a:rPr sz="2000" spc="10" dirty="0">
                <a:latin typeface="Times New Roman"/>
                <a:cs typeface="Times New Roman"/>
              </a:rPr>
              <a:t>a</a:t>
            </a:r>
            <a:r>
              <a:rPr sz="2000" spc="-10" dirty="0">
                <a:latin typeface="Times New Roman"/>
                <a:cs typeface="Times New Roman"/>
              </a:rPr>
              <a:t>r</a:t>
            </a:r>
            <a:r>
              <a:rPr sz="2000" spc="20" dirty="0">
                <a:latin typeface="Times New Roman"/>
                <a:cs typeface="Times New Roman"/>
              </a:rPr>
              <a:t>d</a:t>
            </a:r>
            <a:r>
              <a:rPr sz="2000" dirty="0">
                <a:latin typeface="Times New Roman"/>
                <a:cs typeface="Times New Roman"/>
              </a:rPr>
              <a:t>s. 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4" dirty="0">
                <a:latin typeface="Times New Roman"/>
                <a:cs typeface="Times New Roman"/>
              </a:rPr>
              <a:t>R</a:t>
            </a:r>
            <a:r>
              <a:rPr sz="2000" dirty="0">
                <a:latin typeface="Times New Roman"/>
                <a:cs typeface="Times New Roman"/>
              </a:rPr>
              <a:t>ob</a:t>
            </a:r>
            <a:r>
              <a:rPr sz="2000" spc="10" dirty="0">
                <a:latin typeface="Times New Roman"/>
                <a:cs typeface="Times New Roman"/>
              </a:rPr>
              <a:t>e</a:t>
            </a:r>
            <a:r>
              <a:rPr sz="2000" spc="-10" dirty="0">
                <a:latin typeface="Times New Roman"/>
                <a:cs typeface="Times New Roman"/>
              </a:rPr>
              <a:t>r</a:t>
            </a:r>
            <a:r>
              <a:rPr sz="2000" dirty="0">
                <a:latin typeface="Times New Roman"/>
                <a:cs typeface="Times New Roman"/>
              </a:rPr>
              <a:t>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4" dirty="0">
                <a:latin typeface="Times New Roman"/>
                <a:cs typeface="Times New Roman"/>
              </a:rPr>
              <a:t>D</a:t>
            </a:r>
            <a:r>
              <a:rPr sz="2000" spc="20" dirty="0">
                <a:latin typeface="Times New Roman"/>
                <a:cs typeface="Times New Roman"/>
              </a:rPr>
              <a:t>.</a:t>
            </a:r>
            <a:r>
              <a:rPr sz="2000" spc="-4" dirty="0">
                <a:latin typeface="Times New Roman"/>
                <a:cs typeface="Times New Roman"/>
              </a:rPr>
              <a:t>H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0" dirty="0">
                <a:latin typeface="Times New Roman"/>
                <a:cs typeface="Times New Roman"/>
              </a:rPr>
              <a:t>r</a:t>
            </a:r>
            <a:r>
              <a:rPr sz="2000" dirty="0">
                <a:latin typeface="Times New Roman"/>
                <a:cs typeface="Times New Roman"/>
              </a:rPr>
              <a:t>i</a:t>
            </a:r>
            <a:r>
              <a:rPr sz="2000" spc="-10" dirty="0">
                <a:latin typeface="Times New Roman"/>
                <a:cs typeface="Times New Roman"/>
              </a:rPr>
              <a:t>c</a:t>
            </a:r>
            <a:r>
              <a:rPr sz="2000" dirty="0">
                <a:latin typeface="Times New Roman"/>
                <a:cs typeface="Times New Roman"/>
              </a:rPr>
              <a:t>h,</a:t>
            </a:r>
            <a:r>
              <a:rPr sz="2000" spc="-20" dirty="0">
                <a:latin typeface="Times New Roman"/>
                <a:cs typeface="Times New Roman"/>
              </a:rPr>
              <a:t> M</a:t>
            </a:r>
            <a:r>
              <a:rPr sz="2000" dirty="0">
                <a:latin typeface="Times New Roman"/>
                <a:cs typeface="Times New Roman"/>
              </a:rPr>
              <a:t>.</a:t>
            </a:r>
            <a:r>
              <a:rPr sz="2000" spc="-215" dirty="0">
                <a:latin typeface="Times New Roman"/>
                <a:cs typeface="Times New Roman"/>
              </a:rPr>
              <a:t>P</a:t>
            </a:r>
            <a:r>
              <a:rPr sz="2000" spc="20" dirty="0">
                <a:latin typeface="Times New Roman"/>
                <a:cs typeface="Times New Roman"/>
              </a:rPr>
              <a:t>.</a:t>
            </a:r>
            <a:r>
              <a:rPr sz="2000" spc="-14" dirty="0">
                <a:latin typeface="Times New Roman"/>
                <a:cs typeface="Times New Roman"/>
              </a:rPr>
              <a:t>P</a:t>
            </a:r>
            <a:r>
              <a:rPr sz="2000" spc="10" dirty="0">
                <a:latin typeface="Times New Roman"/>
                <a:cs typeface="Times New Roman"/>
              </a:rPr>
              <a:t>e</a:t>
            </a:r>
            <a:r>
              <a:rPr sz="2000" spc="-20" dirty="0">
                <a:latin typeface="Times New Roman"/>
                <a:cs typeface="Times New Roman"/>
              </a:rPr>
              <a:t>t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spc="10" dirty="0">
                <a:latin typeface="Times New Roman"/>
                <a:cs typeface="Times New Roman"/>
              </a:rPr>
              <a:t>r</a:t>
            </a:r>
            <a:r>
              <a:rPr sz="2000" dirty="0">
                <a:latin typeface="Times New Roman"/>
                <a:cs typeface="Times New Roman"/>
              </a:rPr>
              <a:t>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&amp;</a:t>
            </a:r>
            <a:r>
              <a:rPr sz="2000" spc="-14" dirty="0">
                <a:latin typeface="Times New Roman"/>
                <a:cs typeface="Times New Roman"/>
              </a:rPr>
              <a:t> </a:t>
            </a:r>
            <a:r>
              <a:rPr sz="2000" spc="-4" dirty="0">
                <a:latin typeface="Times New Roman"/>
                <a:cs typeface="Times New Roman"/>
              </a:rPr>
              <a:t>D</a:t>
            </a:r>
            <a:r>
              <a:rPr sz="2000" spc="20" dirty="0">
                <a:latin typeface="Times New Roman"/>
                <a:cs typeface="Times New Roman"/>
              </a:rPr>
              <a:t>.</a:t>
            </a:r>
            <a:r>
              <a:rPr sz="2000" spc="-4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.</a:t>
            </a:r>
            <a:r>
              <a:rPr sz="2000" spc="4" dirty="0">
                <a:latin typeface="Times New Roman"/>
                <a:cs typeface="Times New Roman"/>
              </a:rPr>
              <a:t>S</a:t>
            </a:r>
            <a:r>
              <a:rPr sz="2000" dirty="0">
                <a:latin typeface="Times New Roman"/>
                <a:cs typeface="Times New Roman"/>
              </a:rPr>
              <a:t>h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spc="20" dirty="0">
                <a:latin typeface="Times New Roman"/>
                <a:cs typeface="Times New Roman"/>
              </a:rPr>
              <a:t>p</a:t>
            </a:r>
            <a:r>
              <a:rPr sz="2000" dirty="0">
                <a:latin typeface="Times New Roman"/>
                <a:cs typeface="Times New Roman"/>
              </a:rPr>
              <a:t>h</a:t>
            </a:r>
            <a:r>
              <a:rPr sz="2000" spc="-10" dirty="0">
                <a:latin typeface="Times New Roman"/>
                <a:cs typeface="Times New Roman"/>
              </a:rPr>
              <a:t>er</a:t>
            </a:r>
            <a:r>
              <a:rPr sz="2000" dirty="0">
                <a:latin typeface="Times New Roman"/>
                <a:cs typeface="Times New Roman"/>
              </a:rPr>
              <a:t>d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36753" y="1314559"/>
            <a:ext cx="152400" cy="279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9"/>
            <a:r>
              <a:rPr dirty="0">
                <a:latin typeface="Century Gothic"/>
                <a:cs typeface="Century Gothic"/>
              </a:rPr>
              <a:t>2</a:t>
            </a:r>
            <a:endParaRPr>
              <a:latin typeface="Century Gothic"/>
              <a:cs typeface="Century Gothic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514600" y="5867401"/>
            <a:ext cx="1600200" cy="380999"/>
          </a:xfrm>
          <a:custGeom>
            <a:avLst/>
            <a:gdLst/>
            <a:ahLst/>
            <a:cxnLst/>
            <a:rect l="l" t="t" r="r" b="b"/>
            <a:pathLst>
              <a:path w="1600200" h="381000">
                <a:moveTo>
                  <a:pt x="0" y="380999"/>
                </a:moveTo>
                <a:lnTo>
                  <a:pt x="1600199" y="380999"/>
                </a:lnTo>
                <a:lnTo>
                  <a:pt x="1600199" y="0"/>
                </a:lnTo>
                <a:lnTo>
                  <a:pt x="0" y="0"/>
                </a:lnTo>
                <a:lnTo>
                  <a:pt x="0" y="3809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800601" y="6553201"/>
            <a:ext cx="1600200" cy="380999"/>
          </a:xfrm>
          <a:custGeom>
            <a:avLst/>
            <a:gdLst/>
            <a:ahLst/>
            <a:cxnLst/>
            <a:rect l="l" t="t" r="r" b="b"/>
            <a:pathLst>
              <a:path w="1600200" h="381000">
                <a:moveTo>
                  <a:pt x="0" y="380999"/>
                </a:moveTo>
                <a:lnTo>
                  <a:pt x="1600199" y="380999"/>
                </a:lnTo>
                <a:lnTo>
                  <a:pt x="1600199" y="0"/>
                </a:lnTo>
                <a:lnTo>
                  <a:pt x="0" y="0"/>
                </a:lnTo>
                <a:lnTo>
                  <a:pt x="0" y="3809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086601" y="6553201"/>
            <a:ext cx="1600200" cy="380999"/>
          </a:xfrm>
          <a:custGeom>
            <a:avLst/>
            <a:gdLst/>
            <a:ahLst/>
            <a:cxnLst/>
            <a:rect l="l" t="t" r="r" b="b"/>
            <a:pathLst>
              <a:path w="1600200" h="381000">
                <a:moveTo>
                  <a:pt x="0" y="380999"/>
                </a:moveTo>
                <a:lnTo>
                  <a:pt x="1600199" y="380999"/>
                </a:lnTo>
                <a:lnTo>
                  <a:pt x="1600199" y="0"/>
                </a:lnTo>
                <a:lnTo>
                  <a:pt x="0" y="0"/>
                </a:lnTo>
                <a:lnTo>
                  <a:pt x="0" y="3809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800601" y="5867401"/>
            <a:ext cx="1600200" cy="380999"/>
          </a:xfrm>
          <a:custGeom>
            <a:avLst/>
            <a:gdLst/>
            <a:ahLst/>
            <a:cxnLst/>
            <a:rect l="l" t="t" r="r" b="b"/>
            <a:pathLst>
              <a:path w="1600200" h="381000">
                <a:moveTo>
                  <a:pt x="0" y="380999"/>
                </a:moveTo>
                <a:lnTo>
                  <a:pt x="1600199" y="380999"/>
                </a:lnTo>
                <a:lnTo>
                  <a:pt x="1600199" y="0"/>
                </a:lnTo>
                <a:lnTo>
                  <a:pt x="0" y="0"/>
                </a:lnTo>
                <a:lnTo>
                  <a:pt x="0" y="3809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086601" y="5867401"/>
            <a:ext cx="1600200" cy="380999"/>
          </a:xfrm>
          <a:custGeom>
            <a:avLst/>
            <a:gdLst/>
            <a:ahLst/>
            <a:cxnLst/>
            <a:rect l="l" t="t" r="r" b="b"/>
            <a:pathLst>
              <a:path w="1600200" h="381000">
                <a:moveTo>
                  <a:pt x="0" y="380999"/>
                </a:moveTo>
                <a:lnTo>
                  <a:pt x="1600199" y="380999"/>
                </a:lnTo>
                <a:lnTo>
                  <a:pt x="1600199" y="0"/>
                </a:lnTo>
                <a:lnTo>
                  <a:pt x="0" y="0"/>
                </a:lnTo>
                <a:lnTo>
                  <a:pt x="0" y="3809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514600" y="6477000"/>
            <a:ext cx="1600200" cy="380999"/>
          </a:xfrm>
          <a:custGeom>
            <a:avLst/>
            <a:gdLst/>
            <a:ahLst/>
            <a:cxnLst/>
            <a:rect l="l" t="t" r="r" b="b"/>
            <a:pathLst>
              <a:path w="1600200" h="381000">
                <a:moveTo>
                  <a:pt x="0" y="380999"/>
                </a:moveTo>
                <a:lnTo>
                  <a:pt x="1600199" y="380999"/>
                </a:lnTo>
                <a:lnTo>
                  <a:pt x="1600199" y="0"/>
                </a:lnTo>
                <a:lnTo>
                  <a:pt x="0" y="0"/>
                </a:lnTo>
                <a:lnTo>
                  <a:pt x="0" y="3809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110227" y="6010655"/>
            <a:ext cx="692150" cy="99060"/>
          </a:xfrm>
          <a:custGeom>
            <a:avLst/>
            <a:gdLst/>
            <a:ahLst/>
            <a:cxnLst/>
            <a:rect l="l" t="t" r="r" b="b"/>
            <a:pathLst>
              <a:path w="692150" h="99060">
                <a:moveTo>
                  <a:pt x="664005" y="54825"/>
                </a:moveTo>
                <a:lnTo>
                  <a:pt x="603503" y="89915"/>
                </a:lnTo>
                <a:lnTo>
                  <a:pt x="600455" y="92963"/>
                </a:lnTo>
                <a:lnTo>
                  <a:pt x="603503" y="99059"/>
                </a:lnTo>
                <a:lnTo>
                  <a:pt x="608075" y="97535"/>
                </a:lnTo>
                <a:lnTo>
                  <a:pt x="683784" y="54863"/>
                </a:lnTo>
                <a:lnTo>
                  <a:pt x="681227" y="54863"/>
                </a:lnTo>
                <a:lnTo>
                  <a:pt x="664005" y="54825"/>
                </a:lnTo>
                <a:close/>
              </a:path>
              <a:path w="692150" h="99060">
                <a:moveTo>
                  <a:pt x="673135" y="49529"/>
                </a:moveTo>
                <a:lnTo>
                  <a:pt x="664005" y="54825"/>
                </a:lnTo>
                <a:lnTo>
                  <a:pt x="681227" y="54863"/>
                </a:lnTo>
                <a:lnTo>
                  <a:pt x="685799" y="53339"/>
                </a:lnTo>
                <a:lnTo>
                  <a:pt x="679703" y="53339"/>
                </a:lnTo>
                <a:lnTo>
                  <a:pt x="673135" y="49529"/>
                </a:lnTo>
                <a:close/>
              </a:path>
              <a:path w="692150" h="99060">
                <a:moveTo>
                  <a:pt x="685799" y="46745"/>
                </a:moveTo>
                <a:lnTo>
                  <a:pt x="685799" y="53339"/>
                </a:lnTo>
                <a:lnTo>
                  <a:pt x="681227" y="54863"/>
                </a:lnTo>
                <a:lnTo>
                  <a:pt x="683784" y="54863"/>
                </a:lnTo>
                <a:lnTo>
                  <a:pt x="691895" y="50291"/>
                </a:lnTo>
                <a:lnTo>
                  <a:pt x="685799" y="46745"/>
                </a:lnTo>
                <a:close/>
              </a:path>
              <a:path w="692150" h="99060">
                <a:moveTo>
                  <a:pt x="4571" y="42671"/>
                </a:moveTo>
                <a:lnTo>
                  <a:pt x="1523" y="44195"/>
                </a:lnTo>
                <a:lnTo>
                  <a:pt x="0" y="47243"/>
                </a:lnTo>
                <a:lnTo>
                  <a:pt x="1523" y="51815"/>
                </a:lnTo>
                <a:lnTo>
                  <a:pt x="4571" y="53339"/>
                </a:lnTo>
                <a:lnTo>
                  <a:pt x="664005" y="54825"/>
                </a:lnTo>
                <a:lnTo>
                  <a:pt x="673135" y="49529"/>
                </a:lnTo>
                <a:lnTo>
                  <a:pt x="663871" y="44156"/>
                </a:lnTo>
                <a:lnTo>
                  <a:pt x="4571" y="42671"/>
                </a:lnTo>
                <a:close/>
              </a:path>
              <a:path w="692150" h="99060">
                <a:moveTo>
                  <a:pt x="679703" y="45719"/>
                </a:moveTo>
                <a:lnTo>
                  <a:pt x="673135" y="49529"/>
                </a:lnTo>
                <a:lnTo>
                  <a:pt x="679703" y="53339"/>
                </a:lnTo>
                <a:lnTo>
                  <a:pt x="679703" y="45719"/>
                </a:lnTo>
                <a:close/>
              </a:path>
              <a:path w="692150" h="99060">
                <a:moveTo>
                  <a:pt x="684037" y="45719"/>
                </a:moveTo>
                <a:lnTo>
                  <a:pt x="679703" y="45719"/>
                </a:lnTo>
                <a:lnTo>
                  <a:pt x="679703" y="53339"/>
                </a:lnTo>
                <a:lnTo>
                  <a:pt x="685799" y="53339"/>
                </a:lnTo>
                <a:lnTo>
                  <a:pt x="685799" y="46745"/>
                </a:lnTo>
                <a:lnTo>
                  <a:pt x="684037" y="45719"/>
                </a:lnTo>
                <a:close/>
              </a:path>
              <a:path w="692150" h="99060">
                <a:moveTo>
                  <a:pt x="663871" y="44156"/>
                </a:moveTo>
                <a:lnTo>
                  <a:pt x="673135" y="49529"/>
                </a:lnTo>
                <a:lnTo>
                  <a:pt x="679703" y="45719"/>
                </a:lnTo>
                <a:lnTo>
                  <a:pt x="684037" y="45719"/>
                </a:lnTo>
                <a:lnTo>
                  <a:pt x="681674" y="44344"/>
                </a:lnTo>
                <a:lnTo>
                  <a:pt x="681227" y="44195"/>
                </a:lnTo>
                <a:lnTo>
                  <a:pt x="663871" y="44156"/>
                </a:lnTo>
                <a:close/>
              </a:path>
              <a:path w="692150" h="99060">
                <a:moveTo>
                  <a:pt x="681674" y="44344"/>
                </a:moveTo>
                <a:lnTo>
                  <a:pt x="685799" y="46745"/>
                </a:lnTo>
                <a:lnTo>
                  <a:pt x="685799" y="45719"/>
                </a:lnTo>
                <a:lnTo>
                  <a:pt x="681674" y="44344"/>
                </a:lnTo>
                <a:close/>
              </a:path>
              <a:path w="692150" h="99060">
                <a:moveTo>
                  <a:pt x="605027" y="0"/>
                </a:moveTo>
                <a:lnTo>
                  <a:pt x="601979" y="3047"/>
                </a:lnTo>
                <a:lnTo>
                  <a:pt x="600455" y="6095"/>
                </a:lnTo>
                <a:lnTo>
                  <a:pt x="603503" y="9143"/>
                </a:lnTo>
                <a:lnTo>
                  <a:pt x="663871" y="44156"/>
                </a:lnTo>
                <a:lnTo>
                  <a:pt x="681227" y="44195"/>
                </a:lnTo>
                <a:lnTo>
                  <a:pt x="681674" y="44344"/>
                </a:lnTo>
                <a:lnTo>
                  <a:pt x="608075" y="1523"/>
                </a:lnTo>
                <a:lnTo>
                  <a:pt x="6050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396228" y="6010655"/>
            <a:ext cx="692150" cy="99060"/>
          </a:xfrm>
          <a:custGeom>
            <a:avLst/>
            <a:gdLst/>
            <a:ahLst/>
            <a:cxnLst/>
            <a:rect l="l" t="t" r="r" b="b"/>
            <a:pathLst>
              <a:path w="692150" h="99060">
                <a:moveTo>
                  <a:pt x="664005" y="54825"/>
                </a:moveTo>
                <a:lnTo>
                  <a:pt x="603503" y="89915"/>
                </a:lnTo>
                <a:lnTo>
                  <a:pt x="600455" y="92963"/>
                </a:lnTo>
                <a:lnTo>
                  <a:pt x="603503" y="99059"/>
                </a:lnTo>
                <a:lnTo>
                  <a:pt x="608075" y="97535"/>
                </a:lnTo>
                <a:lnTo>
                  <a:pt x="683784" y="54863"/>
                </a:lnTo>
                <a:lnTo>
                  <a:pt x="681227" y="54863"/>
                </a:lnTo>
                <a:lnTo>
                  <a:pt x="664005" y="54825"/>
                </a:lnTo>
                <a:close/>
              </a:path>
              <a:path w="692150" h="99060">
                <a:moveTo>
                  <a:pt x="673135" y="49529"/>
                </a:moveTo>
                <a:lnTo>
                  <a:pt x="664005" y="54825"/>
                </a:lnTo>
                <a:lnTo>
                  <a:pt x="681227" y="54863"/>
                </a:lnTo>
                <a:lnTo>
                  <a:pt x="685799" y="53339"/>
                </a:lnTo>
                <a:lnTo>
                  <a:pt x="679703" y="53339"/>
                </a:lnTo>
                <a:lnTo>
                  <a:pt x="673135" y="49529"/>
                </a:lnTo>
                <a:close/>
              </a:path>
              <a:path w="692150" h="99060">
                <a:moveTo>
                  <a:pt x="685799" y="46745"/>
                </a:moveTo>
                <a:lnTo>
                  <a:pt x="685799" y="53339"/>
                </a:lnTo>
                <a:lnTo>
                  <a:pt x="681227" y="54863"/>
                </a:lnTo>
                <a:lnTo>
                  <a:pt x="683784" y="54863"/>
                </a:lnTo>
                <a:lnTo>
                  <a:pt x="691895" y="50291"/>
                </a:lnTo>
                <a:lnTo>
                  <a:pt x="685799" y="46745"/>
                </a:lnTo>
                <a:close/>
              </a:path>
              <a:path w="692150" h="99060">
                <a:moveTo>
                  <a:pt x="4571" y="42671"/>
                </a:moveTo>
                <a:lnTo>
                  <a:pt x="1523" y="44195"/>
                </a:lnTo>
                <a:lnTo>
                  <a:pt x="0" y="47243"/>
                </a:lnTo>
                <a:lnTo>
                  <a:pt x="1523" y="51815"/>
                </a:lnTo>
                <a:lnTo>
                  <a:pt x="4571" y="53339"/>
                </a:lnTo>
                <a:lnTo>
                  <a:pt x="664005" y="54825"/>
                </a:lnTo>
                <a:lnTo>
                  <a:pt x="673135" y="49529"/>
                </a:lnTo>
                <a:lnTo>
                  <a:pt x="663871" y="44156"/>
                </a:lnTo>
                <a:lnTo>
                  <a:pt x="4571" y="42671"/>
                </a:lnTo>
                <a:close/>
              </a:path>
              <a:path w="692150" h="99060">
                <a:moveTo>
                  <a:pt x="679703" y="45719"/>
                </a:moveTo>
                <a:lnTo>
                  <a:pt x="673135" y="49529"/>
                </a:lnTo>
                <a:lnTo>
                  <a:pt x="679703" y="53339"/>
                </a:lnTo>
                <a:lnTo>
                  <a:pt x="679703" y="45719"/>
                </a:lnTo>
                <a:close/>
              </a:path>
              <a:path w="692150" h="99060">
                <a:moveTo>
                  <a:pt x="684037" y="45719"/>
                </a:moveTo>
                <a:lnTo>
                  <a:pt x="679703" y="45719"/>
                </a:lnTo>
                <a:lnTo>
                  <a:pt x="679703" y="53339"/>
                </a:lnTo>
                <a:lnTo>
                  <a:pt x="685799" y="53339"/>
                </a:lnTo>
                <a:lnTo>
                  <a:pt x="685799" y="46745"/>
                </a:lnTo>
                <a:lnTo>
                  <a:pt x="684037" y="45719"/>
                </a:lnTo>
                <a:close/>
              </a:path>
              <a:path w="692150" h="99060">
                <a:moveTo>
                  <a:pt x="663871" y="44156"/>
                </a:moveTo>
                <a:lnTo>
                  <a:pt x="673135" y="49529"/>
                </a:lnTo>
                <a:lnTo>
                  <a:pt x="679703" y="45719"/>
                </a:lnTo>
                <a:lnTo>
                  <a:pt x="684037" y="45719"/>
                </a:lnTo>
                <a:lnTo>
                  <a:pt x="681674" y="44344"/>
                </a:lnTo>
                <a:lnTo>
                  <a:pt x="681227" y="44195"/>
                </a:lnTo>
                <a:lnTo>
                  <a:pt x="663871" y="44156"/>
                </a:lnTo>
                <a:close/>
              </a:path>
              <a:path w="692150" h="99060">
                <a:moveTo>
                  <a:pt x="681674" y="44344"/>
                </a:moveTo>
                <a:lnTo>
                  <a:pt x="685799" y="46745"/>
                </a:lnTo>
                <a:lnTo>
                  <a:pt x="685799" y="45719"/>
                </a:lnTo>
                <a:lnTo>
                  <a:pt x="681674" y="44344"/>
                </a:lnTo>
                <a:close/>
              </a:path>
              <a:path w="692150" h="99060">
                <a:moveTo>
                  <a:pt x="605027" y="0"/>
                </a:moveTo>
                <a:lnTo>
                  <a:pt x="601979" y="3047"/>
                </a:lnTo>
                <a:lnTo>
                  <a:pt x="600455" y="6095"/>
                </a:lnTo>
                <a:lnTo>
                  <a:pt x="603503" y="9143"/>
                </a:lnTo>
                <a:lnTo>
                  <a:pt x="663871" y="44156"/>
                </a:lnTo>
                <a:lnTo>
                  <a:pt x="681227" y="44195"/>
                </a:lnTo>
                <a:lnTo>
                  <a:pt x="681674" y="44344"/>
                </a:lnTo>
                <a:lnTo>
                  <a:pt x="608075" y="1523"/>
                </a:lnTo>
                <a:lnTo>
                  <a:pt x="6050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2506980" y="5859780"/>
          <a:ext cx="1600198" cy="99059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00861"/>
                <a:gridCol w="799337"/>
              </a:tblGrid>
              <a:tr h="380999">
                <a:tc gridSpan="2">
                  <a:txBody>
                    <a:bodyPr/>
                    <a:lstStyle/>
                    <a:p>
                      <a:pPr marL="271145">
                        <a:lnSpc>
                          <a:spcPct val="100000"/>
                        </a:lnSpc>
                      </a:pPr>
                      <a:r>
                        <a:rPr sz="1400" b="1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400" b="1" spc="-1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400" b="1" spc="5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400" b="1" spc="-3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400" b="1" spc="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400" b="1" spc="-10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1400" b="1" spc="-2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400" b="1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400" b="1" spc="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400" b="1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400" b="1" spc="5" dirty="0"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5239">
                      <a:solidFill>
                        <a:srgbClr val="000000"/>
                      </a:solidFill>
                      <a:prstDash val="solid"/>
                    </a:lnL>
                    <a:lnR w="15239">
                      <a:solidFill>
                        <a:srgbClr val="000000"/>
                      </a:solidFill>
                      <a:prstDash val="solid"/>
                    </a:lnR>
                    <a:lnT w="15239">
                      <a:solidFill>
                        <a:srgbClr val="000000"/>
                      </a:solidFill>
                      <a:prstDash val="solid"/>
                    </a:lnT>
                    <a:lnB w="15239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228599">
                <a:tc>
                  <a:txBody>
                    <a:bodyPr/>
                    <a:lstStyle/>
                    <a:p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143">
                      <a:solidFill>
                        <a:srgbClr val="000000"/>
                      </a:solidFill>
                      <a:prstDash val="solid"/>
                    </a:lnR>
                    <a:lnT w="15239">
                      <a:solidFill>
                        <a:srgbClr val="000000"/>
                      </a:solidFill>
                      <a:prstDash val="solid"/>
                    </a:lnT>
                    <a:lnB w="15239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143">
                      <a:solidFill>
                        <a:srgbClr val="000000"/>
                      </a:solidFill>
                      <a:prstDash val="solid"/>
                    </a:lnL>
                    <a:lnT w="15239">
                      <a:solidFill>
                        <a:srgbClr val="000000"/>
                      </a:solidFill>
                      <a:prstDash val="solid"/>
                    </a:lnT>
                    <a:lnB w="15239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80999">
                <a:tc gridSpan="2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400" b="1" spc="-5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1400" b="1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400" b="1" spc="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son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5239">
                      <a:solidFill>
                        <a:srgbClr val="000000"/>
                      </a:solidFill>
                      <a:prstDash val="solid"/>
                    </a:lnL>
                    <a:lnR w="15239">
                      <a:solidFill>
                        <a:srgbClr val="000000"/>
                      </a:solidFill>
                      <a:prstDash val="solid"/>
                    </a:lnR>
                    <a:lnT w="15239">
                      <a:solidFill>
                        <a:srgbClr val="000000"/>
                      </a:solidFill>
                      <a:prstDash val="solid"/>
                    </a:lnT>
                    <a:lnB w="15239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</a:tbl>
          </a:graphicData>
        </a:graphic>
      </p:graphicFrame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4792980" y="5859781"/>
          <a:ext cx="1600198" cy="106679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00861"/>
                <a:gridCol w="799337"/>
              </a:tblGrid>
              <a:tr h="380999">
                <a:tc gridSpan="2">
                  <a:txBody>
                    <a:bodyPr/>
                    <a:lstStyle/>
                    <a:p>
                      <a:pPr marL="111125">
                        <a:lnSpc>
                          <a:spcPct val="100000"/>
                        </a:lnSpc>
                      </a:pPr>
                      <a:r>
                        <a:rPr sz="1400" b="1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400" b="1" spc="-1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400" b="1" spc="5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400" b="1" spc="-3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400" b="1" spc="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400" b="1" spc="-10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1400" b="1" spc="-2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400" b="1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400" b="1" spc="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400" b="1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400" b="1" spc="5" dirty="0"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sz="1400" b="1" spc="-1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400" b="1" spc="15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400" b="1" spc="-10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400" b="1" spc="15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p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5239">
                      <a:solidFill>
                        <a:srgbClr val="000000"/>
                      </a:solidFill>
                      <a:prstDash val="solid"/>
                    </a:lnL>
                    <a:lnR w="15239">
                      <a:solidFill>
                        <a:srgbClr val="000000"/>
                      </a:solidFill>
                      <a:prstDash val="solid"/>
                    </a:lnR>
                    <a:lnT w="15239">
                      <a:solidFill>
                        <a:srgbClr val="000000"/>
                      </a:solidFill>
                      <a:prstDash val="solid"/>
                    </a:lnT>
                    <a:lnB w="15239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04799">
                <a:tc>
                  <a:txBody>
                    <a:bodyPr/>
                    <a:lstStyle/>
                    <a:p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143">
                      <a:solidFill>
                        <a:srgbClr val="000000"/>
                      </a:solidFill>
                      <a:prstDash val="solid"/>
                    </a:lnR>
                    <a:lnT w="15239">
                      <a:solidFill>
                        <a:srgbClr val="000000"/>
                      </a:solidFill>
                      <a:prstDash val="solid"/>
                    </a:lnT>
                    <a:lnB w="15239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143">
                      <a:solidFill>
                        <a:srgbClr val="000000"/>
                      </a:solidFill>
                      <a:prstDash val="solid"/>
                    </a:lnL>
                    <a:lnT w="15239">
                      <a:solidFill>
                        <a:srgbClr val="000000"/>
                      </a:solidFill>
                      <a:prstDash val="solid"/>
                    </a:lnT>
                    <a:lnB w="15239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80999">
                <a:tc gridSpan="2">
                  <a:txBody>
                    <a:bodyPr/>
                    <a:lstStyle/>
                    <a:p>
                      <a:pPr marL="505459">
                        <a:lnSpc>
                          <a:spcPct val="100000"/>
                        </a:lnSpc>
                      </a:pPr>
                      <a:r>
                        <a:rPr sz="1400" b="1" spc="-5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1400" b="1" spc="-3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400" b="1" spc="10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400" b="1" spc="-1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400" b="1" spc="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ss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5239">
                      <a:solidFill>
                        <a:srgbClr val="000000"/>
                      </a:solidFill>
                      <a:prstDash val="solid"/>
                    </a:lnL>
                    <a:lnR w="15239">
                      <a:solidFill>
                        <a:srgbClr val="000000"/>
                      </a:solidFill>
                      <a:prstDash val="solid"/>
                    </a:lnR>
                    <a:lnT w="15239">
                      <a:solidFill>
                        <a:srgbClr val="000000"/>
                      </a:solidFill>
                      <a:prstDash val="solid"/>
                    </a:lnT>
                    <a:lnB w="15239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</a:tbl>
          </a:graphicData>
        </a:graphic>
      </p:graphicFrame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7078980" y="5859781"/>
          <a:ext cx="1600198" cy="106679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00861"/>
                <a:gridCol w="799337"/>
              </a:tblGrid>
              <a:tr h="380999">
                <a:tc gridSpan="2">
                  <a:txBody>
                    <a:bodyPr/>
                    <a:lstStyle/>
                    <a:p>
                      <a:pPr marL="375920">
                        <a:lnSpc>
                          <a:spcPct val="100000"/>
                        </a:lnSpc>
                      </a:pPr>
                      <a:r>
                        <a:rPr sz="1400" b="1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400" b="1" spc="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400" b="1" spc="-1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400" b="1" spc="10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sz="1400" b="1" spc="1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400" b="1" spc="-5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400" b="1" spc="-15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on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5239">
                      <a:solidFill>
                        <a:srgbClr val="000000"/>
                      </a:solidFill>
                      <a:prstDash val="solid"/>
                    </a:lnL>
                    <a:lnR w="15239">
                      <a:solidFill>
                        <a:srgbClr val="000000"/>
                      </a:solidFill>
                      <a:prstDash val="solid"/>
                    </a:lnR>
                    <a:lnT w="15239">
                      <a:solidFill>
                        <a:srgbClr val="000000"/>
                      </a:solidFill>
                      <a:prstDash val="solid"/>
                    </a:lnT>
                    <a:lnB w="15239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04799">
                <a:tc>
                  <a:txBody>
                    <a:bodyPr/>
                    <a:lstStyle/>
                    <a:p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143">
                      <a:solidFill>
                        <a:srgbClr val="000000"/>
                      </a:solidFill>
                      <a:prstDash val="solid"/>
                    </a:lnR>
                    <a:lnT w="15239">
                      <a:solidFill>
                        <a:srgbClr val="000000"/>
                      </a:solidFill>
                      <a:prstDash val="solid"/>
                    </a:lnT>
                    <a:lnB w="15239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143">
                      <a:solidFill>
                        <a:srgbClr val="000000"/>
                      </a:solidFill>
                      <a:prstDash val="solid"/>
                    </a:lnL>
                    <a:lnT w="15239">
                      <a:solidFill>
                        <a:srgbClr val="000000"/>
                      </a:solidFill>
                      <a:prstDash val="solid"/>
                    </a:lnT>
                    <a:lnB w="15239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80999">
                <a:tc gridSpan="2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400" b="1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400" b="1" spc="-10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1400" b="1" spc="5" dirty="0">
                          <a:latin typeface="Times New Roman"/>
                          <a:cs typeface="Times New Roman"/>
                        </a:rPr>
                        <a:t>j</a:t>
                      </a:r>
                      <a:r>
                        <a:rPr sz="1400" b="1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400" b="1" spc="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t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5239">
                      <a:solidFill>
                        <a:srgbClr val="000000"/>
                      </a:solidFill>
                      <a:prstDash val="solid"/>
                    </a:lnL>
                    <a:lnR w="15239">
                      <a:solidFill>
                        <a:srgbClr val="000000"/>
                      </a:solidFill>
                      <a:prstDash val="solid"/>
                    </a:lnR>
                    <a:lnT w="15239">
                      <a:solidFill>
                        <a:srgbClr val="000000"/>
                      </a:solidFill>
                      <a:prstDash val="solid"/>
                    </a:lnT>
                    <a:lnB w="15239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400" y="4267200"/>
            <a:ext cx="8153400" cy="3429000"/>
          </a:xfrm>
          <a:custGeom>
            <a:avLst/>
            <a:gdLst/>
            <a:ahLst/>
            <a:cxnLst/>
            <a:rect l="l" t="t" r="r" b="b"/>
            <a:pathLst>
              <a:path w="8153400" h="3429000">
                <a:moveTo>
                  <a:pt x="0" y="3428999"/>
                </a:moveTo>
                <a:lnTo>
                  <a:pt x="8153399" y="3428999"/>
                </a:lnTo>
                <a:lnTo>
                  <a:pt x="8153399" y="0"/>
                </a:lnTo>
                <a:lnTo>
                  <a:pt x="0" y="0"/>
                </a:lnTo>
                <a:lnTo>
                  <a:pt x="0" y="34289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52500" y="4114800"/>
            <a:ext cx="8153400" cy="3546328"/>
          </a:xfrm>
          <a:custGeom>
            <a:avLst/>
            <a:gdLst/>
            <a:ahLst/>
            <a:cxnLst/>
            <a:rect l="l" t="t" r="r" b="b"/>
            <a:pathLst>
              <a:path w="8153400" h="3429000">
                <a:moveTo>
                  <a:pt x="0" y="3428999"/>
                </a:moveTo>
                <a:lnTo>
                  <a:pt x="8153399" y="3428999"/>
                </a:lnTo>
                <a:lnTo>
                  <a:pt x="8153399" y="0"/>
                </a:lnTo>
                <a:lnTo>
                  <a:pt x="0" y="0"/>
                </a:lnTo>
                <a:lnTo>
                  <a:pt x="0" y="3428999"/>
                </a:lnTo>
                <a:close/>
              </a:path>
            </a:pathLst>
          </a:custGeom>
          <a:ln w="15239">
            <a:solidFill>
              <a:srgbClr val="71855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41070" y="1327259"/>
            <a:ext cx="8355330" cy="63338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9"/>
            <a:r>
              <a:rPr dirty="0">
                <a:latin typeface="Century Gothic"/>
                <a:cs typeface="Century Gothic"/>
              </a:rPr>
              <a:t>4</a:t>
            </a:r>
          </a:p>
          <a:p>
            <a:pPr marL="156827" marR="5080" indent="-635">
              <a:spcBef>
                <a:spcPts val="565"/>
              </a:spcBef>
            </a:pPr>
            <a:r>
              <a:rPr sz="2500" b="1" spc="4" dirty="0">
                <a:latin typeface="Times New Roman"/>
                <a:cs typeface="Times New Roman"/>
              </a:rPr>
              <a:t>E</a:t>
            </a:r>
            <a:r>
              <a:rPr sz="2500" b="1" spc="-14" dirty="0">
                <a:latin typeface="Times New Roman"/>
                <a:cs typeface="Times New Roman"/>
              </a:rPr>
              <a:t>n</a:t>
            </a:r>
            <a:r>
              <a:rPr sz="2500" b="1" spc="14" dirty="0">
                <a:latin typeface="Times New Roman"/>
                <a:cs typeface="Times New Roman"/>
              </a:rPr>
              <a:t>t</a:t>
            </a:r>
            <a:r>
              <a:rPr sz="2500" b="1" spc="-60" dirty="0">
                <a:latin typeface="Times New Roman"/>
                <a:cs typeface="Times New Roman"/>
              </a:rPr>
              <a:t>r</a:t>
            </a:r>
            <a:r>
              <a:rPr sz="2500" b="1" spc="10" dirty="0">
                <a:latin typeface="Times New Roman"/>
                <a:cs typeface="Times New Roman"/>
              </a:rPr>
              <a:t>e</a:t>
            </a:r>
            <a:r>
              <a:rPr sz="2500" b="1" spc="-14" dirty="0">
                <a:latin typeface="Times New Roman"/>
                <a:cs typeface="Times New Roman"/>
              </a:rPr>
              <a:t>p</a:t>
            </a:r>
            <a:r>
              <a:rPr sz="2500" b="1" spc="-35" dirty="0">
                <a:latin typeface="Times New Roman"/>
                <a:cs typeface="Times New Roman"/>
              </a:rPr>
              <a:t>r</a:t>
            </a:r>
            <a:r>
              <a:rPr sz="2500" b="1" spc="-10" dirty="0">
                <a:latin typeface="Times New Roman"/>
                <a:cs typeface="Times New Roman"/>
              </a:rPr>
              <a:t>e</a:t>
            </a:r>
            <a:r>
              <a:rPr sz="2500" b="1" spc="4" dirty="0">
                <a:latin typeface="Times New Roman"/>
                <a:cs typeface="Times New Roman"/>
              </a:rPr>
              <a:t>n</a:t>
            </a:r>
            <a:r>
              <a:rPr sz="2500" b="1" spc="-10" dirty="0">
                <a:latin typeface="Times New Roman"/>
                <a:cs typeface="Times New Roman"/>
              </a:rPr>
              <a:t>e</a:t>
            </a:r>
            <a:r>
              <a:rPr sz="2500" b="1" spc="4" dirty="0">
                <a:latin typeface="Times New Roman"/>
                <a:cs typeface="Times New Roman"/>
              </a:rPr>
              <a:t>u</a:t>
            </a:r>
            <a:r>
              <a:rPr sz="2500" b="1" spc="-10" dirty="0">
                <a:latin typeface="Times New Roman"/>
                <a:cs typeface="Times New Roman"/>
              </a:rPr>
              <a:t>r</a:t>
            </a:r>
            <a:r>
              <a:rPr sz="2500" b="1" dirty="0">
                <a:latin typeface="Times New Roman"/>
                <a:cs typeface="Times New Roman"/>
              </a:rPr>
              <a:t>s</a:t>
            </a:r>
            <a:r>
              <a:rPr sz="2500" b="1" spc="-14" dirty="0">
                <a:latin typeface="Times New Roman"/>
                <a:cs typeface="Times New Roman"/>
              </a:rPr>
              <a:t>h</a:t>
            </a:r>
            <a:r>
              <a:rPr sz="2500" b="1" spc="25" dirty="0">
                <a:latin typeface="Times New Roman"/>
                <a:cs typeface="Times New Roman"/>
              </a:rPr>
              <a:t>i</a:t>
            </a:r>
            <a:r>
              <a:rPr sz="2500" b="1" dirty="0">
                <a:latin typeface="Times New Roman"/>
                <a:cs typeface="Times New Roman"/>
              </a:rPr>
              <a:t>p</a:t>
            </a:r>
            <a:r>
              <a:rPr sz="2500" b="1" spc="-14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is</a:t>
            </a:r>
            <a:r>
              <a:rPr sz="2500" b="1" spc="-25" dirty="0">
                <a:latin typeface="Times New Roman"/>
                <a:cs typeface="Times New Roman"/>
              </a:rPr>
              <a:t> </a:t>
            </a:r>
            <a:r>
              <a:rPr sz="2500" b="1" spc="4" dirty="0">
                <a:latin typeface="Times New Roman"/>
                <a:cs typeface="Times New Roman"/>
              </a:rPr>
              <a:t>d</a:t>
            </a:r>
            <a:r>
              <a:rPr sz="2500" b="1" spc="-10" dirty="0">
                <a:latin typeface="Times New Roman"/>
                <a:cs typeface="Times New Roman"/>
              </a:rPr>
              <a:t>e</a:t>
            </a:r>
            <a:r>
              <a:rPr sz="2500" b="1" spc="14" dirty="0">
                <a:latin typeface="Times New Roman"/>
                <a:cs typeface="Times New Roman"/>
              </a:rPr>
              <a:t>f</a:t>
            </a:r>
            <a:r>
              <a:rPr sz="2500" b="1" dirty="0">
                <a:latin typeface="Times New Roman"/>
                <a:cs typeface="Times New Roman"/>
              </a:rPr>
              <a:t>i</a:t>
            </a:r>
            <a:r>
              <a:rPr sz="2500" b="1" spc="-14" dirty="0">
                <a:latin typeface="Times New Roman"/>
                <a:cs typeface="Times New Roman"/>
              </a:rPr>
              <a:t>n</a:t>
            </a:r>
            <a:r>
              <a:rPr sz="2500" b="1" spc="10" dirty="0">
                <a:latin typeface="Times New Roman"/>
                <a:cs typeface="Times New Roman"/>
              </a:rPr>
              <a:t>e</a:t>
            </a:r>
            <a:r>
              <a:rPr sz="2500" b="1" dirty="0">
                <a:latin typeface="Times New Roman"/>
                <a:cs typeface="Times New Roman"/>
              </a:rPr>
              <a:t>d</a:t>
            </a:r>
            <a:r>
              <a:rPr sz="2500" b="1" spc="-14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as </a:t>
            </a:r>
            <a:r>
              <a:rPr sz="2500" b="1" spc="14" dirty="0">
                <a:latin typeface="Times New Roman"/>
                <a:cs typeface="Times New Roman"/>
              </a:rPr>
              <a:t>t</a:t>
            </a:r>
            <a:r>
              <a:rPr sz="2500" b="1" spc="4" dirty="0">
                <a:latin typeface="Times New Roman"/>
                <a:cs typeface="Times New Roman"/>
              </a:rPr>
              <a:t>h</a:t>
            </a:r>
            <a:r>
              <a:rPr sz="2500" b="1" dirty="0">
                <a:latin typeface="Times New Roman"/>
                <a:cs typeface="Times New Roman"/>
              </a:rPr>
              <a:t>e</a:t>
            </a:r>
            <a:r>
              <a:rPr sz="2500" b="1" spc="-10" dirty="0">
                <a:latin typeface="Times New Roman"/>
                <a:cs typeface="Times New Roman"/>
              </a:rPr>
              <a:t> </a:t>
            </a:r>
            <a:r>
              <a:rPr sz="2500" b="1" spc="4" dirty="0">
                <a:solidFill>
                  <a:srgbClr val="C00000"/>
                </a:solidFill>
                <a:latin typeface="Times New Roman"/>
                <a:cs typeface="Times New Roman"/>
              </a:rPr>
              <a:t>p</a:t>
            </a:r>
            <a:r>
              <a:rPr sz="2500" b="1" spc="-60" dirty="0">
                <a:solidFill>
                  <a:srgbClr val="C00000"/>
                </a:solidFill>
                <a:latin typeface="Times New Roman"/>
                <a:cs typeface="Times New Roman"/>
              </a:rPr>
              <a:t>r</a:t>
            </a:r>
            <a:r>
              <a:rPr sz="2500" b="1" dirty="0">
                <a:solidFill>
                  <a:srgbClr val="C00000"/>
                </a:solidFill>
                <a:latin typeface="Times New Roman"/>
                <a:cs typeface="Times New Roman"/>
              </a:rPr>
              <a:t>o</a:t>
            </a:r>
            <a:r>
              <a:rPr sz="25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f</a:t>
            </a:r>
            <a:r>
              <a:rPr sz="2500" b="1" spc="10" dirty="0">
                <a:solidFill>
                  <a:srgbClr val="C00000"/>
                </a:solidFill>
                <a:latin typeface="Times New Roman"/>
                <a:cs typeface="Times New Roman"/>
              </a:rPr>
              <a:t>e</a:t>
            </a:r>
            <a:r>
              <a:rPr sz="2500" b="1" dirty="0">
                <a:solidFill>
                  <a:srgbClr val="C00000"/>
                </a:solidFill>
                <a:latin typeface="Times New Roman"/>
                <a:cs typeface="Times New Roman"/>
              </a:rPr>
              <a:t>ssio</a:t>
            </a:r>
            <a:r>
              <a:rPr sz="2500" b="1" spc="4" dirty="0">
                <a:solidFill>
                  <a:srgbClr val="C00000"/>
                </a:solidFill>
                <a:latin typeface="Times New Roman"/>
                <a:cs typeface="Times New Roman"/>
              </a:rPr>
              <a:t>n</a:t>
            </a:r>
            <a:r>
              <a:rPr sz="2500" b="1" dirty="0">
                <a:solidFill>
                  <a:srgbClr val="C00000"/>
                </a:solidFill>
                <a:latin typeface="Times New Roman"/>
                <a:cs typeface="Times New Roman"/>
              </a:rPr>
              <a:t>al</a:t>
            </a:r>
            <a:r>
              <a:rPr sz="25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C00000"/>
                </a:solidFill>
                <a:latin typeface="Times New Roman"/>
                <a:cs typeface="Times New Roman"/>
              </a:rPr>
              <a:t>a</a:t>
            </a:r>
            <a:r>
              <a:rPr sz="2500" b="1" spc="-14" dirty="0">
                <a:solidFill>
                  <a:srgbClr val="C00000"/>
                </a:solidFill>
                <a:latin typeface="Times New Roman"/>
                <a:cs typeface="Times New Roman"/>
              </a:rPr>
              <a:t>p</a:t>
            </a:r>
            <a:r>
              <a:rPr sz="2500" b="1" spc="4" dirty="0">
                <a:solidFill>
                  <a:srgbClr val="C00000"/>
                </a:solidFill>
                <a:latin typeface="Times New Roman"/>
                <a:cs typeface="Times New Roman"/>
              </a:rPr>
              <a:t>p</a:t>
            </a:r>
            <a:r>
              <a:rPr sz="2500" b="1" dirty="0">
                <a:solidFill>
                  <a:srgbClr val="C00000"/>
                </a:solidFill>
                <a:latin typeface="Times New Roman"/>
                <a:cs typeface="Times New Roman"/>
              </a:rPr>
              <a:t>l</a:t>
            </a:r>
            <a:r>
              <a:rPr sz="25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i</a:t>
            </a:r>
            <a:r>
              <a:rPr sz="2500" b="1" spc="10" dirty="0">
                <a:solidFill>
                  <a:srgbClr val="C00000"/>
                </a:solidFill>
                <a:latin typeface="Times New Roman"/>
                <a:cs typeface="Times New Roman"/>
              </a:rPr>
              <a:t>c</a:t>
            </a:r>
            <a:r>
              <a:rPr sz="2500" b="1" dirty="0">
                <a:solidFill>
                  <a:srgbClr val="C00000"/>
                </a:solidFill>
                <a:latin typeface="Times New Roman"/>
                <a:cs typeface="Times New Roman"/>
              </a:rPr>
              <a:t>a</a:t>
            </a:r>
            <a:r>
              <a:rPr sz="2500" b="1" spc="14" dirty="0">
                <a:solidFill>
                  <a:srgbClr val="C00000"/>
                </a:solidFill>
                <a:latin typeface="Times New Roman"/>
                <a:cs typeface="Times New Roman"/>
              </a:rPr>
              <a:t>t</a:t>
            </a:r>
            <a:r>
              <a:rPr sz="2500" b="1" dirty="0">
                <a:solidFill>
                  <a:srgbClr val="C00000"/>
                </a:solidFill>
                <a:latin typeface="Times New Roman"/>
                <a:cs typeface="Times New Roman"/>
              </a:rPr>
              <a:t>ion</a:t>
            </a:r>
            <a:r>
              <a:rPr sz="2500" b="1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C00000"/>
                </a:solidFill>
                <a:latin typeface="Times New Roman"/>
                <a:cs typeface="Times New Roman"/>
              </a:rPr>
              <a:t>of </a:t>
            </a:r>
            <a:r>
              <a:rPr sz="2500" b="1" spc="4" dirty="0">
                <a:solidFill>
                  <a:srgbClr val="C00000"/>
                </a:solidFill>
                <a:latin typeface="Times New Roman"/>
                <a:cs typeface="Times New Roman"/>
              </a:rPr>
              <a:t>k</a:t>
            </a:r>
            <a:r>
              <a:rPr sz="2500" b="1" spc="-14" dirty="0">
                <a:solidFill>
                  <a:srgbClr val="C00000"/>
                </a:solidFill>
                <a:latin typeface="Times New Roman"/>
                <a:cs typeface="Times New Roman"/>
              </a:rPr>
              <a:t>n</a:t>
            </a:r>
            <a:r>
              <a:rPr sz="2500" b="1" dirty="0">
                <a:solidFill>
                  <a:srgbClr val="C00000"/>
                </a:solidFill>
                <a:latin typeface="Times New Roman"/>
                <a:cs typeface="Times New Roman"/>
              </a:rPr>
              <a:t>o</a:t>
            </a:r>
            <a:r>
              <a:rPr sz="2500" b="1" spc="-4" dirty="0">
                <a:solidFill>
                  <a:srgbClr val="C00000"/>
                </a:solidFill>
                <a:latin typeface="Times New Roman"/>
                <a:cs typeface="Times New Roman"/>
              </a:rPr>
              <a:t>w</a:t>
            </a:r>
            <a:r>
              <a:rPr sz="2500" b="1" dirty="0">
                <a:solidFill>
                  <a:srgbClr val="C00000"/>
                </a:solidFill>
                <a:latin typeface="Times New Roman"/>
                <a:cs typeface="Times New Roman"/>
              </a:rPr>
              <a:t>l</a:t>
            </a:r>
            <a:r>
              <a:rPr sz="25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e</a:t>
            </a:r>
            <a:r>
              <a:rPr sz="2500" b="1" spc="4" dirty="0">
                <a:solidFill>
                  <a:srgbClr val="C00000"/>
                </a:solidFill>
                <a:latin typeface="Times New Roman"/>
                <a:cs typeface="Times New Roman"/>
              </a:rPr>
              <a:t>d</a:t>
            </a:r>
            <a:r>
              <a:rPr sz="2500" b="1" dirty="0">
                <a:solidFill>
                  <a:srgbClr val="C00000"/>
                </a:solidFill>
                <a:latin typeface="Times New Roman"/>
                <a:cs typeface="Times New Roman"/>
              </a:rPr>
              <a:t>g</a:t>
            </a:r>
            <a:r>
              <a:rPr sz="25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e</a:t>
            </a:r>
            <a:r>
              <a:rPr sz="2500" b="1" dirty="0">
                <a:solidFill>
                  <a:srgbClr val="C00000"/>
                </a:solidFill>
                <a:latin typeface="Times New Roman"/>
                <a:cs typeface="Times New Roman"/>
              </a:rPr>
              <a:t>, s</a:t>
            </a:r>
            <a:r>
              <a:rPr sz="2500" b="1" spc="4" dirty="0">
                <a:solidFill>
                  <a:srgbClr val="C00000"/>
                </a:solidFill>
                <a:latin typeface="Times New Roman"/>
                <a:cs typeface="Times New Roman"/>
              </a:rPr>
              <a:t>k</a:t>
            </a:r>
            <a:r>
              <a:rPr sz="2500" b="1" dirty="0">
                <a:solidFill>
                  <a:srgbClr val="C00000"/>
                </a:solidFill>
                <a:latin typeface="Times New Roman"/>
                <a:cs typeface="Times New Roman"/>
              </a:rPr>
              <a:t>ills</a:t>
            </a:r>
            <a:r>
              <a:rPr sz="2500" b="1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C00000"/>
                </a:solidFill>
                <a:latin typeface="Times New Roman"/>
                <a:cs typeface="Times New Roman"/>
              </a:rPr>
              <a:t>a</a:t>
            </a:r>
            <a:r>
              <a:rPr sz="2500" b="1" spc="4" dirty="0">
                <a:solidFill>
                  <a:srgbClr val="C00000"/>
                </a:solidFill>
                <a:latin typeface="Times New Roman"/>
                <a:cs typeface="Times New Roman"/>
              </a:rPr>
              <a:t>n</a:t>
            </a:r>
            <a:r>
              <a:rPr sz="2500" b="1" dirty="0">
                <a:solidFill>
                  <a:srgbClr val="C00000"/>
                </a:solidFill>
                <a:latin typeface="Times New Roman"/>
                <a:cs typeface="Times New Roman"/>
              </a:rPr>
              <a:t>d</a:t>
            </a:r>
            <a:r>
              <a:rPr sz="2500" b="1" spc="4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5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c</a:t>
            </a:r>
            <a:r>
              <a:rPr sz="2500" b="1" dirty="0">
                <a:solidFill>
                  <a:srgbClr val="C00000"/>
                </a:solidFill>
                <a:latin typeface="Times New Roman"/>
                <a:cs typeface="Times New Roman"/>
              </a:rPr>
              <a:t>o</a:t>
            </a:r>
            <a:r>
              <a:rPr sz="2500" b="1" spc="14" dirty="0">
                <a:solidFill>
                  <a:srgbClr val="C00000"/>
                </a:solidFill>
                <a:latin typeface="Times New Roman"/>
                <a:cs typeface="Times New Roman"/>
              </a:rPr>
              <a:t>m</a:t>
            </a:r>
            <a:r>
              <a:rPr sz="2500" b="1" spc="-14" dirty="0">
                <a:solidFill>
                  <a:srgbClr val="C00000"/>
                </a:solidFill>
                <a:latin typeface="Times New Roman"/>
                <a:cs typeface="Times New Roman"/>
              </a:rPr>
              <a:t>p</a:t>
            </a:r>
            <a:r>
              <a:rPr sz="2500" b="1" spc="10" dirty="0">
                <a:solidFill>
                  <a:srgbClr val="C00000"/>
                </a:solidFill>
                <a:latin typeface="Times New Roman"/>
                <a:cs typeface="Times New Roman"/>
              </a:rPr>
              <a:t>e</a:t>
            </a:r>
            <a:r>
              <a:rPr sz="25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t</a:t>
            </a:r>
            <a:r>
              <a:rPr sz="2500" b="1" spc="10" dirty="0">
                <a:solidFill>
                  <a:srgbClr val="C00000"/>
                </a:solidFill>
                <a:latin typeface="Times New Roman"/>
                <a:cs typeface="Times New Roman"/>
              </a:rPr>
              <a:t>e</a:t>
            </a:r>
            <a:r>
              <a:rPr sz="2500" b="1" spc="-14" dirty="0">
                <a:solidFill>
                  <a:srgbClr val="C00000"/>
                </a:solidFill>
                <a:latin typeface="Times New Roman"/>
                <a:cs typeface="Times New Roman"/>
              </a:rPr>
              <a:t>n</a:t>
            </a:r>
            <a:r>
              <a:rPr sz="2500" b="1" spc="10" dirty="0">
                <a:solidFill>
                  <a:srgbClr val="C00000"/>
                </a:solidFill>
                <a:latin typeface="Times New Roman"/>
                <a:cs typeface="Times New Roman"/>
              </a:rPr>
              <a:t>c</a:t>
            </a:r>
            <a:r>
              <a:rPr sz="2500" b="1" dirty="0">
                <a:solidFill>
                  <a:srgbClr val="C00000"/>
                </a:solidFill>
                <a:latin typeface="Times New Roman"/>
                <a:cs typeface="Times New Roman"/>
              </a:rPr>
              <a:t>i</a:t>
            </a:r>
            <a:r>
              <a:rPr sz="2500" b="1" spc="10" dirty="0">
                <a:solidFill>
                  <a:srgbClr val="C00000"/>
                </a:solidFill>
                <a:latin typeface="Times New Roman"/>
                <a:cs typeface="Times New Roman"/>
              </a:rPr>
              <a:t>e</a:t>
            </a:r>
            <a:r>
              <a:rPr sz="2500" b="1" dirty="0">
                <a:solidFill>
                  <a:srgbClr val="C00000"/>
                </a:solidFill>
                <a:latin typeface="Times New Roman"/>
                <a:cs typeface="Times New Roman"/>
              </a:rPr>
              <a:t>s</a:t>
            </a:r>
            <a:r>
              <a:rPr sz="2500" b="1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of</a:t>
            </a:r>
            <a:r>
              <a:rPr sz="2500" b="1" spc="-1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g</a:t>
            </a:r>
            <a:r>
              <a:rPr sz="2500" b="1" spc="10" dirty="0">
                <a:latin typeface="Times New Roman"/>
                <a:cs typeface="Times New Roman"/>
              </a:rPr>
              <a:t>e</a:t>
            </a:r>
            <a:r>
              <a:rPr sz="2500" b="1" spc="-14" dirty="0">
                <a:latin typeface="Times New Roman"/>
                <a:cs typeface="Times New Roman"/>
              </a:rPr>
              <a:t>n</a:t>
            </a:r>
            <a:r>
              <a:rPr sz="2500" b="1" spc="10" dirty="0">
                <a:latin typeface="Times New Roman"/>
                <a:cs typeface="Times New Roman"/>
              </a:rPr>
              <a:t>e</a:t>
            </a:r>
            <a:r>
              <a:rPr sz="2500" b="1" spc="-10" dirty="0">
                <a:latin typeface="Times New Roman"/>
                <a:cs typeface="Times New Roman"/>
              </a:rPr>
              <a:t>r</a:t>
            </a:r>
            <a:r>
              <a:rPr sz="2500" b="1" dirty="0">
                <a:latin typeface="Times New Roman"/>
                <a:cs typeface="Times New Roman"/>
              </a:rPr>
              <a:t>a</a:t>
            </a:r>
            <a:r>
              <a:rPr sz="2500" b="1" spc="14" dirty="0">
                <a:latin typeface="Times New Roman"/>
                <a:cs typeface="Times New Roman"/>
              </a:rPr>
              <a:t>t</a:t>
            </a:r>
            <a:r>
              <a:rPr sz="2500" b="1" dirty="0">
                <a:latin typeface="Times New Roman"/>
                <a:cs typeface="Times New Roman"/>
              </a:rPr>
              <a:t>i</a:t>
            </a:r>
            <a:r>
              <a:rPr sz="2500" b="1" spc="4" dirty="0">
                <a:latin typeface="Times New Roman"/>
                <a:cs typeface="Times New Roman"/>
              </a:rPr>
              <a:t>n</a:t>
            </a:r>
            <a:r>
              <a:rPr sz="2500" b="1" dirty="0">
                <a:latin typeface="Times New Roman"/>
                <a:cs typeface="Times New Roman"/>
              </a:rPr>
              <a:t>g</a:t>
            </a:r>
            <a:r>
              <a:rPr sz="2500" b="1" spc="-5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a </a:t>
            </a:r>
            <a:r>
              <a:rPr sz="2500" b="1" spc="4" dirty="0">
                <a:latin typeface="Times New Roman"/>
                <a:cs typeface="Times New Roman"/>
              </a:rPr>
              <a:t>n</a:t>
            </a:r>
            <a:r>
              <a:rPr sz="2500" b="1" spc="-10" dirty="0">
                <a:latin typeface="Times New Roman"/>
                <a:cs typeface="Times New Roman"/>
              </a:rPr>
              <a:t>e</a:t>
            </a:r>
            <a:r>
              <a:rPr sz="2500" b="1" dirty="0">
                <a:latin typeface="Times New Roman"/>
                <a:cs typeface="Times New Roman"/>
              </a:rPr>
              <a:t>w </a:t>
            </a:r>
            <a:r>
              <a:rPr sz="2500" b="1" spc="4" dirty="0">
                <a:latin typeface="Times New Roman"/>
                <a:cs typeface="Times New Roman"/>
              </a:rPr>
              <a:t>b</a:t>
            </a:r>
            <a:r>
              <a:rPr sz="2500" b="1" spc="-14" dirty="0">
                <a:latin typeface="Times New Roman"/>
                <a:cs typeface="Times New Roman"/>
              </a:rPr>
              <a:t>u</a:t>
            </a:r>
            <a:r>
              <a:rPr sz="2500" b="1" dirty="0">
                <a:latin typeface="Times New Roman"/>
                <a:cs typeface="Times New Roman"/>
              </a:rPr>
              <a:t>si</a:t>
            </a:r>
            <a:r>
              <a:rPr sz="2500" b="1" spc="4" dirty="0">
                <a:latin typeface="Times New Roman"/>
                <a:cs typeface="Times New Roman"/>
              </a:rPr>
              <a:t>n</a:t>
            </a:r>
            <a:r>
              <a:rPr sz="2500" b="1" spc="-10" dirty="0">
                <a:latin typeface="Times New Roman"/>
                <a:cs typeface="Times New Roman"/>
              </a:rPr>
              <a:t>e</a:t>
            </a:r>
            <a:r>
              <a:rPr sz="2500" b="1" dirty="0">
                <a:latin typeface="Times New Roman"/>
                <a:cs typeface="Times New Roman"/>
              </a:rPr>
              <a:t>ss i</a:t>
            </a:r>
            <a:r>
              <a:rPr sz="2500" b="1" spc="4" dirty="0">
                <a:latin typeface="Times New Roman"/>
                <a:cs typeface="Times New Roman"/>
              </a:rPr>
              <a:t>d</a:t>
            </a:r>
            <a:r>
              <a:rPr sz="2500" b="1" spc="-10" dirty="0">
                <a:latin typeface="Times New Roman"/>
                <a:cs typeface="Times New Roman"/>
              </a:rPr>
              <a:t>e</a:t>
            </a:r>
            <a:r>
              <a:rPr sz="2500" b="1" dirty="0">
                <a:latin typeface="Times New Roman"/>
                <a:cs typeface="Times New Roman"/>
              </a:rPr>
              <a:t>a, </a:t>
            </a:r>
            <a:r>
              <a:rPr sz="2500" b="1" spc="4" dirty="0">
                <a:latin typeface="Times New Roman"/>
                <a:cs typeface="Times New Roman"/>
              </a:rPr>
              <a:t>b</a:t>
            </a:r>
            <a:r>
              <a:rPr sz="2500" b="1" dirty="0">
                <a:latin typeface="Times New Roman"/>
                <a:cs typeface="Times New Roman"/>
              </a:rPr>
              <a:t>y an</a:t>
            </a:r>
            <a:r>
              <a:rPr sz="2500" b="1" spc="4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i</a:t>
            </a:r>
            <a:r>
              <a:rPr sz="2500" b="1" spc="-14" dirty="0">
                <a:latin typeface="Times New Roman"/>
                <a:cs typeface="Times New Roman"/>
              </a:rPr>
              <a:t>n</a:t>
            </a:r>
            <a:r>
              <a:rPr sz="2500" b="1" spc="4" dirty="0">
                <a:latin typeface="Times New Roman"/>
                <a:cs typeface="Times New Roman"/>
              </a:rPr>
              <a:t>d</a:t>
            </a:r>
            <a:r>
              <a:rPr sz="2500" b="1" dirty="0">
                <a:latin typeface="Times New Roman"/>
                <a:cs typeface="Times New Roman"/>
              </a:rPr>
              <a:t>ivi</a:t>
            </a:r>
            <a:r>
              <a:rPr sz="2500" b="1" spc="-14" dirty="0">
                <a:latin typeface="Times New Roman"/>
                <a:cs typeface="Times New Roman"/>
              </a:rPr>
              <a:t>d</a:t>
            </a:r>
            <a:r>
              <a:rPr sz="2500" b="1" spc="4" dirty="0">
                <a:latin typeface="Times New Roman"/>
                <a:cs typeface="Times New Roman"/>
              </a:rPr>
              <a:t>u</a:t>
            </a:r>
            <a:r>
              <a:rPr sz="2500" b="1" dirty="0">
                <a:latin typeface="Times New Roman"/>
                <a:cs typeface="Times New Roman"/>
              </a:rPr>
              <a:t>al</a:t>
            </a:r>
            <a:r>
              <a:rPr sz="2500" b="1" spc="-2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or</a:t>
            </a:r>
            <a:r>
              <a:rPr sz="2500" b="1" spc="-6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a s</a:t>
            </a:r>
            <a:r>
              <a:rPr sz="2500" b="1" spc="10" dirty="0">
                <a:latin typeface="Times New Roman"/>
                <a:cs typeface="Times New Roman"/>
              </a:rPr>
              <a:t>e</a:t>
            </a:r>
            <a:r>
              <a:rPr sz="2500" b="1" dirty="0">
                <a:latin typeface="Times New Roman"/>
                <a:cs typeface="Times New Roman"/>
              </a:rPr>
              <a:t>t</a:t>
            </a:r>
            <a:r>
              <a:rPr sz="2500" b="1" spc="-1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of</a:t>
            </a:r>
            <a:r>
              <a:rPr sz="2500" b="1" spc="-10" dirty="0">
                <a:latin typeface="Times New Roman"/>
                <a:cs typeface="Times New Roman"/>
              </a:rPr>
              <a:t> </a:t>
            </a:r>
            <a:r>
              <a:rPr sz="2500" b="1" spc="4" dirty="0">
                <a:latin typeface="Times New Roman"/>
                <a:cs typeface="Times New Roman"/>
              </a:rPr>
              <a:t>p</a:t>
            </a:r>
            <a:r>
              <a:rPr sz="2500" b="1" spc="-10" dirty="0">
                <a:latin typeface="Times New Roman"/>
                <a:cs typeface="Times New Roman"/>
              </a:rPr>
              <a:t>e</a:t>
            </a:r>
            <a:r>
              <a:rPr sz="2500" b="1" dirty="0">
                <a:latin typeface="Times New Roman"/>
                <a:cs typeface="Times New Roman"/>
              </a:rPr>
              <a:t>o</a:t>
            </a:r>
            <a:r>
              <a:rPr sz="2500" b="1" spc="4" dirty="0">
                <a:latin typeface="Times New Roman"/>
                <a:cs typeface="Times New Roman"/>
              </a:rPr>
              <a:t>p</a:t>
            </a:r>
            <a:r>
              <a:rPr sz="2500" b="1" dirty="0">
                <a:latin typeface="Times New Roman"/>
                <a:cs typeface="Times New Roman"/>
              </a:rPr>
              <a:t>le</a:t>
            </a:r>
            <a:r>
              <a:rPr sz="2500" b="1" spc="-10" dirty="0">
                <a:latin typeface="Times New Roman"/>
                <a:cs typeface="Times New Roman"/>
              </a:rPr>
              <a:t> </a:t>
            </a:r>
            <a:r>
              <a:rPr sz="2500" b="1" spc="-14" dirty="0">
                <a:latin typeface="Times New Roman"/>
                <a:cs typeface="Times New Roman"/>
              </a:rPr>
              <a:t>b</a:t>
            </a:r>
            <a:r>
              <a:rPr sz="2500" b="1" dirty="0">
                <a:latin typeface="Times New Roman"/>
                <a:cs typeface="Times New Roman"/>
              </a:rPr>
              <a:t>y</a:t>
            </a:r>
            <a:r>
              <a:rPr sz="2500" b="1" spc="2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la</a:t>
            </a:r>
            <a:r>
              <a:rPr sz="2500" b="1" spc="-14" dirty="0">
                <a:latin typeface="Times New Roman"/>
                <a:cs typeface="Times New Roman"/>
              </a:rPr>
              <a:t>u</a:t>
            </a:r>
            <a:r>
              <a:rPr sz="2500" b="1" spc="4" dirty="0">
                <a:latin typeface="Times New Roman"/>
                <a:cs typeface="Times New Roman"/>
              </a:rPr>
              <a:t>n</a:t>
            </a:r>
            <a:r>
              <a:rPr sz="2500" b="1" spc="-10" dirty="0">
                <a:latin typeface="Times New Roman"/>
                <a:cs typeface="Times New Roman"/>
              </a:rPr>
              <a:t>c</a:t>
            </a:r>
            <a:r>
              <a:rPr sz="2500" b="1" spc="4" dirty="0">
                <a:latin typeface="Times New Roman"/>
                <a:cs typeface="Times New Roman"/>
              </a:rPr>
              <a:t>h</a:t>
            </a:r>
            <a:r>
              <a:rPr sz="2500" b="1" dirty="0">
                <a:latin typeface="Times New Roman"/>
                <a:cs typeface="Times New Roman"/>
              </a:rPr>
              <a:t>i</a:t>
            </a:r>
            <a:r>
              <a:rPr sz="2500" b="1" spc="-14" dirty="0">
                <a:latin typeface="Times New Roman"/>
                <a:cs typeface="Times New Roman"/>
              </a:rPr>
              <a:t>n</a:t>
            </a:r>
            <a:r>
              <a:rPr sz="2500" b="1" dirty="0">
                <a:latin typeface="Times New Roman"/>
                <a:cs typeface="Times New Roman"/>
              </a:rPr>
              <a:t>g an</a:t>
            </a:r>
            <a:r>
              <a:rPr sz="2500" b="1" spc="4" dirty="0">
                <a:latin typeface="Times New Roman"/>
                <a:cs typeface="Times New Roman"/>
              </a:rPr>
              <a:t> </a:t>
            </a:r>
            <a:r>
              <a:rPr sz="25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r>
              <a:rPr sz="2500" b="1" spc="4" dirty="0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r>
              <a:rPr sz="25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te</a:t>
            </a:r>
            <a:r>
              <a:rPr sz="25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r>
              <a:rPr sz="2500" b="1" spc="-14" dirty="0">
                <a:solidFill>
                  <a:srgbClr val="FF0000"/>
                </a:solidFill>
                <a:latin typeface="Times New Roman"/>
                <a:cs typeface="Times New Roman"/>
              </a:rPr>
              <a:t>p</a:t>
            </a:r>
            <a:r>
              <a:rPr sz="25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r>
              <a:rPr sz="2500" b="1" dirty="0">
                <a:solidFill>
                  <a:srgbClr val="FF0000"/>
                </a:solidFill>
                <a:latin typeface="Times New Roman"/>
                <a:cs typeface="Times New Roman"/>
              </a:rPr>
              <a:t>ise</a:t>
            </a:r>
            <a:r>
              <a:rPr sz="25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or</a:t>
            </a:r>
            <a:r>
              <a:rPr sz="2500" b="1" spc="-60" dirty="0">
                <a:latin typeface="Times New Roman"/>
                <a:cs typeface="Times New Roman"/>
              </a:rPr>
              <a:t> </a:t>
            </a:r>
            <a:r>
              <a:rPr sz="2500" b="1" spc="4" dirty="0">
                <a:latin typeface="Times New Roman"/>
                <a:cs typeface="Times New Roman"/>
              </a:rPr>
              <a:t>b</a:t>
            </a:r>
            <a:r>
              <a:rPr sz="2500" b="1" spc="-14" dirty="0">
                <a:latin typeface="Times New Roman"/>
                <a:cs typeface="Times New Roman"/>
              </a:rPr>
              <a:t>u</a:t>
            </a:r>
            <a:r>
              <a:rPr sz="2500" b="1" dirty="0">
                <a:latin typeface="Times New Roman"/>
                <a:cs typeface="Times New Roman"/>
              </a:rPr>
              <a:t>si</a:t>
            </a:r>
            <a:r>
              <a:rPr sz="2500" b="1" spc="4" dirty="0">
                <a:latin typeface="Times New Roman"/>
                <a:cs typeface="Times New Roman"/>
              </a:rPr>
              <a:t>n</a:t>
            </a:r>
            <a:r>
              <a:rPr sz="2500" b="1" spc="-10" dirty="0">
                <a:latin typeface="Times New Roman"/>
                <a:cs typeface="Times New Roman"/>
              </a:rPr>
              <a:t>e</a:t>
            </a:r>
            <a:r>
              <a:rPr sz="2500" b="1" dirty="0">
                <a:latin typeface="Times New Roman"/>
                <a:cs typeface="Times New Roman"/>
              </a:rPr>
              <a:t>ss</a:t>
            </a:r>
            <a:r>
              <a:rPr sz="2500" b="1" spc="2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o</a:t>
            </a:r>
            <a:r>
              <a:rPr sz="2500" b="1" spc="-10" dirty="0">
                <a:latin typeface="Times New Roman"/>
                <a:cs typeface="Times New Roman"/>
              </a:rPr>
              <a:t>r</a:t>
            </a:r>
            <a:r>
              <a:rPr sz="2500" b="1" dirty="0">
                <a:latin typeface="Times New Roman"/>
                <a:cs typeface="Times New Roman"/>
              </a:rPr>
              <a:t>ga</a:t>
            </a:r>
            <a:r>
              <a:rPr sz="2500" b="1" spc="4" dirty="0">
                <a:latin typeface="Times New Roman"/>
                <a:cs typeface="Times New Roman"/>
              </a:rPr>
              <a:t>n</a:t>
            </a:r>
            <a:r>
              <a:rPr sz="2500" b="1" dirty="0">
                <a:latin typeface="Times New Roman"/>
                <a:cs typeface="Times New Roman"/>
              </a:rPr>
              <a:t>i</a:t>
            </a:r>
            <a:r>
              <a:rPr sz="2500" b="1" spc="-35" dirty="0">
                <a:latin typeface="Times New Roman"/>
                <a:cs typeface="Times New Roman"/>
              </a:rPr>
              <a:t>z</a:t>
            </a:r>
            <a:r>
              <a:rPr sz="2500" b="1" dirty="0">
                <a:latin typeface="Times New Roman"/>
                <a:cs typeface="Times New Roman"/>
              </a:rPr>
              <a:t>a</a:t>
            </a:r>
            <a:r>
              <a:rPr sz="2500" b="1" spc="14" dirty="0">
                <a:latin typeface="Times New Roman"/>
                <a:cs typeface="Times New Roman"/>
              </a:rPr>
              <a:t>t</a:t>
            </a:r>
            <a:r>
              <a:rPr sz="2500" b="1" dirty="0">
                <a:latin typeface="Times New Roman"/>
                <a:cs typeface="Times New Roman"/>
              </a:rPr>
              <a:t>ion</a:t>
            </a:r>
            <a:r>
              <a:rPr sz="2500" b="1" spc="-14" dirty="0">
                <a:latin typeface="Times New Roman"/>
                <a:cs typeface="Times New Roman"/>
              </a:rPr>
              <a:t> </a:t>
            </a:r>
            <a:r>
              <a:rPr sz="2500" b="1" spc="14" dirty="0">
                <a:latin typeface="Times New Roman"/>
                <a:cs typeface="Times New Roman"/>
              </a:rPr>
              <a:t>t</a:t>
            </a:r>
            <a:r>
              <a:rPr sz="2500" b="1" dirty="0">
                <a:latin typeface="Times New Roman"/>
                <a:cs typeface="Times New Roman"/>
              </a:rPr>
              <a:t>o</a:t>
            </a:r>
            <a:r>
              <a:rPr sz="2500" b="1" spc="-25" dirty="0">
                <a:latin typeface="Times New Roman"/>
                <a:cs typeface="Times New Roman"/>
              </a:rPr>
              <a:t> </a:t>
            </a:r>
            <a:r>
              <a:rPr sz="2500" b="1" spc="4" dirty="0">
                <a:latin typeface="Times New Roman"/>
                <a:cs typeface="Times New Roman"/>
              </a:rPr>
              <a:t>p</a:t>
            </a:r>
            <a:r>
              <a:rPr sz="2500" b="1" spc="-14" dirty="0">
                <a:latin typeface="Times New Roman"/>
                <a:cs typeface="Times New Roman"/>
              </a:rPr>
              <a:t>u</a:t>
            </a:r>
            <a:r>
              <a:rPr sz="2500" b="1" spc="10" dirty="0">
                <a:latin typeface="Times New Roman"/>
                <a:cs typeface="Times New Roman"/>
              </a:rPr>
              <a:t>r</a:t>
            </a:r>
            <a:r>
              <a:rPr sz="2500" b="1" dirty="0">
                <a:latin typeface="Times New Roman"/>
                <a:cs typeface="Times New Roman"/>
              </a:rPr>
              <a:t>s</a:t>
            </a:r>
            <a:r>
              <a:rPr sz="2500" b="1" spc="-14" dirty="0">
                <a:latin typeface="Times New Roman"/>
                <a:cs typeface="Times New Roman"/>
              </a:rPr>
              <a:t>u</a:t>
            </a:r>
            <a:r>
              <a:rPr sz="2500" b="1" dirty="0">
                <a:latin typeface="Times New Roman"/>
                <a:cs typeface="Times New Roman"/>
              </a:rPr>
              <a:t>e</a:t>
            </a:r>
            <a:r>
              <a:rPr sz="2500" b="1" spc="1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g</a:t>
            </a:r>
            <a:r>
              <a:rPr sz="2500" b="1" spc="-35" dirty="0">
                <a:latin typeface="Times New Roman"/>
                <a:cs typeface="Times New Roman"/>
              </a:rPr>
              <a:t>r</a:t>
            </a:r>
            <a:r>
              <a:rPr sz="2500" b="1" dirty="0">
                <a:latin typeface="Times New Roman"/>
                <a:cs typeface="Times New Roman"/>
              </a:rPr>
              <a:t>o</a:t>
            </a:r>
            <a:r>
              <a:rPr sz="2500" b="1" spc="-30" dirty="0">
                <a:latin typeface="Times New Roman"/>
                <a:cs typeface="Times New Roman"/>
              </a:rPr>
              <a:t>w</a:t>
            </a:r>
            <a:r>
              <a:rPr sz="2500" b="1" spc="14" dirty="0">
                <a:latin typeface="Times New Roman"/>
                <a:cs typeface="Times New Roman"/>
              </a:rPr>
              <a:t>t</a:t>
            </a:r>
            <a:r>
              <a:rPr sz="2500" b="1" dirty="0">
                <a:latin typeface="Times New Roman"/>
                <a:cs typeface="Times New Roman"/>
              </a:rPr>
              <a:t>h</a:t>
            </a:r>
            <a:r>
              <a:rPr sz="2500" b="1" spc="4" dirty="0">
                <a:latin typeface="Times New Roman"/>
                <a:cs typeface="Times New Roman"/>
              </a:rPr>
              <a:t> </a:t>
            </a:r>
            <a:r>
              <a:rPr sz="2500" b="1" spc="-30" dirty="0">
                <a:latin typeface="Times New Roman"/>
                <a:cs typeface="Times New Roman"/>
              </a:rPr>
              <a:t>w</a:t>
            </a:r>
            <a:r>
              <a:rPr sz="2500" b="1" spc="4" dirty="0">
                <a:latin typeface="Times New Roman"/>
                <a:cs typeface="Times New Roman"/>
              </a:rPr>
              <a:t>h</a:t>
            </a:r>
            <a:r>
              <a:rPr sz="2500" b="1" dirty="0">
                <a:latin typeface="Times New Roman"/>
                <a:cs typeface="Times New Roman"/>
              </a:rPr>
              <a:t>ile g</a:t>
            </a:r>
            <a:r>
              <a:rPr sz="2500" b="1" spc="-10" dirty="0">
                <a:latin typeface="Times New Roman"/>
                <a:cs typeface="Times New Roman"/>
              </a:rPr>
              <a:t>e</a:t>
            </a:r>
            <a:r>
              <a:rPr sz="2500" b="1" spc="4" dirty="0">
                <a:latin typeface="Times New Roman"/>
                <a:cs typeface="Times New Roman"/>
              </a:rPr>
              <a:t>n</a:t>
            </a:r>
            <a:r>
              <a:rPr sz="2500" b="1" spc="-10" dirty="0">
                <a:latin typeface="Times New Roman"/>
                <a:cs typeface="Times New Roman"/>
              </a:rPr>
              <a:t>e</a:t>
            </a:r>
            <a:r>
              <a:rPr sz="2500" b="1" spc="10" dirty="0">
                <a:latin typeface="Times New Roman"/>
                <a:cs typeface="Times New Roman"/>
              </a:rPr>
              <a:t>r</a:t>
            </a:r>
            <a:r>
              <a:rPr sz="2500" b="1" dirty="0">
                <a:latin typeface="Times New Roman"/>
                <a:cs typeface="Times New Roman"/>
              </a:rPr>
              <a:t>a</a:t>
            </a:r>
            <a:r>
              <a:rPr sz="2500" b="1" spc="-10" dirty="0">
                <a:latin typeface="Times New Roman"/>
                <a:cs typeface="Times New Roman"/>
              </a:rPr>
              <a:t>t</a:t>
            </a:r>
            <a:r>
              <a:rPr sz="2500" b="1" dirty="0">
                <a:latin typeface="Times New Roman"/>
                <a:cs typeface="Times New Roman"/>
              </a:rPr>
              <a:t>i</a:t>
            </a:r>
            <a:r>
              <a:rPr sz="2500" b="1" spc="4" dirty="0">
                <a:latin typeface="Times New Roman"/>
                <a:cs typeface="Times New Roman"/>
              </a:rPr>
              <a:t>n</a:t>
            </a:r>
            <a:r>
              <a:rPr sz="2500" b="1" dirty="0">
                <a:latin typeface="Times New Roman"/>
                <a:cs typeface="Times New Roman"/>
              </a:rPr>
              <a:t>g</a:t>
            </a:r>
            <a:r>
              <a:rPr sz="2500" b="1" spc="-25" dirty="0">
                <a:latin typeface="Times New Roman"/>
                <a:cs typeface="Times New Roman"/>
              </a:rPr>
              <a:t> </a:t>
            </a:r>
            <a:r>
              <a:rPr sz="2500" b="1" u="sng" spc="-30" dirty="0">
                <a:latin typeface="Times New Roman"/>
                <a:cs typeface="Times New Roman"/>
              </a:rPr>
              <a:t>w</a:t>
            </a:r>
            <a:r>
              <a:rPr sz="2500" b="1" u="sng" spc="10" dirty="0">
                <a:latin typeface="Times New Roman"/>
                <a:cs typeface="Times New Roman"/>
              </a:rPr>
              <a:t>e</a:t>
            </a:r>
            <a:r>
              <a:rPr sz="2500" b="1" u="sng" dirty="0">
                <a:latin typeface="Times New Roman"/>
                <a:cs typeface="Times New Roman"/>
              </a:rPr>
              <a:t>al</a:t>
            </a:r>
            <a:r>
              <a:rPr sz="2500" b="1" u="sng" spc="-10" dirty="0">
                <a:latin typeface="Times New Roman"/>
                <a:cs typeface="Times New Roman"/>
              </a:rPr>
              <a:t>t</a:t>
            </a:r>
            <a:r>
              <a:rPr sz="2500" b="1" u="sng" spc="4" dirty="0">
                <a:latin typeface="Times New Roman"/>
                <a:cs typeface="Times New Roman"/>
              </a:rPr>
              <a:t>h</a:t>
            </a:r>
            <a:r>
              <a:rPr sz="2500" b="1" u="sng" dirty="0">
                <a:latin typeface="Times New Roman"/>
                <a:cs typeface="Times New Roman"/>
              </a:rPr>
              <a:t>, </a:t>
            </a:r>
            <a:r>
              <a:rPr sz="2500" b="1" u="sng" spc="10" dirty="0">
                <a:latin typeface="Times New Roman"/>
                <a:cs typeface="Times New Roman"/>
              </a:rPr>
              <a:t>e</a:t>
            </a:r>
            <a:r>
              <a:rPr sz="2500" b="1" u="sng" spc="14" dirty="0">
                <a:latin typeface="Times New Roman"/>
                <a:cs typeface="Times New Roman"/>
              </a:rPr>
              <a:t>m</a:t>
            </a:r>
            <a:r>
              <a:rPr sz="2500" b="1" u="sng" spc="-14" dirty="0">
                <a:latin typeface="Times New Roman"/>
                <a:cs typeface="Times New Roman"/>
              </a:rPr>
              <a:t>p</a:t>
            </a:r>
            <a:r>
              <a:rPr sz="2500" b="1" u="sng" dirty="0">
                <a:latin typeface="Times New Roman"/>
                <a:cs typeface="Times New Roman"/>
              </a:rPr>
              <a:t>loy</a:t>
            </a:r>
            <a:r>
              <a:rPr sz="2500" b="1" u="sng" spc="-10" dirty="0">
                <a:latin typeface="Times New Roman"/>
                <a:cs typeface="Times New Roman"/>
              </a:rPr>
              <a:t>m</a:t>
            </a:r>
            <a:r>
              <a:rPr sz="2500" b="1" u="sng" spc="10" dirty="0">
                <a:latin typeface="Times New Roman"/>
                <a:cs typeface="Times New Roman"/>
              </a:rPr>
              <a:t>e</a:t>
            </a:r>
            <a:r>
              <a:rPr sz="2500" b="1" u="sng" spc="-14" dirty="0">
                <a:latin typeface="Times New Roman"/>
                <a:cs typeface="Times New Roman"/>
              </a:rPr>
              <a:t>n</a:t>
            </a:r>
            <a:r>
              <a:rPr sz="2500" b="1" u="sng" dirty="0">
                <a:latin typeface="Times New Roman"/>
                <a:cs typeface="Times New Roman"/>
              </a:rPr>
              <a:t>t</a:t>
            </a:r>
            <a:r>
              <a:rPr sz="2500" b="1" u="sng" spc="-1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a</a:t>
            </a:r>
            <a:r>
              <a:rPr sz="2500" b="1" spc="-14" dirty="0">
                <a:latin typeface="Times New Roman"/>
                <a:cs typeface="Times New Roman"/>
              </a:rPr>
              <a:t>n</a:t>
            </a:r>
            <a:r>
              <a:rPr sz="2500" b="1" dirty="0">
                <a:latin typeface="Times New Roman"/>
                <a:cs typeface="Times New Roman"/>
              </a:rPr>
              <a:t>d</a:t>
            </a:r>
            <a:r>
              <a:rPr sz="2500" b="1" spc="4" dirty="0">
                <a:latin typeface="Times New Roman"/>
                <a:cs typeface="Times New Roman"/>
              </a:rPr>
              <a:t> </a:t>
            </a:r>
            <a:r>
              <a:rPr sz="2500" b="1" u="sng" spc="25" dirty="0">
                <a:latin typeface="Times New Roman"/>
                <a:cs typeface="Times New Roman"/>
              </a:rPr>
              <a:t>s</a:t>
            </a:r>
            <a:r>
              <a:rPr sz="2500" b="1" u="sng" dirty="0">
                <a:latin typeface="Times New Roman"/>
                <a:cs typeface="Times New Roman"/>
              </a:rPr>
              <a:t>o</a:t>
            </a:r>
            <a:r>
              <a:rPr sz="2500" b="1" u="sng" spc="-10" dirty="0">
                <a:latin typeface="Times New Roman"/>
                <a:cs typeface="Times New Roman"/>
              </a:rPr>
              <a:t>c</a:t>
            </a:r>
            <a:r>
              <a:rPr sz="2500" b="1" u="sng" dirty="0">
                <a:latin typeface="Times New Roman"/>
                <a:cs typeface="Times New Roman"/>
              </a:rPr>
              <a:t>ial</a:t>
            </a:r>
            <a:r>
              <a:rPr sz="2500" b="1" spc="-2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goo</a:t>
            </a:r>
            <a:r>
              <a:rPr sz="2500" b="1" spc="-4" dirty="0">
                <a:latin typeface="Times New Roman"/>
                <a:cs typeface="Times New Roman"/>
              </a:rPr>
              <a:t>d</a:t>
            </a:r>
            <a:r>
              <a:rPr sz="2500" b="1" dirty="0">
                <a:solidFill>
                  <a:srgbClr val="252525"/>
                </a:solidFill>
                <a:latin typeface="Times New Roman"/>
                <a:cs typeface="Times New Roman"/>
              </a:rPr>
              <a:t>.</a:t>
            </a:r>
            <a:endParaRPr sz="2500" dirty="0">
              <a:latin typeface="Times New Roman"/>
              <a:cs typeface="Times New Roman"/>
            </a:endParaRPr>
          </a:p>
          <a:p>
            <a:pPr>
              <a:spcBef>
                <a:spcPts val="3"/>
              </a:spcBef>
            </a:pPr>
            <a:endParaRPr sz="2200" dirty="0">
              <a:latin typeface="Times New Roman"/>
              <a:cs typeface="Times New Roman"/>
            </a:endParaRPr>
          </a:p>
          <a:p>
            <a:pPr marR="11428" algn="ctr"/>
            <a:r>
              <a:rPr sz="2500" b="1" spc="4" dirty="0">
                <a:latin typeface="Times New Roman"/>
                <a:cs typeface="Times New Roman"/>
              </a:rPr>
              <a:t>E</a:t>
            </a:r>
            <a:r>
              <a:rPr sz="2500" b="1" spc="-14" dirty="0">
                <a:latin typeface="Times New Roman"/>
                <a:cs typeface="Times New Roman"/>
              </a:rPr>
              <a:t>n</a:t>
            </a:r>
            <a:r>
              <a:rPr sz="2500" b="1" spc="-10" dirty="0">
                <a:latin typeface="Times New Roman"/>
                <a:cs typeface="Times New Roman"/>
              </a:rPr>
              <a:t>t</a:t>
            </a:r>
            <a:r>
              <a:rPr sz="2500" b="1" spc="-35" dirty="0">
                <a:latin typeface="Times New Roman"/>
                <a:cs typeface="Times New Roman"/>
              </a:rPr>
              <a:t>r</a:t>
            </a:r>
            <a:r>
              <a:rPr sz="2500" b="1" spc="-10" dirty="0">
                <a:latin typeface="Times New Roman"/>
                <a:cs typeface="Times New Roman"/>
              </a:rPr>
              <a:t>e</a:t>
            </a:r>
            <a:r>
              <a:rPr sz="2500" b="1" spc="4" dirty="0">
                <a:latin typeface="Times New Roman"/>
                <a:cs typeface="Times New Roman"/>
              </a:rPr>
              <a:t>p</a:t>
            </a:r>
            <a:r>
              <a:rPr sz="2500" b="1" spc="-60" dirty="0">
                <a:latin typeface="Times New Roman"/>
                <a:cs typeface="Times New Roman"/>
              </a:rPr>
              <a:t>r</a:t>
            </a:r>
            <a:r>
              <a:rPr sz="2500" b="1" spc="10" dirty="0">
                <a:latin typeface="Times New Roman"/>
                <a:cs typeface="Times New Roman"/>
              </a:rPr>
              <a:t>e</a:t>
            </a:r>
            <a:r>
              <a:rPr sz="2500" b="1" spc="-14" dirty="0">
                <a:latin typeface="Times New Roman"/>
                <a:cs typeface="Times New Roman"/>
              </a:rPr>
              <a:t>n</a:t>
            </a:r>
            <a:r>
              <a:rPr sz="2500" b="1" spc="10" dirty="0">
                <a:latin typeface="Times New Roman"/>
                <a:cs typeface="Times New Roman"/>
              </a:rPr>
              <a:t>e</a:t>
            </a:r>
            <a:r>
              <a:rPr sz="2500" b="1" spc="-14" dirty="0">
                <a:latin typeface="Times New Roman"/>
                <a:cs typeface="Times New Roman"/>
              </a:rPr>
              <a:t>u</a:t>
            </a:r>
            <a:r>
              <a:rPr sz="2500" b="1" dirty="0">
                <a:latin typeface="Times New Roman"/>
                <a:cs typeface="Times New Roman"/>
              </a:rPr>
              <a:t>r</a:t>
            </a:r>
            <a:endParaRPr sz="2500" dirty="0">
              <a:latin typeface="Times New Roman"/>
              <a:cs typeface="Times New Roman"/>
            </a:endParaRPr>
          </a:p>
          <a:p>
            <a:pPr marL="451432" marR="272383" indent="-342859">
              <a:spcBef>
                <a:spcPts val="994"/>
              </a:spcBef>
            </a:pPr>
            <a:r>
              <a:rPr sz="2500" spc="-4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nt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p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n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ur</a:t>
            </a:r>
            <a:r>
              <a:rPr sz="2500" spc="-6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is d</a:t>
            </a:r>
            <a:r>
              <a:rPr sz="2500" spc="-10" dirty="0">
                <a:latin typeface="Times New Roman"/>
                <a:cs typeface="Times New Roman"/>
              </a:rPr>
              <a:t>ef</a:t>
            </a:r>
            <a:r>
              <a:rPr sz="2500" spc="25" dirty="0">
                <a:latin typeface="Times New Roman"/>
                <a:cs typeface="Times New Roman"/>
              </a:rPr>
              <a:t>i</a:t>
            </a:r>
            <a:r>
              <a:rPr sz="2500" dirty="0">
                <a:latin typeface="Times New Roman"/>
                <a:cs typeface="Times New Roman"/>
              </a:rPr>
              <a:t>n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d 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s </a:t>
            </a:r>
            <a:r>
              <a:rPr sz="2500" b="1" dirty="0">
                <a:solidFill>
                  <a:srgbClr val="C00000"/>
                </a:solidFill>
                <a:latin typeface="Times New Roman"/>
                <a:cs typeface="Times New Roman"/>
              </a:rPr>
              <a:t>an</a:t>
            </a:r>
            <a:r>
              <a:rPr sz="2500" b="1" spc="-14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C00000"/>
                </a:solidFill>
                <a:latin typeface="Times New Roman"/>
                <a:cs typeface="Times New Roman"/>
              </a:rPr>
              <a:t>ag</a:t>
            </a:r>
            <a:r>
              <a:rPr sz="2500" b="1" spc="10" dirty="0">
                <a:solidFill>
                  <a:srgbClr val="C00000"/>
                </a:solidFill>
                <a:latin typeface="Times New Roman"/>
                <a:cs typeface="Times New Roman"/>
              </a:rPr>
              <a:t>e</a:t>
            </a:r>
            <a:r>
              <a:rPr sz="2500" b="1" spc="-14" dirty="0">
                <a:solidFill>
                  <a:srgbClr val="C00000"/>
                </a:solidFill>
                <a:latin typeface="Times New Roman"/>
                <a:cs typeface="Times New Roman"/>
              </a:rPr>
              <a:t>n</a:t>
            </a:r>
            <a:r>
              <a:rPr sz="2500" b="1" dirty="0">
                <a:solidFill>
                  <a:srgbClr val="C00000"/>
                </a:solidFill>
                <a:latin typeface="Times New Roman"/>
                <a:cs typeface="Times New Roman"/>
              </a:rPr>
              <a:t>t</a:t>
            </a:r>
            <a:r>
              <a:rPr sz="2500" b="1" spc="14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500" spc="-4" dirty="0">
                <a:latin typeface="Times New Roman"/>
                <a:cs typeface="Times New Roman"/>
              </a:rPr>
              <a:t>w</a:t>
            </a:r>
            <a:r>
              <a:rPr sz="2500" dirty="0">
                <a:latin typeface="Times New Roman"/>
                <a:cs typeface="Times New Roman"/>
              </a:rPr>
              <a:t>ho</a:t>
            </a:r>
            <a:r>
              <a:rPr sz="2500" spc="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buys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f</a:t>
            </a:r>
            <a:r>
              <a:rPr sz="2500" b="1" dirty="0">
                <a:solidFill>
                  <a:srgbClr val="C00000"/>
                </a:solidFill>
                <a:latin typeface="Times New Roman"/>
                <a:cs typeface="Times New Roman"/>
              </a:rPr>
              <a:t>a</a:t>
            </a:r>
            <a:r>
              <a:rPr sz="2500" b="1" spc="10" dirty="0">
                <a:solidFill>
                  <a:srgbClr val="C00000"/>
                </a:solidFill>
                <a:latin typeface="Times New Roman"/>
                <a:cs typeface="Times New Roman"/>
              </a:rPr>
              <a:t>c</a:t>
            </a:r>
            <a:r>
              <a:rPr sz="25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t</a:t>
            </a:r>
            <a:r>
              <a:rPr sz="2500" b="1" dirty="0">
                <a:solidFill>
                  <a:srgbClr val="C00000"/>
                </a:solidFill>
                <a:latin typeface="Times New Roman"/>
                <a:cs typeface="Times New Roman"/>
              </a:rPr>
              <a:t>o</a:t>
            </a:r>
            <a:r>
              <a:rPr sz="2500" b="1" spc="10" dirty="0">
                <a:solidFill>
                  <a:srgbClr val="C00000"/>
                </a:solidFill>
                <a:latin typeface="Times New Roman"/>
                <a:cs typeface="Times New Roman"/>
              </a:rPr>
              <a:t>r</a:t>
            </a:r>
            <a:r>
              <a:rPr sz="2500" b="1" dirty="0">
                <a:solidFill>
                  <a:srgbClr val="C00000"/>
                </a:solidFill>
                <a:latin typeface="Times New Roman"/>
                <a:cs typeface="Times New Roman"/>
              </a:rPr>
              <a:t>s</a:t>
            </a:r>
            <a:r>
              <a:rPr sz="2500" b="1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C00000"/>
                </a:solidFill>
                <a:latin typeface="Times New Roman"/>
                <a:cs typeface="Times New Roman"/>
              </a:rPr>
              <a:t>of </a:t>
            </a:r>
            <a:r>
              <a:rPr sz="2500" b="1" spc="-14" dirty="0">
                <a:solidFill>
                  <a:srgbClr val="C00000"/>
                </a:solidFill>
                <a:latin typeface="Times New Roman"/>
                <a:cs typeface="Times New Roman"/>
              </a:rPr>
              <a:t>p</a:t>
            </a:r>
            <a:r>
              <a:rPr sz="2500" b="1" spc="-35" dirty="0">
                <a:solidFill>
                  <a:srgbClr val="C00000"/>
                </a:solidFill>
                <a:latin typeface="Times New Roman"/>
                <a:cs typeface="Times New Roman"/>
              </a:rPr>
              <a:t>r</a:t>
            </a:r>
            <a:r>
              <a:rPr sz="2500" b="1" dirty="0">
                <a:solidFill>
                  <a:srgbClr val="C00000"/>
                </a:solidFill>
                <a:latin typeface="Times New Roman"/>
                <a:cs typeface="Times New Roman"/>
              </a:rPr>
              <a:t>o</a:t>
            </a:r>
            <a:r>
              <a:rPr sz="2500" b="1" spc="-14" dirty="0">
                <a:solidFill>
                  <a:srgbClr val="C00000"/>
                </a:solidFill>
                <a:latin typeface="Times New Roman"/>
                <a:cs typeface="Times New Roman"/>
              </a:rPr>
              <a:t>d</a:t>
            </a:r>
            <a:r>
              <a:rPr sz="2500" b="1" spc="4" dirty="0">
                <a:solidFill>
                  <a:srgbClr val="C00000"/>
                </a:solidFill>
                <a:latin typeface="Times New Roman"/>
                <a:cs typeface="Times New Roman"/>
              </a:rPr>
              <a:t>u</a:t>
            </a:r>
            <a:r>
              <a:rPr sz="25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c</a:t>
            </a:r>
            <a:r>
              <a:rPr sz="2500" b="1" spc="14" dirty="0">
                <a:solidFill>
                  <a:srgbClr val="C00000"/>
                </a:solidFill>
                <a:latin typeface="Times New Roman"/>
                <a:cs typeface="Times New Roman"/>
              </a:rPr>
              <a:t>t</a:t>
            </a:r>
            <a:r>
              <a:rPr sz="2500" b="1" dirty="0">
                <a:solidFill>
                  <a:srgbClr val="C00000"/>
                </a:solidFill>
                <a:latin typeface="Times New Roman"/>
                <a:cs typeface="Times New Roman"/>
              </a:rPr>
              <a:t>ion</a:t>
            </a:r>
            <a:r>
              <a:rPr sz="2500" b="1" spc="-4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t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Times New Roman"/>
                <a:cs typeface="Times New Roman"/>
              </a:rPr>
              <a:t>c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spc="14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t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in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p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i</a:t>
            </a:r>
            <a:r>
              <a:rPr sz="2500" spc="10" dirty="0">
                <a:latin typeface="Times New Roman"/>
                <a:cs typeface="Times New Roman"/>
              </a:rPr>
              <a:t>c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s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in o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d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r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to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c</a:t>
            </a:r>
            <a:r>
              <a:rPr sz="2500" b="1" dirty="0">
                <a:solidFill>
                  <a:srgbClr val="C00000"/>
                </a:solidFill>
                <a:latin typeface="Times New Roman"/>
                <a:cs typeface="Times New Roman"/>
              </a:rPr>
              <a:t>o</a:t>
            </a:r>
            <a:r>
              <a:rPr sz="2500" b="1" spc="14" dirty="0">
                <a:solidFill>
                  <a:srgbClr val="C00000"/>
                </a:solidFill>
                <a:latin typeface="Times New Roman"/>
                <a:cs typeface="Times New Roman"/>
              </a:rPr>
              <a:t>m</a:t>
            </a:r>
            <a:r>
              <a:rPr sz="2500" b="1" spc="-14" dirty="0">
                <a:solidFill>
                  <a:srgbClr val="C00000"/>
                </a:solidFill>
                <a:latin typeface="Times New Roman"/>
                <a:cs typeface="Times New Roman"/>
              </a:rPr>
              <a:t>b</a:t>
            </a:r>
            <a:r>
              <a:rPr sz="2500" b="1" dirty="0">
                <a:solidFill>
                  <a:srgbClr val="C00000"/>
                </a:solidFill>
                <a:latin typeface="Times New Roman"/>
                <a:cs typeface="Times New Roman"/>
              </a:rPr>
              <a:t>i</a:t>
            </a:r>
            <a:r>
              <a:rPr sz="2500" b="1" spc="4" dirty="0">
                <a:solidFill>
                  <a:srgbClr val="C00000"/>
                </a:solidFill>
                <a:latin typeface="Times New Roman"/>
                <a:cs typeface="Times New Roman"/>
              </a:rPr>
              <a:t>n</a:t>
            </a:r>
            <a:r>
              <a:rPr sz="2500" b="1" dirty="0">
                <a:solidFill>
                  <a:srgbClr val="C00000"/>
                </a:solidFill>
                <a:latin typeface="Times New Roman"/>
                <a:cs typeface="Times New Roman"/>
              </a:rPr>
              <a:t>e</a:t>
            </a:r>
            <a:r>
              <a:rPr sz="25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 t</a:t>
            </a:r>
            <a:r>
              <a:rPr sz="2500" b="1" spc="4" dirty="0">
                <a:solidFill>
                  <a:srgbClr val="C00000"/>
                </a:solidFill>
                <a:latin typeface="Times New Roman"/>
                <a:cs typeface="Times New Roman"/>
              </a:rPr>
              <a:t>h</a:t>
            </a:r>
            <a:r>
              <a:rPr sz="25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e</a:t>
            </a:r>
            <a:r>
              <a:rPr sz="2500" b="1" dirty="0">
                <a:solidFill>
                  <a:srgbClr val="C00000"/>
                </a:solidFill>
                <a:latin typeface="Times New Roman"/>
                <a:cs typeface="Times New Roman"/>
              </a:rPr>
              <a:t>m</a:t>
            </a:r>
            <a:r>
              <a:rPr sz="25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C00000"/>
                </a:solidFill>
                <a:latin typeface="Times New Roman"/>
                <a:cs typeface="Times New Roman"/>
              </a:rPr>
              <a:t>i</a:t>
            </a:r>
            <a:r>
              <a:rPr sz="2500" b="1" spc="4" dirty="0">
                <a:solidFill>
                  <a:srgbClr val="C00000"/>
                </a:solidFill>
                <a:latin typeface="Times New Roman"/>
                <a:cs typeface="Times New Roman"/>
              </a:rPr>
              <a:t>n</a:t>
            </a:r>
            <a:r>
              <a:rPr sz="25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t</a:t>
            </a:r>
            <a:r>
              <a:rPr sz="2500" b="1" dirty="0">
                <a:solidFill>
                  <a:srgbClr val="C00000"/>
                </a:solidFill>
                <a:latin typeface="Times New Roman"/>
                <a:cs typeface="Times New Roman"/>
              </a:rPr>
              <a:t>o </a:t>
            </a:r>
            <a:r>
              <a:rPr sz="2500" b="1" spc="-14" dirty="0">
                <a:solidFill>
                  <a:srgbClr val="C00000"/>
                </a:solidFill>
                <a:latin typeface="Times New Roman"/>
                <a:cs typeface="Times New Roman"/>
              </a:rPr>
              <a:t>p</a:t>
            </a:r>
            <a:r>
              <a:rPr sz="2500" b="1" spc="-35" dirty="0">
                <a:solidFill>
                  <a:srgbClr val="C00000"/>
                </a:solidFill>
                <a:latin typeface="Times New Roman"/>
                <a:cs typeface="Times New Roman"/>
              </a:rPr>
              <a:t>r</a:t>
            </a:r>
            <a:r>
              <a:rPr sz="2500" b="1" dirty="0">
                <a:solidFill>
                  <a:srgbClr val="C00000"/>
                </a:solidFill>
                <a:latin typeface="Times New Roman"/>
                <a:cs typeface="Times New Roman"/>
              </a:rPr>
              <a:t>o</a:t>
            </a:r>
            <a:r>
              <a:rPr sz="2500" b="1" spc="-14" dirty="0">
                <a:solidFill>
                  <a:srgbClr val="C00000"/>
                </a:solidFill>
                <a:latin typeface="Times New Roman"/>
                <a:cs typeface="Times New Roman"/>
              </a:rPr>
              <a:t>d</a:t>
            </a:r>
            <a:r>
              <a:rPr sz="2500" b="1" spc="4" dirty="0">
                <a:solidFill>
                  <a:srgbClr val="C00000"/>
                </a:solidFill>
                <a:latin typeface="Times New Roman"/>
                <a:cs typeface="Times New Roman"/>
              </a:rPr>
              <a:t>u</a:t>
            </a:r>
            <a:r>
              <a:rPr sz="25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c</a:t>
            </a:r>
            <a:r>
              <a:rPr sz="2500" b="1" dirty="0">
                <a:solidFill>
                  <a:srgbClr val="C00000"/>
                </a:solidFill>
                <a:latin typeface="Times New Roman"/>
                <a:cs typeface="Times New Roman"/>
              </a:rPr>
              <a:t>t</a:t>
            </a:r>
            <a:r>
              <a:rPr sz="2500" b="1" spc="14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500" spc="-4" dirty="0">
                <a:latin typeface="Times New Roman"/>
                <a:cs typeface="Times New Roman"/>
              </a:rPr>
              <a:t>w</a:t>
            </a:r>
            <a:r>
              <a:rPr sz="2500" dirty="0">
                <a:latin typeface="Times New Roman"/>
                <a:cs typeface="Times New Roman"/>
              </a:rPr>
              <a:t>ith a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vi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w</a:t>
            </a:r>
            <a:r>
              <a:rPr sz="2500" spc="-4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to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s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l</a:t>
            </a:r>
            <a:r>
              <a:rPr sz="2500" spc="-20" dirty="0">
                <a:latin typeface="Times New Roman"/>
                <a:cs typeface="Times New Roman"/>
              </a:rPr>
              <a:t>l</a:t>
            </a:r>
            <a:r>
              <a:rPr sz="2500" spc="25" dirty="0">
                <a:latin typeface="Times New Roman"/>
                <a:cs typeface="Times New Roman"/>
              </a:rPr>
              <a:t>i</a:t>
            </a:r>
            <a:r>
              <a:rPr sz="2500" dirty="0">
                <a:latin typeface="Times New Roman"/>
                <a:cs typeface="Times New Roman"/>
              </a:rPr>
              <a:t>ng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it 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t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un</a:t>
            </a:r>
            <a:r>
              <a:rPr sz="2500" spc="10" dirty="0">
                <a:latin typeface="Times New Roman"/>
                <a:cs typeface="Times New Roman"/>
              </a:rPr>
              <a:t>c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spc="14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t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in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p</a:t>
            </a:r>
            <a:r>
              <a:rPr sz="2500" spc="14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i</a:t>
            </a:r>
            <a:r>
              <a:rPr sz="2500" spc="10" dirty="0">
                <a:latin typeface="Times New Roman"/>
                <a:cs typeface="Times New Roman"/>
              </a:rPr>
              <a:t>c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s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in </a:t>
            </a:r>
            <a:r>
              <a:rPr sz="2500" spc="-10" dirty="0">
                <a:latin typeface="Times New Roman"/>
                <a:cs typeface="Times New Roman"/>
              </a:rPr>
              <a:t>f</a:t>
            </a:r>
            <a:r>
              <a:rPr sz="2500" dirty="0">
                <a:latin typeface="Times New Roman"/>
                <a:cs typeface="Times New Roman"/>
              </a:rPr>
              <a:t>u</a:t>
            </a:r>
            <a:r>
              <a:rPr sz="2500" spc="-20" dirty="0">
                <a:latin typeface="Times New Roman"/>
                <a:cs typeface="Times New Roman"/>
              </a:rPr>
              <a:t>t</a:t>
            </a:r>
            <a:r>
              <a:rPr sz="2500" dirty="0">
                <a:latin typeface="Times New Roman"/>
                <a:cs typeface="Times New Roman"/>
              </a:rPr>
              <a:t>u</a:t>
            </a:r>
            <a:r>
              <a:rPr sz="2500" spc="14" dirty="0">
                <a:latin typeface="Times New Roman"/>
                <a:cs typeface="Times New Roman"/>
              </a:rPr>
              <a:t>r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.</a:t>
            </a:r>
          </a:p>
          <a:p>
            <a:pPr marL="451432" marR="496512" indent="-342859">
              <a:spcBef>
                <a:spcPts val="1005"/>
              </a:spcBef>
            </a:pPr>
            <a:r>
              <a:rPr sz="2500" spc="-4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nt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p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n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ur</a:t>
            </a:r>
            <a:r>
              <a:rPr sz="2500" spc="-6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is d</a:t>
            </a:r>
            <a:r>
              <a:rPr sz="2500" spc="-10" dirty="0">
                <a:latin typeface="Times New Roman"/>
                <a:cs typeface="Times New Roman"/>
              </a:rPr>
              <a:t>ef</a:t>
            </a:r>
            <a:r>
              <a:rPr sz="2500" spc="25" dirty="0">
                <a:latin typeface="Times New Roman"/>
                <a:cs typeface="Times New Roman"/>
              </a:rPr>
              <a:t>i</a:t>
            </a:r>
            <a:r>
              <a:rPr sz="2500" dirty="0">
                <a:latin typeface="Times New Roman"/>
                <a:cs typeface="Times New Roman"/>
              </a:rPr>
              <a:t>n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d 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s one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w</a:t>
            </a:r>
            <a:r>
              <a:rPr sz="2500" b="1" spc="4" dirty="0">
                <a:solidFill>
                  <a:srgbClr val="C00000"/>
                </a:solidFill>
                <a:latin typeface="Times New Roman"/>
                <a:cs typeface="Times New Roman"/>
              </a:rPr>
              <a:t>h</a:t>
            </a:r>
            <a:r>
              <a:rPr sz="2500" b="1" dirty="0">
                <a:solidFill>
                  <a:srgbClr val="C00000"/>
                </a:solidFill>
                <a:latin typeface="Times New Roman"/>
                <a:cs typeface="Times New Roman"/>
              </a:rPr>
              <a:t>o</a:t>
            </a:r>
            <a:r>
              <a:rPr sz="2500" b="1" spc="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500" b="1" spc="10" dirty="0">
                <a:solidFill>
                  <a:srgbClr val="C00000"/>
                </a:solidFill>
                <a:latin typeface="Times New Roman"/>
                <a:cs typeface="Times New Roman"/>
              </a:rPr>
              <a:t>c</a:t>
            </a:r>
            <a:r>
              <a:rPr sz="2500" b="1" dirty="0">
                <a:solidFill>
                  <a:srgbClr val="C00000"/>
                </a:solidFill>
                <a:latin typeface="Times New Roman"/>
                <a:cs typeface="Times New Roman"/>
              </a:rPr>
              <a:t>o</a:t>
            </a:r>
            <a:r>
              <a:rPr sz="25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m</a:t>
            </a:r>
            <a:r>
              <a:rPr sz="2500" b="1" spc="-14" dirty="0">
                <a:solidFill>
                  <a:srgbClr val="C00000"/>
                </a:solidFill>
                <a:latin typeface="Times New Roman"/>
                <a:cs typeface="Times New Roman"/>
              </a:rPr>
              <a:t>b</a:t>
            </a:r>
            <a:r>
              <a:rPr sz="2500" b="1" spc="25" dirty="0">
                <a:solidFill>
                  <a:srgbClr val="C00000"/>
                </a:solidFill>
                <a:latin typeface="Times New Roman"/>
                <a:cs typeface="Times New Roman"/>
              </a:rPr>
              <a:t>i</a:t>
            </a:r>
            <a:r>
              <a:rPr sz="2500" b="1" spc="-14" dirty="0">
                <a:solidFill>
                  <a:srgbClr val="C00000"/>
                </a:solidFill>
                <a:latin typeface="Times New Roman"/>
                <a:cs typeface="Times New Roman"/>
              </a:rPr>
              <a:t>n</a:t>
            </a:r>
            <a:r>
              <a:rPr sz="2500" b="1" spc="10" dirty="0">
                <a:solidFill>
                  <a:srgbClr val="C00000"/>
                </a:solidFill>
                <a:latin typeface="Times New Roman"/>
                <a:cs typeface="Times New Roman"/>
              </a:rPr>
              <a:t>e</a:t>
            </a:r>
            <a:r>
              <a:rPr sz="2500" b="1" dirty="0">
                <a:solidFill>
                  <a:srgbClr val="C00000"/>
                </a:solidFill>
                <a:latin typeface="Times New Roman"/>
                <a:cs typeface="Times New Roman"/>
              </a:rPr>
              <a:t>s</a:t>
            </a:r>
            <a:r>
              <a:rPr sz="2500" b="1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the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l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nd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of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on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, the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l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bor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of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noth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r</a:t>
            </a:r>
            <a:r>
              <a:rPr sz="2500" spc="-10" dirty="0">
                <a:latin typeface="Times New Roman"/>
                <a:cs typeface="Times New Roman"/>
              </a:rPr>
              <a:t> a</a:t>
            </a:r>
            <a:r>
              <a:rPr sz="2500" dirty="0">
                <a:latin typeface="Times New Roman"/>
                <a:cs typeface="Times New Roman"/>
              </a:rPr>
              <a:t>nd the</a:t>
            </a:r>
            <a:r>
              <a:rPr sz="2500" spc="-10" dirty="0">
                <a:latin typeface="Times New Roman"/>
                <a:cs typeface="Times New Roman"/>
              </a:rPr>
              <a:t> c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pit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l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of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y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t 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no</a:t>
            </a:r>
            <a:r>
              <a:rPr sz="2500" spc="-20" dirty="0">
                <a:latin typeface="Times New Roman"/>
                <a:cs typeface="Times New Roman"/>
              </a:rPr>
              <a:t>t</a:t>
            </a:r>
            <a:r>
              <a:rPr sz="2500" dirty="0">
                <a:latin typeface="Times New Roman"/>
                <a:cs typeface="Times New Roman"/>
              </a:rPr>
              <a:t>h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r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nd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spc="25" dirty="0">
                <a:latin typeface="Times New Roman"/>
                <a:cs typeface="Times New Roman"/>
              </a:rPr>
              <a:t>t</a:t>
            </a:r>
            <a:r>
              <a:rPr sz="2500" dirty="0">
                <a:latin typeface="Times New Roman"/>
                <a:cs typeface="Times New Roman"/>
              </a:rPr>
              <a:t>hus p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odu</a:t>
            </a:r>
            <a:r>
              <a:rPr sz="2500" spc="10" dirty="0">
                <a:latin typeface="Times New Roman"/>
                <a:cs typeface="Times New Roman"/>
              </a:rPr>
              <a:t>c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s the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p</a:t>
            </a:r>
            <a:r>
              <a:rPr sz="2500" spc="14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odu</a:t>
            </a:r>
            <a:r>
              <a:rPr sz="2500" spc="-10" dirty="0">
                <a:latin typeface="Times New Roman"/>
                <a:cs typeface="Times New Roman"/>
              </a:rPr>
              <a:t>c</a:t>
            </a:r>
            <a:r>
              <a:rPr sz="2500" dirty="0">
                <a:latin typeface="Times New Roman"/>
                <a:cs typeface="Times New Roman"/>
              </a:rPr>
              <a:t>t.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66149" y="721027"/>
            <a:ext cx="4719955" cy="4941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9">
              <a:lnSpc>
                <a:spcPts val="3825"/>
              </a:lnSpc>
            </a:pPr>
            <a:r>
              <a:rPr sz="32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3200" b="1" spc="14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32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3200" b="1" spc="4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3200" b="1" spc="-2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3200" b="1" spc="4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3200" b="1" spc="-2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3200" b="1" dirty="0">
                <a:solidFill>
                  <a:srgbClr val="252525"/>
                </a:solidFill>
                <a:latin typeface="Times New Roman"/>
                <a:cs typeface="Times New Roman"/>
              </a:rPr>
              <a:t>g </a:t>
            </a:r>
            <a:r>
              <a:rPr sz="3200" b="1" spc="4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3200" b="1" spc="-2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32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3200" b="1" spc="-4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3200" b="1" spc="14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3200" b="1" spc="-20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3200" b="1" spc="-4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3200" b="1" spc="-14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3200" b="1" spc="1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3200" b="1" spc="-14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3200" b="1" spc="10" dirty="0">
                <a:solidFill>
                  <a:srgbClr val="252525"/>
                </a:solidFill>
                <a:latin typeface="Times New Roman"/>
                <a:cs typeface="Times New Roman"/>
              </a:rPr>
              <a:t>u</a:t>
            </a:r>
            <a:r>
              <a:rPr sz="3200" b="1" spc="-14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3200" b="1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3200" b="1" spc="10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3200" b="1" spc="-3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3200" b="1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400" y="1422195"/>
            <a:ext cx="8381999" cy="6197805"/>
          </a:xfrm>
          <a:custGeom>
            <a:avLst/>
            <a:gdLst/>
            <a:ahLst/>
            <a:cxnLst/>
            <a:rect l="l" t="t" r="r" b="b"/>
            <a:pathLst>
              <a:path w="8153400" h="5538470">
                <a:moveTo>
                  <a:pt x="0" y="5538215"/>
                </a:moveTo>
                <a:lnTo>
                  <a:pt x="8153399" y="5538215"/>
                </a:lnTo>
                <a:lnTo>
                  <a:pt x="8153399" y="0"/>
                </a:lnTo>
                <a:lnTo>
                  <a:pt x="0" y="0"/>
                </a:lnTo>
                <a:lnTo>
                  <a:pt x="0" y="553821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012953" y="1371599"/>
            <a:ext cx="8359648" cy="6197805"/>
          </a:xfrm>
          <a:custGeom>
            <a:avLst/>
            <a:gdLst/>
            <a:ahLst/>
            <a:cxnLst/>
            <a:rect l="l" t="t" r="r" b="b"/>
            <a:pathLst>
              <a:path w="8153400" h="5538470">
                <a:moveTo>
                  <a:pt x="0" y="5538215"/>
                </a:moveTo>
                <a:lnTo>
                  <a:pt x="8153399" y="5538215"/>
                </a:lnTo>
                <a:lnTo>
                  <a:pt x="8153399" y="0"/>
                </a:lnTo>
                <a:lnTo>
                  <a:pt x="0" y="0"/>
                </a:lnTo>
                <a:lnTo>
                  <a:pt x="0" y="5538215"/>
                </a:lnTo>
                <a:close/>
              </a:path>
            </a:pathLst>
          </a:custGeom>
          <a:ln w="15239">
            <a:solidFill>
              <a:srgbClr val="71855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299515" y="1413874"/>
            <a:ext cx="7995920" cy="61555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558" marR="5080" indent="-342859" algn="just">
              <a:lnSpc>
                <a:spcPct val="90000"/>
              </a:lnSpc>
            </a:pPr>
            <a:r>
              <a:rPr sz="2500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2500" spc="-40" dirty="0">
                <a:solidFill>
                  <a:srgbClr val="A42F0F"/>
                </a:solidFill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I</a:t>
            </a:r>
            <a:r>
              <a:rPr sz="2500" dirty="0">
                <a:latin typeface="Times New Roman"/>
                <a:cs typeface="Times New Roman"/>
              </a:rPr>
              <a:t>t</a:t>
            </a:r>
            <a:r>
              <a:rPr sz="2500" spc="195" dirty="0">
                <a:latin typeface="Times New Roman"/>
                <a:cs typeface="Times New Roman"/>
              </a:rPr>
              <a:t> </a:t>
            </a:r>
            <a:r>
              <a:rPr sz="2500" spc="-4" dirty="0">
                <a:latin typeface="Times New Roman"/>
                <a:cs typeface="Times New Roman"/>
              </a:rPr>
              <a:t>w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s</a:t>
            </a:r>
            <a:r>
              <a:rPr sz="2500" spc="191" dirty="0">
                <a:latin typeface="Times New Roman"/>
                <a:cs typeface="Times New Roman"/>
              </a:rPr>
              <a:t> </a:t>
            </a:r>
            <a:r>
              <a:rPr sz="2500" spc="4" dirty="0">
                <a:latin typeface="Times New Roman"/>
                <a:cs typeface="Times New Roman"/>
              </a:rPr>
              <a:t>S</a:t>
            </a:r>
            <a:r>
              <a:rPr sz="2500" spc="-10" dirty="0">
                <a:latin typeface="Times New Roman"/>
                <a:cs typeface="Times New Roman"/>
              </a:rPr>
              <a:t>c</a:t>
            </a:r>
            <a:r>
              <a:rPr sz="2500" dirty="0">
                <a:latin typeface="Times New Roman"/>
                <a:cs typeface="Times New Roman"/>
              </a:rPr>
              <a:t>hu</a:t>
            </a:r>
            <a:r>
              <a:rPr sz="2500" spc="-20" dirty="0">
                <a:latin typeface="Times New Roman"/>
                <a:cs typeface="Times New Roman"/>
              </a:rPr>
              <a:t>m</a:t>
            </a:r>
            <a:r>
              <a:rPr sz="2500" dirty="0">
                <a:latin typeface="Times New Roman"/>
                <a:cs typeface="Times New Roman"/>
              </a:rPr>
              <a:t>p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t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r</a:t>
            </a:r>
            <a:r>
              <a:rPr sz="2500" spc="181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ho</a:t>
            </a:r>
            <a:r>
              <a:rPr sz="2500" spc="14" dirty="0">
                <a:latin typeface="Times New Roman"/>
                <a:cs typeface="Times New Roman"/>
              </a:rPr>
              <a:t>w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v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spc="-80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,</a:t>
            </a:r>
            <a:r>
              <a:rPr sz="2500" spc="165" dirty="0">
                <a:latin typeface="Times New Roman"/>
                <a:cs typeface="Times New Roman"/>
              </a:rPr>
              <a:t> </a:t>
            </a:r>
            <a:r>
              <a:rPr sz="2500" spc="14" dirty="0">
                <a:latin typeface="Times New Roman"/>
                <a:cs typeface="Times New Roman"/>
              </a:rPr>
              <a:t>w</a:t>
            </a:r>
            <a:r>
              <a:rPr sz="2500" dirty="0">
                <a:latin typeface="Times New Roman"/>
                <a:cs typeface="Times New Roman"/>
              </a:rPr>
              <a:t>ho</a:t>
            </a:r>
            <a:r>
              <a:rPr sz="2500" spc="165" dirty="0">
                <a:latin typeface="Times New Roman"/>
                <a:cs typeface="Times New Roman"/>
              </a:rPr>
              <a:t> </a:t>
            </a:r>
            <a:r>
              <a:rPr sz="2500" spc="14" dirty="0">
                <a:latin typeface="Times New Roman"/>
                <a:cs typeface="Times New Roman"/>
              </a:rPr>
              <a:t>r</a:t>
            </a:r>
            <a:r>
              <a:rPr sz="2500" spc="-10" dirty="0">
                <a:latin typeface="Times New Roman"/>
                <a:cs typeface="Times New Roman"/>
              </a:rPr>
              <a:t>ea</a:t>
            </a:r>
            <a:r>
              <a:rPr sz="2500" dirty="0">
                <a:latin typeface="Times New Roman"/>
                <a:cs typeface="Times New Roman"/>
              </a:rPr>
              <a:t>lly</a:t>
            </a:r>
            <a:r>
              <a:rPr sz="2500" spc="16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l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un</a:t>
            </a:r>
            <a:r>
              <a:rPr sz="2500" spc="10" dirty="0">
                <a:latin typeface="Times New Roman"/>
                <a:cs typeface="Times New Roman"/>
              </a:rPr>
              <a:t>c</a:t>
            </a:r>
            <a:r>
              <a:rPr sz="2500" spc="-25" dirty="0">
                <a:latin typeface="Times New Roman"/>
                <a:cs typeface="Times New Roman"/>
              </a:rPr>
              <a:t>h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d</a:t>
            </a:r>
            <a:r>
              <a:rPr sz="2500" spc="191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the</a:t>
            </a:r>
            <a:r>
              <a:rPr sz="2500" spc="181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f</a:t>
            </a:r>
            <a:r>
              <a:rPr sz="2500" dirty="0">
                <a:latin typeface="Times New Roman"/>
                <a:cs typeface="Times New Roman"/>
              </a:rPr>
              <a:t>i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ld</a:t>
            </a:r>
            <a:r>
              <a:rPr sz="2500" spc="191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of 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nt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p</a:t>
            </a:r>
            <a:r>
              <a:rPr sz="2500" spc="-10" dirty="0">
                <a:latin typeface="Times New Roman"/>
                <a:cs typeface="Times New Roman"/>
              </a:rPr>
              <a:t>re</a:t>
            </a:r>
            <a:r>
              <a:rPr sz="2500" dirty="0">
                <a:latin typeface="Times New Roman"/>
                <a:cs typeface="Times New Roman"/>
              </a:rPr>
              <a:t>n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spc="-25" dirty="0">
                <a:latin typeface="Times New Roman"/>
                <a:cs typeface="Times New Roman"/>
              </a:rPr>
              <a:t>u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spc="25" dirty="0">
                <a:latin typeface="Times New Roman"/>
                <a:cs typeface="Times New Roman"/>
              </a:rPr>
              <a:t>s</a:t>
            </a:r>
            <a:r>
              <a:rPr sz="2500" dirty="0">
                <a:latin typeface="Times New Roman"/>
                <a:cs typeface="Times New Roman"/>
              </a:rPr>
              <a:t>h</a:t>
            </a:r>
            <a:r>
              <a:rPr sz="2500" spc="-20" dirty="0">
                <a:latin typeface="Times New Roman"/>
                <a:cs typeface="Times New Roman"/>
              </a:rPr>
              <a:t>i</a:t>
            </a:r>
            <a:r>
              <a:rPr sz="2500" dirty="0">
                <a:latin typeface="Times New Roman"/>
                <a:cs typeface="Times New Roman"/>
              </a:rPr>
              <a:t>p </a:t>
            </a:r>
            <a:r>
              <a:rPr sz="2500" spc="1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by </a:t>
            </a:r>
            <a:r>
              <a:rPr sz="2500" spc="120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sso</a:t>
            </a:r>
            <a:r>
              <a:rPr sz="2500" spc="-10" dirty="0">
                <a:latin typeface="Times New Roman"/>
                <a:cs typeface="Times New Roman"/>
              </a:rPr>
              <a:t>c</a:t>
            </a:r>
            <a:r>
              <a:rPr sz="2500" dirty="0">
                <a:latin typeface="Times New Roman"/>
                <a:cs typeface="Times New Roman"/>
              </a:rPr>
              <a:t>i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ting </a:t>
            </a:r>
            <a:r>
              <a:rPr sz="2500" spc="9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it </a:t>
            </a:r>
            <a:r>
              <a:rPr sz="2500" spc="12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c</a:t>
            </a:r>
            <a:r>
              <a:rPr sz="2500" dirty="0">
                <a:latin typeface="Times New Roman"/>
                <a:cs typeface="Times New Roman"/>
              </a:rPr>
              <a:t>l</a:t>
            </a:r>
            <a:r>
              <a:rPr sz="2500" spc="-10" dirty="0">
                <a:latin typeface="Times New Roman"/>
                <a:cs typeface="Times New Roman"/>
              </a:rPr>
              <a:t>ea</a:t>
            </a:r>
            <a:r>
              <a:rPr sz="2500" spc="14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ly </a:t>
            </a:r>
            <a:r>
              <a:rPr sz="2500" spc="120" dirty="0">
                <a:latin typeface="Times New Roman"/>
                <a:cs typeface="Times New Roman"/>
              </a:rPr>
              <a:t> </a:t>
            </a:r>
            <a:r>
              <a:rPr sz="2500" spc="-4" dirty="0">
                <a:latin typeface="Times New Roman"/>
                <a:cs typeface="Times New Roman"/>
              </a:rPr>
              <a:t>w</a:t>
            </a:r>
            <a:r>
              <a:rPr sz="2500" spc="-20" dirty="0">
                <a:latin typeface="Times New Roman"/>
                <a:cs typeface="Times New Roman"/>
              </a:rPr>
              <a:t>i</a:t>
            </a:r>
            <a:r>
              <a:rPr sz="2500" dirty="0">
                <a:latin typeface="Times New Roman"/>
                <a:cs typeface="Times New Roman"/>
              </a:rPr>
              <a:t>th </a:t>
            </a:r>
            <a:r>
              <a:rPr sz="2500" spc="1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innov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spc="-20" dirty="0">
                <a:latin typeface="Times New Roman"/>
                <a:cs typeface="Times New Roman"/>
              </a:rPr>
              <a:t>t</a:t>
            </a:r>
            <a:r>
              <a:rPr sz="2500" dirty="0">
                <a:latin typeface="Times New Roman"/>
                <a:cs typeface="Times New Roman"/>
              </a:rPr>
              <a:t>ion. </a:t>
            </a:r>
            <a:r>
              <a:rPr sz="2500" b="1" spc="-4" dirty="0">
                <a:latin typeface="Times New Roman"/>
                <a:cs typeface="Times New Roman"/>
              </a:rPr>
              <a:t>P</a:t>
            </a:r>
            <a:r>
              <a:rPr sz="2500" b="1" spc="-10" dirty="0">
                <a:latin typeface="Times New Roman"/>
                <a:cs typeface="Times New Roman"/>
              </a:rPr>
              <a:t>e</a:t>
            </a:r>
            <a:r>
              <a:rPr sz="2500" b="1" spc="14" dirty="0">
                <a:latin typeface="Times New Roman"/>
                <a:cs typeface="Times New Roman"/>
              </a:rPr>
              <a:t>t</a:t>
            </a:r>
            <a:r>
              <a:rPr sz="2500" b="1" spc="-10" dirty="0">
                <a:latin typeface="Times New Roman"/>
                <a:cs typeface="Times New Roman"/>
              </a:rPr>
              <a:t>e</a:t>
            </a:r>
            <a:r>
              <a:rPr sz="2500" b="1" dirty="0">
                <a:latin typeface="Times New Roman"/>
                <a:cs typeface="Times New Roman"/>
              </a:rPr>
              <a:t>r </a:t>
            </a:r>
            <a:r>
              <a:rPr sz="2500" b="1" spc="155" dirty="0">
                <a:latin typeface="Times New Roman"/>
                <a:cs typeface="Times New Roman"/>
              </a:rPr>
              <a:t> </a:t>
            </a:r>
            <a:r>
              <a:rPr sz="2500" b="1" spc="-4" dirty="0">
                <a:latin typeface="Times New Roman"/>
                <a:cs typeface="Times New Roman"/>
              </a:rPr>
              <a:t>D</a:t>
            </a:r>
            <a:r>
              <a:rPr sz="2500" b="1" spc="-10" dirty="0">
                <a:latin typeface="Times New Roman"/>
                <a:cs typeface="Times New Roman"/>
              </a:rPr>
              <a:t>r</a:t>
            </a:r>
            <a:r>
              <a:rPr sz="2500" b="1" spc="4" dirty="0">
                <a:latin typeface="Times New Roman"/>
                <a:cs typeface="Times New Roman"/>
              </a:rPr>
              <a:t>u</a:t>
            </a:r>
            <a:r>
              <a:rPr sz="2500" b="1" spc="-10" dirty="0">
                <a:latin typeface="Times New Roman"/>
                <a:cs typeface="Times New Roman"/>
              </a:rPr>
              <a:t>c</a:t>
            </a:r>
            <a:r>
              <a:rPr sz="2500" b="1" spc="4" dirty="0">
                <a:latin typeface="Times New Roman"/>
                <a:cs typeface="Times New Roman"/>
              </a:rPr>
              <a:t>k</a:t>
            </a:r>
            <a:r>
              <a:rPr sz="2500" b="1" spc="-10" dirty="0">
                <a:latin typeface="Times New Roman"/>
                <a:cs typeface="Times New Roman"/>
              </a:rPr>
              <a:t>e</a:t>
            </a:r>
            <a:r>
              <a:rPr sz="2500" b="1" dirty="0">
                <a:latin typeface="Times New Roman"/>
                <a:cs typeface="Times New Roman"/>
              </a:rPr>
              <a:t>r </a:t>
            </a:r>
            <a:r>
              <a:rPr sz="2500" b="1" spc="15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d</a:t>
            </a:r>
            <a:r>
              <a:rPr sz="2500" spc="-10" dirty="0">
                <a:latin typeface="Times New Roman"/>
                <a:cs typeface="Times New Roman"/>
              </a:rPr>
              <a:t>ef</a:t>
            </a:r>
            <a:r>
              <a:rPr sz="2500" dirty="0">
                <a:latin typeface="Times New Roman"/>
                <a:cs typeface="Times New Roman"/>
              </a:rPr>
              <a:t>in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d </a:t>
            </a:r>
            <a:r>
              <a:rPr sz="2500" spc="165" dirty="0">
                <a:latin typeface="Times New Roman"/>
                <a:cs typeface="Times New Roman"/>
              </a:rPr>
              <a:t> </a:t>
            </a:r>
            <a:r>
              <a:rPr sz="2500" spc="-4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nt</a:t>
            </a:r>
            <a:r>
              <a:rPr sz="2500" spc="-10" dirty="0">
                <a:latin typeface="Times New Roman"/>
                <a:cs typeface="Times New Roman"/>
              </a:rPr>
              <a:t>re</a:t>
            </a:r>
            <a:r>
              <a:rPr sz="2500" dirty="0">
                <a:latin typeface="Times New Roman"/>
                <a:cs typeface="Times New Roman"/>
              </a:rPr>
              <a:t>p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n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u</a:t>
            </a:r>
            <a:r>
              <a:rPr sz="2500" spc="14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ship </a:t>
            </a:r>
            <a:r>
              <a:rPr sz="2500" spc="165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s </a:t>
            </a:r>
            <a:r>
              <a:rPr sz="2500" spc="17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‘</a:t>
            </a:r>
            <a:r>
              <a:rPr sz="2500" dirty="0">
                <a:latin typeface="Times New Roman"/>
                <a:cs typeface="Times New Roman"/>
              </a:rPr>
              <a:t>a </a:t>
            </a:r>
            <a:r>
              <a:rPr sz="2500" spc="204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sys</a:t>
            </a:r>
            <a:r>
              <a:rPr sz="2500" spc="-20" dirty="0">
                <a:latin typeface="Times New Roman"/>
                <a:cs typeface="Times New Roman"/>
              </a:rPr>
              <a:t>t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spc="-20" dirty="0">
                <a:latin typeface="Times New Roman"/>
                <a:cs typeface="Times New Roman"/>
              </a:rPr>
              <a:t>m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spc="-20" dirty="0">
                <a:latin typeface="Times New Roman"/>
                <a:cs typeface="Times New Roman"/>
              </a:rPr>
              <a:t>t</a:t>
            </a:r>
            <a:r>
              <a:rPr sz="2500" dirty="0">
                <a:latin typeface="Times New Roman"/>
                <a:cs typeface="Times New Roman"/>
              </a:rPr>
              <a:t>ic </a:t>
            </a:r>
            <a:r>
              <a:rPr sz="2500" b="1" dirty="0">
                <a:solidFill>
                  <a:srgbClr val="FF0000"/>
                </a:solidFill>
                <a:latin typeface="Times New Roman"/>
                <a:cs typeface="Times New Roman"/>
              </a:rPr>
              <a:t>innov</a:t>
            </a:r>
            <a:r>
              <a:rPr sz="25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25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sz="2500" b="1" dirty="0">
                <a:solidFill>
                  <a:srgbClr val="FF0000"/>
                </a:solidFill>
                <a:latin typeface="Times New Roman"/>
                <a:cs typeface="Times New Roman"/>
              </a:rPr>
              <a:t>ion</a:t>
            </a:r>
            <a:r>
              <a:rPr sz="2500" dirty="0">
                <a:latin typeface="Times New Roman"/>
                <a:cs typeface="Times New Roman"/>
              </a:rPr>
              <a:t>, </a:t>
            </a:r>
            <a:r>
              <a:rPr sz="2500" spc="-100" dirty="0">
                <a:latin typeface="Times New Roman"/>
                <a:cs typeface="Times New Roman"/>
              </a:rPr>
              <a:t> </a:t>
            </a:r>
            <a:r>
              <a:rPr sz="2500" spc="-4" dirty="0">
                <a:latin typeface="Times New Roman"/>
                <a:cs typeface="Times New Roman"/>
              </a:rPr>
              <a:t>w</a:t>
            </a:r>
            <a:r>
              <a:rPr sz="2500" dirty="0">
                <a:latin typeface="Times New Roman"/>
                <a:cs typeface="Times New Roman"/>
              </a:rPr>
              <a:t>hi</a:t>
            </a:r>
            <a:r>
              <a:rPr sz="2500" spc="10" dirty="0">
                <a:latin typeface="Times New Roman"/>
                <a:cs typeface="Times New Roman"/>
              </a:rPr>
              <a:t>c</a:t>
            </a:r>
            <a:r>
              <a:rPr sz="2500" dirty="0">
                <a:latin typeface="Times New Roman"/>
                <a:cs typeface="Times New Roman"/>
              </a:rPr>
              <a:t>h </a:t>
            </a:r>
            <a:r>
              <a:rPr sz="2500" spc="-7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c</a:t>
            </a:r>
            <a:r>
              <a:rPr sz="2500" dirty="0">
                <a:latin typeface="Times New Roman"/>
                <a:cs typeface="Times New Roman"/>
              </a:rPr>
              <a:t>on</a:t>
            </a:r>
            <a:r>
              <a:rPr sz="2500" spc="-25" dirty="0">
                <a:latin typeface="Times New Roman"/>
                <a:cs typeface="Times New Roman"/>
              </a:rPr>
              <a:t>s</a:t>
            </a:r>
            <a:r>
              <a:rPr sz="2500" dirty="0">
                <a:latin typeface="Times New Roman"/>
                <a:cs typeface="Times New Roman"/>
              </a:rPr>
              <a:t>ists </a:t>
            </a:r>
            <a:r>
              <a:rPr sz="2500" spc="-9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in </a:t>
            </a:r>
            <a:r>
              <a:rPr sz="2500" spc="-10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the </a:t>
            </a:r>
            <a:r>
              <a:rPr sz="2500" spc="-8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pu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pos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spc="-10" dirty="0">
                <a:latin typeface="Times New Roman"/>
                <a:cs typeface="Times New Roman"/>
              </a:rPr>
              <a:t>f</a:t>
            </a:r>
            <a:r>
              <a:rPr sz="2500" dirty="0">
                <a:latin typeface="Times New Roman"/>
                <a:cs typeface="Times New Roman"/>
              </a:rPr>
              <a:t>ul </a:t>
            </a:r>
            <a:r>
              <a:rPr sz="2500" spc="-9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nd </a:t>
            </a:r>
            <a:r>
              <a:rPr sz="2500" spc="-7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o</a:t>
            </a:r>
            <a:r>
              <a:rPr sz="2500" spc="-35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g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n</a:t>
            </a:r>
            <a:r>
              <a:rPr sz="2500" spc="-20" dirty="0">
                <a:latin typeface="Times New Roman"/>
                <a:cs typeface="Times New Roman"/>
              </a:rPr>
              <a:t>i</a:t>
            </a:r>
            <a:r>
              <a:rPr sz="2500" spc="10" dirty="0">
                <a:latin typeface="Times New Roman"/>
                <a:cs typeface="Times New Roman"/>
              </a:rPr>
              <a:t>z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d s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spc="-10" dirty="0">
                <a:latin typeface="Times New Roman"/>
                <a:cs typeface="Times New Roman"/>
              </a:rPr>
              <a:t>rc</a:t>
            </a:r>
            <a:r>
              <a:rPr sz="2500" dirty="0">
                <a:latin typeface="Times New Roman"/>
                <a:cs typeface="Times New Roman"/>
              </a:rPr>
              <a:t>h </a:t>
            </a:r>
            <a:r>
              <a:rPr sz="2500" spc="-12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f</a:t>
            </a:r>
            <a:r>
              <a:rPr sz="2500" dirty="0">
                <a:latin typeface="Times New Roman"/>
                <a:cs typeface="Times New Roman"/>
              </a:rPr>
              <a:t>or </a:t>
            </a:r>
            <a:r>
              <a:rPr sz="2500" spc="-130" dirty="0">
                <a:latin typeface="Times New Roman"/>
                <a:cs typeface="Times New Roman"/>
              </a:rPr>
              <a:t> </a:t>
            </a:r>
            <a:r>
              <a:rPr sz="2500" b="1" spc="-10" dirty="0">
                <a:latin typeface="Times New Roman"/>
                <a:cs typeface="Times New Roman"/>
              </a:rPr>
              <a:t>c</a:t>
            </a:r>
            <a:r>
              <a:rPr sz="2500" b="1" dirty="0">
                <a:latin typeface="Times New Roman"/>
                <a:cs typeface="Times New Roman"/>
              </a:rPr>
              <a:t>h</a:t>
            </a:r>
            <a:r>
              <a:rPr sz="2500" b="1" spc="10" dirty="0">
                <a:latin typeface="Times New Roman"/>
                <a:cs typeface="Times New Roman"/>
              </a:rPr>
              <a:t>a</a:t>
            </a:r>
            <a:r>
              <a:rPr sz="2500" b="1" dirty="0">
                <a:latin typeface="Times New Roman"/>
                <a:cs typeface="Times New Roman"/>
              </a:rPr>
              <a:t>ng</a:t>
            </a:r>
            <a:r>
              <a:rPr sz="2500" b="1" spc="-10" dirty="0">
                <a:latin typeface="Times New Roman"/>
                <a:cs typeface="Times New Roman"/>
              </a:rPr>
              <a:t>e</a:t>
            </a:r>
            <a:r>
              <a:rPr sz="2500" b="1" dirty="0">
                <a:latin typeface="Times New Roman"/>
                <a:cs typeface="Times New Roman"/>
              </a:rPr>
              <a:t>s</a:t>
            </a:r>
            <a:r>
              <a:rPr sz="2500" dirty="0">
                <a:latin typeface="Times New Roman"/>
                <a:cs typeface="Times New Roman"/>
              </a:rPr>
              <a:t>, </a:t>
            </a:r>
            <a:r>
              <a:rPr sz="2500" spc="-12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nd </a:t>
            </a:r>
            <a:r>
              <a:rPr sz="2500" spc="-120" dirty="0">
                <a:latin typeface="Times New Roman"/>
                <a:cs typeface="Times New Roman"/>
              </a:rPr>
              <a:t> </a:t>
            </a:r>
            <a:r>
              <a:rPr sz="2500" spc="-20" dirty="0">
                <a:latin typeface="Times New Roman"/>
                <a:cs typeface="Times New Roman"/>
              </a:rPr>
              <a:t>i</a:t>
            </a:r>
            <a:r>
              <a:rPr sz="2500" dirty="0">
                <a:latin typeface="Times New Roman"/>
                <a:cs typeface="Times New Roman"/>
              </a:rPr>
              <a:t>t </a:t>
            </a:r>
            <a:r>
              <a:rPr sz="2500" spc="-120" dirty="0">
                <a:latin typeface="Times New Roman"/>
                <a:cs typeface="Times New Roman"/>
              </a:rPr>
              <a:t> </a:t>
            </a:r>
            <a:r>
              <a:rPr sz="2500" spc="-20" dirty="0">
                <a:latin typeface="Times New Roman"/>
                <a:cs typeface="Times New Roman"/>
              </a:rPr>
              <a:t>i</a:t>
            </a:r>
            <a:r>
              <a:rPr sz="2500" dirty="0">
                <a:latin typeface="Times New Roman"/>
                <a:cs typeface="Times New Roman"/>
              </a:rPr>
              <a:t>s </a:t>
            </a:r>
            <a:r>
              <a:rPr sz="2500" spc="-1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the </a:t>
            </a:r>
            <a:r>
              <a:rPr sz="2500" spc="-13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s</a:t>
            </a:r>
            <a:r>
              <a:rPr sz="2500" spc="-25" dirty="0">
                <a:latin typeface="Times New Roman"/>
                <a:cs typeface="Times New Roman"/>
              </a:rPr>
              <a:t>y</a:t>
            </a:r>
            <a:r>
              <a:rPr sz="2500" dirty="0">
                <a:latin typeface="Times New Roman"/>
                <a:cs typeface="Times New Roman"/>
              </a:rPr>
              <a:t>st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spc="-20" dirty="0">
                <a:latin typeface="Times New Roman"/>
                <a:cs typeface="Times New Roman"/>
              </a:rPr>
              <a:t>m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spc="-20" dirty="0">
                <a:latin typeface="Times New Roman"/>
                <a:cs typeface="Times New Roman"/>
              </a:rPr>
              <a:t>t</a:t>
            </a:r>
            <a:r>
              <a:rPr sz="2500" dirty="0">
                <a:latin typeface="Times New Roman"/>
                <a:cs typeface="Times New Roman"/>
              </a:rPr>
              <a:t>ic </a:t>
            </a:r>
            <a:r>
              <a:rPr sz="2500" spc="-155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spc="-25" dirty="0">
                <a:latin typeface="Times New Roman"/>
                <a:cs typeface="Times New Roman"/>
              </a:rPr>
              <a:t>n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ly</a:t>
            </a:r>
            <a:r>
              <a:rPr sz="2500" spc="-25" dirty="0">
                <a:latin typeface="Times New Roman"/>
                <a:cs typeface="Times New Roman"/>
              </a:rPr>
              <a:t>s</a:t>
            </a:r>
            <a:r>
              <a:rPr sz="2500" spc="25" dirty="0">
                <a:latin typeface="Times New Roman"/>
                <a:cs typeface="Times New Roman"/>
              </a:rPr>
              <a:t>i</a:t>
            </a:r>
            <a:r>
              <a:rPr sz="2500" dirty="0">
                <a:latin typeface="Times New Roman"/>
                <a:cs typeface="Times New Roman"/>
              </a:rPr>
              <a:t>s </a:t>
            </a:r>
            <a:r>
              <a:rPr sz="2500" spc="-14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of </a:t>
            </a:r>
            <a:r>
              <a:rPr sz="2500" spc="-15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the oppo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tun</a:t>
            </a:r>
            <a:r>
              <a:rPr sz="2500" spc="-20" dirty="0">
                <a:latin typeface="Times New Roman"/>
                <a:cs typeface="Times New Roman"/>
              </a:rPr>
              <a:t>i</a:t>
            </a:r>
            <a:r>
              <a:rPr sz="2500" dirty="0">
                <a:latin typeface="Times New Roman"/>
                <a:cs typeface="Times New Roman"/>
              </a:rPr>
              <a:t>ti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s </a:t>
            </a:r>
            <a:r>
              <a:rPr sz="2500" spc="14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su</a:t>
            </a:r>
            <a:r>
              <a:rPr sz="2500" spc="10" dirty="0">
                <a:latin typeface="Times New Roman"/>
                <a:cs typeface="Times New Roman"/>
              </a:rPr>
              <a:t>c</a:t>
            </a:r>
            <a:r>
              <a:rPr sz="2500" dirty="0">
                <a:latin typeface="Times New Roman"/>
                <a:cs typeface="Times New Roman"/>
              </a:rPr>
              <a:t>h </a:t>
            </a:r>
            <a:r>
              <a:rPr sz="2500" spc="140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Times New Roman"/>
                <a:cs typeface="Times New Roman"/>
              </a:rPr>
              <a:t>c</a:t>
            </a:r>
            <a:r>
              <a:rPr sz="2500" dirty="0">
                <a:latin typeface="Times New Roman"/>
                <a:cs typeface="Times New Roman"/>
              </a:rPr>
              <a:t>h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ng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s </a:t>
            </a:r>
            <a:r>
              <a:rPr sz="2500" spc="170" dirty="0">
                <a:latin typeface="Times New Roman"/>
                <a:cs typeface="Times New Roman"/>
              </a:rPr>
              <a:t> </a:t>
            </a:r>
            <a:r>
              <a:rPr sz="2500" spc="-20" dirty="0">
                <a:latin typeface="Times New Roman"/>
                <a:cs typeface="Times New Roman"/>
              </a:rPr>
              <a:t>m</a:t>
            </a:r>
            <a:r>
              <a:rPr sz="2500" dirty="0">
                <a:latin typeface="Times New Roman"/>
                <a:cs typeface="Times New Roman"/>
              </a:rPr>
              <a:t>ight </a:t>
            </a:r>
            <a:r>
              <a:rPr sz="2500" spc="14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o</a:t>
            </a:r>
            <a:r>
              <a:rPr sz="2500" spc="-60" dirty="0">
                <a:latin typeface="Times New Roman"/>
                <a:cs typeface="Times New Roman"/>
              </a:rPr>
              <a:t>f</a:t>
            </a:r>
            <a:r>
              <a:rPr sz="2500" spc="-10" dirty="0">
                <a:latin typeface="Times New Roman"/>
                <a:cs typeface="Times New Roman"/>
              </a:rPr>
              <a:t>f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r </a:t>
            </a:r>
            <a:r>
              <a:rPr sz="2500" spc="16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f</a:t>
            </a:r>
            <a:r>
              <a:rPr sz="2500" dirty="0">
                <a:latin typeface="Times New Roman"/>
                <a:cs typeface="Times New Roman"/>
              </a:rPr>
              <a:t>or </a:t>
            </a:r>
            <a:r>
              <a:rPr sz="2500" spc="160" dirty="0">
                <a:latin typeface="Times New Roman"/>
                <a:cs typeface="Times New Roman"/>
              </a:rPr>
              <a:t> </a:t>
            </a:r>
            <a:r>
              <a:rPr sz="2500" b="1" spc="-10" dirty="0">
                <a:latin typeface="Times New Roman"/>
                <a:cs typeface="Times New Roman"/>
              </a:rPr>
              <a:t>e</a:t>
            </a:r>
            <a:r>
              <a:rPr sz="2500" b="1" spc="10" dirty="0">
                <a:latin typeface="Times New Roman"/>
                <a:cs typeface="Times New Roman"/>
              </a:rPr>
              <a:t>c</a:t>
            </a:r>
            <a:r>
              <a:rPr sz="2500" b="1" dirty="0">
                <a:latin typeface="Times New Roman"/>
                <a:cs typeface="Times New Roman"/>
              </a:rPr>
              <a:t>ono</a:t>
            </a:r>
            <a:r>
              <a:rPr sz="2500" b="1" spc="-20" dirty="0">
                <a:latin typeface="Times New Roman"/>
                <a:cs typeface="Times New Roman"/>
              </a:rPr>
              <a:t>m</a:t>
            </a:r>
            <a:r>
              <a:rPr sz="2500" b="1" dirty="0">
                <a:latin typeface="Times New Roman"/>
                <a:cs typeface="Times New Roman"/>
              </a:rPr>
              <a:t>ic</a:t>
            </a:r>
            <a:r>
              <a:rPr sz="2500" dirty="0">
                <a:latin typeface="Times New Roman"/>
                <a:cs typeface="Times New Roman"/>
              </a:rPr>
              <a:t> </a:t>
            </a:r>
            <a:r>
              <a:rPr sz="2500" spc="15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nd </a:t>
            </a:r>
            <a:r>
              <a:rPr sz="2500" b="1" dirty="0">
                <a:latin typeface="Times New Roman"/>
                <a:cs typeface="Times New Roman"/>
              </a:rPr>
              <a:t>so</a:t>
            </a:r>
            <a:r>
              <a:rPr sz="2500" b="1" spc="-10" dirty="0">
                <a:latin typeface="Times New Roman"/>
                <a:cs typeface="Times New Roman"/>
              </a:rPr>
              <a:t>c</a:t>
            </a:r>
            <a:r>
              <a:rPr sz="2500" b="1" dirty="0">
                <a:latin typeface="Times New Roman"/>
                <a:cs typeface="Times New Roman"/>
              </a:rPr>
              <a:t>i</a:t>
            </a:r>
            <a:r>
              <a:rPr sz="2500" b="1" spc="10" dirty="0">
                <a:latin typeface="Times New Roman"/>
                <a:cs typeface="Times New Roman"/>
              </a:rPr>
              <a:t>a</a:t>
            </a:r>
            <a:r>
              <a:rPr sz="2500" b="1" dirty="0">
                <a:latin typeface="Times New Roman"/>
                <a:cs typeface="Times New Roman"/>
              </a:rPr>
              <a:t>l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innov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tion.</a:t>
            </a:r>
          </a:p>
          <a:p>
            <a:pPr marL="355558" marR="91429" indent="-342859">
              <a:lnSpc>
                <a:spcPts val="2589"/>
              </a:lnSpc>
              <a:spcBef>
                <a:spcPts val="1035"/>
              </a:spcBef>
            </a:pPr>
            <a:r>
              <a:rPr sz="2500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2500" spc="-40" dirty="0">
                <a:solidFill>
                  <a:srgbClr val="A42F0F"/>
                </a:solidFill>
                <a:latin typeface="Times New Roman"/>
                <a:cs typeface="Times New Roman"/>
              </a:rPr>
              <a:t> </a:t>
            </a:r>
            <a:r>
              <a:rPr sz="2500" spc="-4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nt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p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n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ur</a:t>
            </a:r>
            <a:r>
              <a:rPr sz="2500" spc="-6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is a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p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son </a:t>
            </a:r>
            <a:r>
              <a:rPr sz="2500" spc="-4" dirty="0">
                <a:latin typeface="Times New Roman"/>
                <a:cs typeface="Times New Roman"/>
              </a:rPr>
              <a:t>w</a:t>
            </a:r>
            <a:r>
              <a:rPr sz="2500" dirty="0">
                <a:latin typeface="Times New Roman"/>
                <a:cs typeface="Times New Roman"/>
              </a:rPr>
              <a:t>ho st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spc="14" dirty="0">
                <a:latin typeface="Times New Roman"/>
                <a:cs typeface="Times New Roman"/>
              </a:rPr>
              <a:t>r</a:t>
            </a:r>
            <a:r>
              <a:rPr sz="2500" spc="-20" dirty="0">
                <a:latin typeface="Times New Roman"/>
                <a:cs typeface="Times New Roman"/>
              </a:rPr>
              <a:t>t</a:t>
            </a:r>
            <a:r>
              <a:rPr sz="2500" dirty="0">
                <a:latin typeface="Times New Roman"/>
                <a:cs typeface="Times New Roman"/>
              </a:rPr>
              <a:t>s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n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nt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p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is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.</a:t>
            </a:r>
            <a:r>
              <a:rPr sz="2500" spc="-75" dirty="0">
                <a:latin typeface="Times New Roman"/>
                <a:cs typeface="Times New Roman"/>
              </a:rPr>
              <a:t> </a:t>
            </a:r>
            <a:r>
              <a:rPr sz="2500" spc="-30" dirty="0">
                <a:latin typeface="Times New Roman"/>
                <a:cs typeface="Times New Roman"/>
              </a:rPr>
              <a:t>T</a:t>
            </a:r>
            <a:r>
              <a:rPr sz="2500" dirty="0">
                <a:latin typeface="Times New Roman"/>
                <a:cs typeface="Times New Roman"/>
              </a:rPr>
              <a:t>he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p</a:t>
            </a:r>
            <a:r>
              <a:rPr sz="2500" spc="14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o</a:t>
            </a:r>
            <a:r>
              <a:rPr sz="2500" spc="-10" dirty="0">
                <a:latin typeface="Times New Roman"/>
                <a:cs typeface="Times New Roman"/>
              </a:rPr>
              <a:t>c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ss of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Times New Roman"/>
                <a:cs typeface="Times New Roman"/>
              </a:rPr>
              <a:t>c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tion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is </a:t>
            </a:r>
            <a:r>
              <a:rPr sz="2500" spc="10" dirty="0">
                <a:latin typeface="Times New Roman"/>
                <a:cs typeface="Times New Roman"/>
              </a:rPr>
              <a:t>c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l</a:t>
            </a:r>
            <a:r>
              <a:rPr sz="2500" spc="25" dirty="0">
                <a:latin typeface="Times New Roman"/>
                <a:cs typeface="Times New Roman"/>
              </a:rPr>
              <a:t>l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d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nt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p</a:t>
            </a:r>
            <a:r>
              <a:rPr sz="2500" spc="14" dirty="0">
                <a:latin typeface="Times New Roman"/>
                <a:cs typeface="Times New Roman"/>
              </a:rPr>
              <a:t>r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n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u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ship.</a:t>
            </a:r>
          </a:p>
          <a:p>
            <a:pPr marL="355558" marR="259048" indent="-342859">
              <a:lnSpc>
                <a:spcPts val="2589"/>
              </a:lnSpc>
              <a:spcBef>
                <a:spcPts val="1009"/>
              </a:spcBef>
            </a:pPr>
            <a:r>
              <a:rPr sz="2500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2500" spc="-40" dirty="0">
                <a:solidFill>
                  <a:srgbClr val="A42F0F"/>
                </a:solidFill>
                <a:latin typeface="Times New Roman"/>
                <a:cs typeface="Times New Roman"/>
              </a:rPr>
              <a:t> </a:t>
            </a:r>
            <a:r>
              <a:rPr sz="2500" spc="-4" dirty="0">
                <a:latin typeface="Times New Roman"/>
                <a:cs typeface="Times New Roman"/>
              </a:rPr>
              <a:t>T</a:t>
            </a:r>
            <a:r>
              <a:rPr sz="2500" dirty="0">
                <a:latin typeface="Times New Roman"/>
                <a:cs typeface="Times New Roman"/>
              </a:rPr>
              <a:t>he</a:t>
            </a:r>
            <a:r>
              <a:rPr sz="2500" spc="-10" dirty="0">
                <a:latin typeface="Times New Roman"/>
                <a:cs typeface="Times New Roman"/>
              </a:rPr>
              <a:t> e</a:t>
            </a:r>
            <a:r>
              <a:rPr sz="2500" dirty="0">
                <a:latin typeface="Times New Roman"/>
                <a:cs typeface="Times New Roman"/>
              </a:rPr>
              <a:t>nt</a:t>
            </a:r>
            <a:r>
              <a:rPr sz="2500" spc="14" dirty="0">
                <a:latin typeface="Times New Roman"/>
                <a:cs typeface="Times New Roman"/>
              </a:rPr>
              <a:t>r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p</a:t>
            </a:r>
            <a:r>
              <a:rPr sz="2500" spc="14" dirty="0">
                <a:latin typeface="Times New Roman"/>
                <a:cs typeface="Times New Roman"/>
              </a:rPr>
              <a:t>r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n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ur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is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the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Times New Roman"/>
                <a:cs typeface="Times New Roman"/>
              </a:rPr>
              <a:t>ac</a:t>
            </a:r>
            <a:r>
              <a:rPr sz="2500" spc="-20" dirty="0">
                <a:latin typeface="Times New Roman"/>
                <a:cs typeface="Times New Roman"/>
              </a:rPr>
              <a:t>t</a:t>
            </a:r>
            <a:r>
              <a:rPr sz="2500" dirty="0">
                <a:latin typeface="Times New Roman"/>
                <a:cs typeface="Times New Roman"/>
              </a:rPr>
              <a:t>or</a:t>
            </a:r>
            <a:r>
              <a:rPr sz="2500" spc="-10" dirty="0">
                <a:latin typeface="Times New Roman"/>
                <a:cs typeface="Times New Roman"/>
              </a:rPr>
              <a:t> a</a:t>
            </a:r>
            <a:r>
              <a:rPr sz="2500" dirty="0">
                <a:latin typeface="Times New Roman"/>
                <a:cs typeface="Times New Roman"/>
              </a:rPr>
              <a:t>nd 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n</a:t>
            </a:r>
            <a:r>
              <a:rPr sz="2500" spc="25" dirty="0">
                <a:latin typeface="Times New Roman"/>
                <a:cs typeface="Times New Roman"/>
              </a:rPr>
              <a:t>t</a:t>
            </a:r>
            <a:r>
              <a:rPr sz="2500" spc="-10" dirty="0">
                <a:latin typeface="Times New Roman"/>
                <a:cs typeface="Times New Roman"/>
              </a:rPr>
              <a:t>re</a:t>
            </a:r>
            <a:r>
              <a:rPr sz="2500" dirty="0">
                <a:latin typeface="Times New Roman"/>
                <a:cs typeface="Times New Roman"/>
              </a:rPr>
              <a:t>p</a:t>
            </a:r>
            <a:r>
              <a:rPr sz="2500" spc="14" dirty="0">
                <a:latin typeface="Times New Roman"/>
                <a:cs typeface="Times New Roman"/>
              </a:rPr>
              <a:t>r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n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u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spc="25" dirty="0">
                <a:latin typeface="Times New Roman"/>
                <a:cs typeface="Times New Roman"/>
              </a:rPr>
              <a:t>s</a:t>
            </a:r>
            <a:r>
              <a:rPr sz="2500" dirty="0">
                <a:latin typeface="Times New Roman"/>
                <a:cs typeface="Times New Roman"/>
              </a:rPr>
              <a:t>h</a:t>
            </a:r>
            <a:r>
              <a:rPr sz="2500" spc="-20" dirty="0">
                <a:latin typeface="Times New Roman"/>
                <a:cs typeface="Times New Roman"/>
              </a:rPr>
              <a:t>i</a:t>
            </a:r>
            <a:r>
              <a:rPr sz="2500" dirty="0">
                <a:latin typeface="Times New Roman"/>
                <a:cs typeface="Times New Roman"/>
              </a:rPr>
              <a:t>p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spc="25" dirty="0">
                <a:latin typeface="Times New Roman"/>
                <a:cs typeface="Times New Roman"/>
              </a:rPr>
              <a:t>i</a:t>
            </a:r>
            <a:r>
              <a:rPr sz="2500" dirty="0">
                <a:latin typeface="Times New Roman"/>
                <a:cs typeface="Times New Roman"/>
              </a:rPr>
              <a:t>s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the</a:t>
            </a:r>
            <a:r>
              <a:rPr sz="2500" spc="-10" dirty="0">
                <a:latin typeface="Times New Roman"/>
                <a:cs typeface="Times New Roman"/>
              </a:rPr>
              <a:t> a</a:t>
            </a:r>
            <a:r>
              <a:rPr sz="2500" spc="10" dirty="0">
                <a:latin typeface="Times New Roman"/>
                <a:cs typeface="Times New Roman"/>
              </a:rPr>
              <a:t>c</a:t>
            </a:r>
            <a:r>
              <a:rPr sz="2500" dirty="0">
                <a:latin typeface="Times New Roman"/>
                <a:cs typeface="Times New Roman"/>
              </a:rPr>
              <a:t>t. </a:t>
            </a:r>
            <a:r>
              <a:rPr sz="2500" spc="-4" dirty="0">
                <a:latin typeface="Times New Roman"/>
                <a:cs typeface="Times New Roman"/>
              </a:rPr>
              <a:t>T</a:t>
            </a:r>
            <a:r>
              <a:rPr sz="2500" dirty="0">
                <a:latin typeface="Times New Roman"/>
                <a:cs typeface="Times New Roman"/>
              </a:rPr>
              <a:t>he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out</a:t>
            </a:r>
            <a:r>
              <a:rPr sz="2500" spc="-10" dirty="0">
                <a:latin typeface="Times New Roman"/>
                <a:cs typeface="Times New Roman"/>
              </a:rPr>
              <a:t>c</a:t>
            </a:r>
            <a:r>
              <a:rPr sz="2500" dirty="0">
                <a:latin typeface="Times New Roman"/>
                <a:cs typeface="Times New Roman"/>
              </a:rPr>
              <a:t>o</a:t>
            </a:r>
            <a:r>
              <a:rPr sz="2500" spc="-20" dirty="0">
                <a:latin typeface="Times New Roman"/>
                <a:cs typeface="Times New Roman"/>
              </a:rPr>
              <a:t>m</a:t>
            </a:r>
            <a:r>
              <a:rPr sz="2500" dirty="0">
                <a:latin typeface="Times New Roman"/>
                <a:cs typeface="Times New Roman"/>
              </a:rPr>
              <a:t>e</a:t>
            </a:r>
            <a:r>
              <a:rPr sz="2500" spc="1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of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the</a:t>
            </a:r>
            <a:r>
              <a:rPr sz="2500" spc="-10" dirty="0">
                <a:latin typeface="Times New Roman"/>
                <a:cs typeface="Times New Roman"/>
              </a:rPr>
              <a:t> a</a:t>
            </a:r>
            <a:r>
              <a:rPr sz="2500" spc="10" dirty="0">
                <a:latin typeface="Times New Roman"/>
                <a:cs typeface="Times New Roman"/>
              </a:rPr>
              <a:t>c</a:t>
            </a:r>
            <a:r>
              <a:rPr sz="2500" dirty="0">
                <a:latin typeface="Times New Roman"/>
                <a:cs typeface="Times New Roman"/>
              </a:rPr>
              <a:t>tor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nd the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spc="-10" dirty="0">
                <a:latin typeface="Times New Roman"/>
                <a:cs typeface="Times New Roman"/>
              </a:rPr>
              <a:t>c</a:t>
            </a:r>
            <a:r>
              <a:rPr sz="2500" dirty="0">
                <a:latin typeface="Times New Roman"/>
                <a:cs typeface="Times New Roman"/>
              </a:rPr>
              <a:t>t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is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Times New Roman"/>
                <a:cs typeface="Times New Roman"/>
              </a:rPr>
              <a:t>ca</a:t>
            </a:r>
            <a:r>
              <a:rPr sz="2500" spc="-20" dirty="0">
                <a:latin typeface="Times New Roman"/>
                <a:cs typeface="Times New Roman"/>
              </a:rPr>
              <a:t>l</a:t>
            </a:r>
            <a:r>
              <a:rPr sz="2500" dirty="0">
                <a:latin typeface="Times New Roman"/>
                <a:cs typeface="Times New Roman"/>
              </a:rPr>
              <a:t>l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d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spc="25" dirty="0">
                <a:latin typeface="Times New Roman"/>
                <a:cs typeface="Times New Roman"/>
              </a:rPr>
              <a:t>t</a:t>
            </a:r>
            <a:r>
              <a:rPr sz="2500" dirty="0">
                <a:latin typeface="Times New Roman"/>
                <a:cs typeface="Times New Roman"/>
              </a:rPr>
              <a:t>he</a:t>
            </a:r>
            <a:r>
              <a:rPr sz="2500" spc="-10" dirty="0">
                <a:latin typeface="Times New Roman"/>
                <a:cs typeface="Times New Roman"/>
              </a:rPr>
              <a:t> e</a:t>
            </a:r>
            <a:r>
              <a:rPr sz="2500" dirty="0">
                <a:latin typeface="Times New Roman"/>
                <a:cs typeface="Times New Roman"/>
              </a:rPr>
              <a:t>nt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spc="14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p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is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.</a:t>
            </a:r>
          </a:p>
          <a:p>
            <a:pPr marL="355558" marR="271114" indent="-342859">
              <a:lnSpc>
                <a:spcPts val="2589"/>
              </a:lnSpc>
              <a:spcBef>
                <a:spcPts val="994"/>
              </a:spcBef>
            </a:pPr>
            <a:r>
              <a:rPr sz="2500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2500" spc="-40" dirty="0">
                <a:solidFill>
                  <a:srgbClr val="A42F0F"/>
                </a:solidFill>
                <a:latin typeface="Times New Roman"/>
                <a:cs typeface="Times New Roman"/>
              </a:rPr>
              <a:t> </a:t>
            </a:r>
            <a:r>
              <a:rPr sz="2500" spc="-4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n 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nt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p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ise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is the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bu</a:t>
            </a:r>
            <a:r>
              <a:rPr sz="2500" spc="25" dirty="0">
                <a:latin typeface="Times New Roman"/>
                <a:cs typeface="Times New Roman"/>
              </a:rPr>
              <a:t>s</a:t>
            </a:r>
            <a:r>
              <a:rPr sz="2500" spc="-20" dirty="0">
                <a:latin typeface="Times New Roman"/>
                <a:cs typeface="Times New Roman"/>
              </a:rPr>
              <a:t>i</a:t>
            </a:r>
            <a:r>
              <a:rPr sz="2500" dirty="0">
                <a:latin typeface="Times New Roman"/>
                <a:cs typeface="Times New Roman"/>
              </a:rPr>
              <a:t>n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ss o</a:t>
            </a:r>
            <a:r>
              <a:rPr sz="2500" spc="-60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g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ni</a:t>
            </a:r>
            <a:r>
              <a:rPr sz="2500" spc="-10" dirty="0">
                <a:latin typeface="Times New Roman"/>
                <a:cs typeface="Times New Roman"/>
              </a:rPr>
              <a:t>z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t</a:t>
            </a:r>
            <a:r>
              <a:rPr sz="2500" spc="-20" dirty="0">
                <a:latin typeface="Times New Roman"/>
                <a:cs typeface="Times New Roman"/>
              </a:rPr>
              <a:t>i</a:t>
            </a:r>
            <a:r>
              <a:rPr sz="2500" dirty="0">
                <a:latin typeface="Times New Roman"/>
                <a:cs typeface="Times New Roman"/>
              </a:rPr>
              <a:t>on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t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spc="25" dirty="0">
                <a:latin typeface="Times New Roman"/>
                <a:cs typeface="Times New Roman"/>
              </a:rPr>
              <a:t>i</a:t>
            </a:r>
            <a:r>
              <a:rPr sz="2500" dirty="0">
                <a:latin typeface="Times New Roman"/>
                <a:cs typeface="Times New Roman"/>
              </a:rPr>
              <a:t>s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f</a:t>
            </a:r>
            <a:r>
              <a:rPr sz="2500" dirty="0">
                <a:latin typeface="Times New Roman"/>
                <a:cs typeface="Times New Roman"/>
              </a:rPr>
              <a:t>o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spc="-20" dirty="0">
                <a:latin typeface="Times New Roman"/>
                <a:cs typeface="Times New Roman"/>
              </a:rPr>
              <a:t>m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d 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nd </a:t>
            </a:r>
            <a:r>
              <a:rPr sz="2500" spc="-4" dirty="0">
                <a:latin typeface="Times New Roman"/>
                <a:cs typeface="Times New Roman"/>
              </a:rPr>
              <a:t>w</a:t>
            </a:r>
            <a:r>
              <a:rPr sz="2500" dirty="0">
                <a:latin typeface="Times New Roman"/>
                <a:cs typeface="Times New Roman"/>
              </a:rPr>
              <a:t>hi</a:t>
            </a:r>
            <a:r>
              <a:rPr sz="2500" spc="-10" dirty="0">
                <a:latin typeface="Times New Roman"/>
                <a:cs typeface="Times New Roman"/>
              </a:rPr>
              <a:t>c</a:t>
            </a:r>
            <a:r>
              <a:rPr sz="2500" dirty="0">
                <a:latin typeface="Times New Roman"/>
                <a:cs typeface="Times New Roman"/>
              </a:rPr>
              <a:t>h p</a:t>
            </a:r>
            <a:r>
              <a:rPr sz="2500" spc="14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ovid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s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goods 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nd s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spc="14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vi</a:t>
            </a:r>
            <a:r>
              <a:rPr sz="2500" spc="-10" dirty="0">
                <a:latin typeface="Times New Roman"/>
                <a:cs typeface="Times New Roman"/>
              </a:rPr>
              <a:t>c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s,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c</a:t>
            </a:r>
            <a:r>
              <a:rPr sz="2500" spc="14" dirty="0">
                <a:latin typeface="Times New Roman"/>
                <a:cs typeface="Times New Roman"/>
              </a:rPr>
              <a:t>r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t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s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jobs, </a:t>
            </a:r>
            <a:r>
              <a:rPr sz="2500" spc="-10" dirty="0">
                <a:latin typeface="Times New Roman"/>
                <a:cs typeface="Times New Roman"/>
              </a:rPr>
              <a:t>c</a:t>
            </a:r>
            <a:r>
              <a:rPr sz="2500" dirty="0">
                <a:latin typeface="Times New Roman"/>
                <a:cs typeface="Times New Roman"/>
              </a:rPr>
              <a:t>ont</a:t>
            </a:r>
            <a:r>
              <a:rPr sz="2500" spc="14" dirty="0">
                <a:latin typeface="Times New Roman"/>
                <a:cs typeface="Times New Roman"/>
              </a:rPr>
              <a:t>r</a:t>
            </a:r>
            <a:r>
              <a:rPr sz="2500" spc="-20" dirty="0">
                <a:latin typeface="Times New Roman"/>
                <a:cs typeface="Times New Roman"/>
              </a:rPr>
              <a:t>i</a:t>
            </a:r>
            <a:r>
              <a:rPr sz="2500" dirty="0">
                <a:latin typeface="Times New Roman"/>
                <a:cs typeface="Times New Roman"/>
              </a:rPr>
              <a:t>but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s to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n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tion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l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in</a:t>
            </a:r>
            <a:r>
              <a:rPr sz="2500" spc="-10" dirty="0">
                <a:latin typeface="Times New Roman"/>
                <a:cs typeface="Times New Roman"/>
              </a:rPr>
              <a:t>c</a:t>
            </a:r>
            <a:r>
              <a:rPr sz="2500" dirty="0">
                <a:latin typeface="Times New Roman"/>
                <a:cs typeface="Times New Roman"/>
              </a:rPr>
              <a:t>o</a:t>
            </a:r>
            <a:r>
              <a:rPr sz="2500" spc="-20" dirty="0">
                <a:latin typeface="Times New Roman"/>
                <a:cs typeface="Times New Roman"/>
              </a:rPr>
              <a:t>m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,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xpo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ts 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nd ov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r</a:t>
            </a:r>
            <a:r>
              <a:rPr sz="2500" spc="-10" dirty="0">
                <a:latin typeface="Times New Roman"/>
                <a:cs typeface="Times New Roman"/>
              </a:rPr>
              <a:t> a</a:t>
            </a:r>
            <a:r>
              <a:rPr sz="2500" dirty="0">
                <a:latin typeface="Times New Roman"/>
                <a:cs typeface="Times New Roman"/>
              </a:rPr>
              <a:t>ll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spc="-10" dirty="0">
                <a:latin typeface="Times New Roman"/>
                <a:cs typeface="Times New Roman"/>
              </a:rPr>
              <a:t>c</a:t>
            </a:r>
            <a:r>
              <a:rPr sz="2500" dirty="0">
                <a:latin typeface="Times New Roman"/>
                <a:cs typeface="Times New Roman"/>
              </a:rPr>
              <a:t>ono</a:t>
            </a:r>
            <a:r>
              <a:rPr sz="2500" spc="-20" dirty="0">
                <a:latin typeface="Times New Roman"/>
                <a:cs typeface="Times New Roman"/>
              </a:rPr>
              <a:t>m</a:t>
            </a:r>
            <a:r>
              <a:rPr sz="2500" dirty="0">
                <a:latin typeface="Times New Roman"/>
                <a:cs typeface="Times New Roman"/>
              </a:rPr>
              <a:t>ic d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v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lop</a:t>
            </a:r>
            <a:r>
              <a:rPr sz="2500" spc="-20" dirty="0">
                <a:latin typeface="Times New Roman"/>
                <a:cs typeface="Times New Roman"/>
              </a:rPr>
              <a:t>m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n</a:t>
            </a:r>
            <a:r>
              <a:rPr sz="2500" spc="25" dirty="0">
                <a:latin typeface="Times New Roman"/>
                <a:cs typeface="Times New Roman"/>
              </a:rPr>
              <a:t>t</a:t>
            </a:r>
            <a:r>
              <a:rPr sz="2500" dirty="0">
                <a:latin typeface="Times New Roman"/>
                <a:cs typeface="Times New Roman"/>
              </a:rPr>
              <a:t>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36753" y="1314559"/>
            <a:ext cx="152400" cy="279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9"/>
            <a:r>
              <a:rPr dirty="0">
                <a:latin typeface="Century Gothic"/>
                <a:cs typeface="Century Gothic"/>
              </a:rPr>
              <a:t>3</a:t>
            </a:r>
            <a:endParaRPr>
              <a:latin typeface="Century Gothic"/>
              <a:cs typeface="Century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6149" y="708328"/>
            <a:ext cx="4719955" cy="5057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9"/>
            <a:r>
              <a:rPr sz="32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3200" b="1" spc="14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32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3200" b="1" spc="4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3200" b="1" spc="-2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3200" b="1" spc="4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3200" b="1" spc="-2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3200" b="1" dirty="0">
                <a:solidFill>
                  <a:srgbClr val="252525"/>
                </a:solidFill>
                <a:latin typeface="Times New Roman"/>
                <a:cs typeface="Times New Roman"/>
              </a:rPr>
              <a:t>g </a:t>
            </a:r>
            <a:r>
              <a:rPr sz="3200" b="1" spc="4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3200" b="1" spc="-2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32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3200" b="1" spc="-4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3200" b="1" spc="14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3200" b="1" spc="-20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3200" b="1" spc="-4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3200" b="1" spc="-14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3200" b="1" spc="1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3200" b="1" spc="-14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3200" b="1" spc="10" dirty="0">
                <a:solidFill>
                  <a:srgbClr val="252525"/>
                </a:solidFill>
                <a:latin typeface="Times New Roman"/>
                <a:cs typeface="Times New Roman"/>
              </a:rPr>
              <a:t>u</a:t>
            </a:r>
            <a:r>
              <a:rPr sz="3200" b="1" spc="-14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3200" b="1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3200" b="1" spc="10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3200" b="1" spc="-3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3200" b="1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400" y="4267200"/>
            <a:ext cx="8153400" cy="3429000"/>
          </a:xfrm>
          <a:custGeom>
            <a:avLst/>
            <a:gdLst/>
            <a:ahLst/>
            <a:cxnLst/>
            <a:rect l="l" t="t" r="r" b="b"/>
            <a:pathLst>
              <a:path w="8153400" h="3429000">
                <a:moveTo>
                  <a:pt x="0" y="3428999"/>
                </a:moveTo>
                <a:lnTo>
                  <a:pt x="8153399" y="3428999"/>
                </a:lnTo>
                <a:lnTo>
                  <a:pt x="8153399" y="0"/>
                </a:lnTo>
                <a:lnTo>
                  <a:pt x="0" y="0"/>
                </a:lnTo>
                <a:lnTo>
                  <a:pt x="0" y="34289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66149" y="721027"/>
            <a:ext cx="4719955" cy="4941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9">
              <a:lnSpc>
                <a:spcPts val="3825"/>
              </a:lnSpc>
            </a:pPr>
            <a:r>
              <a:rPr sz="3200" b="1" spc="4" dirty="0" smtClean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3200" b="1" spc="-20" dirty="0" smtClean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3200" b="1" spc="-10" dirty="0" smtClean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3200" b="1" spc="-45" dirty="0" smtClean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3200" b="1" spc="14" dirty="0" smtClean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3200" b="1" spc="-20" dirty="0" smtClean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3200" b="1" spc="-45" dirty="0" smtClean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3200" b="1" spc="-14" dirty="0" smtClean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3200" b="1" spc="10" dirty="0" smtClean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3200" b="1" spc="-14" dirty="0" smtClean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3200" b="1" spc="10" dirty="0" smtClean="0">
                <a:solidFill>
                  <a:srgbClr val="252525"/>
                </a:solidFill>
                <a:latin typeface="Times New Roman"/>
                <a:cs typeface="Times New Roman"/>
              </a:rPr>
              <a:t>u</a:t>
            </a:r>
            <a:r>
              <a:rPr sz="3200" b="1" spc="-14" dirty="0" smtClean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endParaRPr sz="3200" dirty="0">
              <a:latin typeface="Times New Roman"/>
              <a:cs typeface="Times New Roman"/>
            </a:endParaRPr>
          </a:p>
        </p:txBody>
      </p:sp>
      <p:pic>
        <p:nvPicPr>
          <p:cNvPr id="3074" name="Picture 2" descr="Entrepreneurship: What is the Modern Definition of Entrepreneur?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1981200"/>
            <a:ext cx="746760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8819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Why be Entrepreneur?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600200"/>
            <a:ext cx="9143999" cy="541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70354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86000" y="1600200"/>
            <a:ext cx="6934200" cy="5257800"/>
          </a:xfrm>
          <a:custGeom>
            <a:avLst/>
            <a:gdLst/>
            <a:ahLst/>
            <a:cxnLst/>
            <a:rect l="l" t="t" r="r" b="b"/>
            <a:pathLst>
              <a:path w="6934200" h="5257800">
                <a:moveTo>
                  <a:pt x="0" y="5257799"/>
                </a:moveTo>
                <a:lnTo>
                  <a:pt x="6934199" y="5257799"/>
                </a:lnTo>
                <a:lnTo>
                  <a:pt x="6934199" y="0"/>
                </a:lnTo>
                <a:lnTo>
                  <a:pt x="0" y="0"/>
                </a:lnTo>
                <a:lnTo>
                  <a:pt x="0" y="52577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95400" y="1676401"/>
            <a:ext cx="7772400" cy="5867399"/>
          </a:xfrm>
          <a:custGeom>
            <a:avLst/>
            <a:gdLst/>
            <a:ahLst/>
            <a:cxnLst/>
            <a:rect l="l" t="t" r="r" b="b"/>
            <a:pathLst>
              <a:path w="6934200" h="5257800">
                <a:moveTo>
                  <a:pt x="0" y="5257799"/>
                </a:moveTo>
                <a:lnTo>
                  <a:pt x="6934199" y="5257799"/>
                </a:lnTo>
                <a:lnTo>
                  <a:pt x="6934199" y="0"/>
                </a:lnTo>
                <a:lnTo>
                  <a:pt x="0" y="0"/>
                </a:lnTo>
                <a:lnTo>
                  <a:pt x="0" y="5257799"/>
                </a:lnTo>
                <a:close/>
              </a:path>
            </a:pathLst>
          </a:custGeom>
          <a:ln w="15239">
            <a:solidFill>
              <a:srgbClr val="71855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-76200" y="691558"/>
            <a:ext cx="8915400" cy="67428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1462869" algn="ctr">
              <a:tabLst>
                <a:tab pos="1499059" algn="l"/>
                <a:tab pos="2123827" algn="l"/>
              </a:tabLst>
            </a:pPr>
            <a:r>
              <a:rPr sz="2500" b="1" spc="-4" dirty="0">
                <a:latin typeface="Times New Roman"/>
                <a:cs typeface="Times New Roman"/>
              </a:rPr>
              <a:t>D</a:t>
            </a:r>
            <a:r>
              <a:rPr sz="2500" b="1" dirty="0">
                <a:latin typeface="Times New Roman"/>
                <a:cs typeface="Times New Roman"/>
              </a:rPr>
              <a:t>i</a:t>
            </a:r>
            <a:r>
              <a:rPr sz="2500" b="1" spc="-10" dirty="0">
                <a:latin typeface="Times New Roman"/>
                <a:cs typeface="Times New Roman"/>
              </a:rPr>
              <a:t>f</a:t>
            </a:r>
            <a:r>
              <a:rPr sz="2500" b="1" spc="14" dirty="0">
                <a:latin typeface="Times New Roman"/>
                <a:cs typeface="Times New Roman"/>
              </a:rPr>
              <a:t>f</a:t>
            </a:r>
            <a:r>
              <a:rPr sz="2500" b="1" spc="-10" dirty="0">
                <a:latin typeface="Times New Roman"/>
                <a:cs typeface="Times New Roman"/>
              </a:rPr>
              <a:t>e</a:t>
            </a:r>
            <a:r>
              <a:rPr sz="2500" b="1" spc="-35" dirty="0">
                <a:latin typeface="Times New Roman"/>
                <a:cs typeface="Times New Roman"/>
              </a:rPr>
              <a:t>r</a:t>
            </a:r>
            <a:r>
              <a:rPr sz="2500" b="1" spc="-10" dirty="0">
                <a:latin typeface="Times New Roman"/>
                <a:cs typeface="Times New Roman"/>
              </a:rPr>
              <a:t>e</a:t>
            </a:r>
            <a:r>
              <a:rPr sz="2500" b="1" spc="4" dirty="0">
                <a:latin typeface="Times New Roman"/>
                <a:cs typeface="Times New Roman"/>
              </a:rPr>
              <a:t>n</a:t>
            </a:r>
            <a:r>
              <a:rPr sz="2500" b="1" spc="-10" dirty="0">
                <a:latin typeface="Times New Roman"/>
                <a:cs typeface="Times New Roman"/>
              </a:rPr>
              <a:t>c</a:t>
            </a:r>
            <a:r>
              <a:rPr sz="2500" b="1" dirty="0">
                <a:latin typeface="Times New Roman"/>
                <a:cs typeface="Times New Roman"/>
              </a:rPr>
              <a:t>e	</a:t>
            </a:r>
            <a:r>
              <a:rPr sz="2500" b="1" spc="-14" dirty="0">
                <a:latin typeface="Times New Roman"/>
                <a:cs typeface="Times New Roman"/>
              </a:rPr>
              <a:t>b</a:t>
            </a:r>
            <a:r>
              <a:rPr sz="2500" b="1" dirty="0">
                <a:latin typeface="Times New Roman"/>
                <a:cs typeface="Times New Roman"/>
              </a:rPr>
              <a:t>/w	</a:t>
            </a:r>
            <a:r>
              <a:rPr sz="2500" b="1" spc="4" dirty="0">
                <a:latin typeface="Times New Roman"/>
                <a:cs typeface="Times New Roman"/>
              </a:rPr>
              <a:t>E</a:t>
            </a:r>
            <a:r>
              <a:rPr sz="2500" b="1" spc="-14" dirty="0">
                <a:latin typeface="Times New Roman"/>
                <a:cs typeface="Times New Roman"/>
              </a:rPr>
              <a:t>n</a:t>
            </a:r>
            <a:r>
              <a:rPr sz="2500" b="1" spc="14" dirty="0">
                <a:latin typeface="Times New Roman"/>
                <a:cs typeface="Times New Roman"/>
              </a:rPr>
              <a:t>t</a:t>
            </a:r>
            <a:r>
              <a:rPr sz="2500" b="1" spc="-60" dirty="0">
                <a:latin typeface="Times New Roman"/>
                <a:cs typeface="Times New Roman"/>
              </a:rPr>
              <a:t>r</a:t>
            </a:r>
            <a:r>
              <a:rPr sz="2500" b="1" spc="10" dirty="0">
                <a:latin typeface="Times New Roman"/>
                <a:cs typeface="Times New Roman"/>
              </a:rPr>
              <a:t>e</a:t>
            </a:r>
            <a:r>
              <a:rPr sz="2500" b="1" spc="-14" dirty="0">
                <a:latin typeface="Times New Roman"/>
                <a:cs typeface="Times New Roman"/>
              </a:rPr>
              <a:t>p</a:t>
            </a:r>
            <a:r>
              <a:rPr sz="2500" b="1" spc="-35" dirty="0">
                <a:latin typeface="Times New Roman"/>
                <a:cs typeface="Times New Roman"/>
              </a:rPr>
              <a:t>r</a:t>
            </a:r>
            <a:r>
              <a:rPr sz="2500" b="1" spc="-10" dirty="0">
                <a:latin typeface="Times New Roman"/>
                <a:cs typeface="Times New Roman"/>
              </a:rPr>
              <a:t>e</a:t>
            </a:r>
            <a:r>
              <a:rPr sz="2500" b="1" spc="4" dirty="0">
                <a:latin typeface="Times New Roman"/>
                <a:cs typeface="Times New Roman"/>
              </a:rPr>
              <a:t>n</a:t>
            </a:r>
            <a:r>
              <a:rPr sz="2500" b="1" spc="-10" dirty="0">
                <a:latin typeface="Times New Roman"/>
                <a:cs typeface="Times New Roman"/>
              </a:rPr>
              <a:t>e</a:t>
            </a:r>
            <a:r>
              <a:rPr sz="2500" b="1" spc="4" dirty="0">
                <a:latin typeface="Times New Roman"/>
                <a:cs typeface="Times New Roman"/>
              </a:rPr>
              <a:t>u</a:t>
            </a:r>
            <a:r>
              <a:rPr sz="2500" b="1" spc="-10" dirty="0">
                <a:latin typeface="Times New Roman"/>
                <a:cs typeface="Times New Roman"/>
              </a:rPr>
              <a:t>r</a:t>
            </a:r>
            <a:r>
              <a:rPr sz="2500" b="1" dirty="0">
                <a:latin typeface="Times New Roman"/>
                <a:cs typeface="Times New Roman"/>
              </a:rPr>
              <a:t>s</a:t>
            </a:r>
            <a:r>
              <a:rPr sz="2500" b="1" spc="4" dirty="0">
                <a:latin typeface="Times New Roman"/>
                <a:cs typeface="Times New Roman"/>
              </a:rPr>
              <a:t>h</a:t>
            </a:r>
            <a:r>
              <a:rPr sz="2500" b="1" dirty="0">
                <a:latin typeface="Times New Roman"/>
                <a:cs typeface="Times New Roman"/>
              </a:rPr>
              <a:t>ip</a:t>
            </a:r>
            <a:r>
              <a:rPr sz="2500" b="1" spc="-14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a</a:t>
            </a:r>
            <a:r>
              <a:rPr sz="2500" b="1" spc="4" dirty="0">
                <a:latin typeface="Times New Roman"/>
                <a:cs typeface="Times New Roman"/>
              </a:rPr>
              <a:t>n</a:t>
            </a:r>
            <a:r>
              <a:rPr sz="2500" b="1" dirty="0">
                <a:latin typeface="Times New Roman"/>
                <a:cs typeface="Times New Roman"/>
              </a:rPr>
              <a:t>d</a:t>
            </a:r>
            <a:r>
              <a:rPr sz="2500" b="1" spc="4" dirty="0">
                <a:latin typeface="Times New Roman"/>
                <a:cs typeface="Times New Roman"/>
              </a:rPr>
              <a:t> </a:t>
            </a:r>
            <a:r>
              <a:rPr lang="en-IN" sz="2500" b="1" spc="4" dirty="0" smtClean="0">
                <a:latin typeface="Times New Roman"/>
                <a:cs typeface="Times New Roman"/>
              </a:rPr>
              <a:t>  </a:t>
            </a:r>
          </a:p>
          <a:p>
            <a:pPr marR="1462869" algn="ctr">
              <a:tabLst>
                <a:tab pos="1499059" algn="l"/>
                <a:tab pos="2123827" algn="l"/>
              </a:tabLst>
            </a:pPr>
            <a:r>
              <a:rPr lang="en-IN" sz="2500" b="1" spc="4" dirty="0">
                <a:latin typeface="Times New Roman"/>
                <a:cs typeface="Times New Roman"/>
              </a:rPr>
              <a:t> </a:t>
            </a:r>
            <a:r>
              <a:rPr lang="en-IN" sz="2500" b="1" spc="4" dirty="0" smtClean="0">
                <a:latin typeface="Times New Roman"/>
                <a:cs typeface="Times New Roman"/>
              </a:rPr>
              <a:t>           </a:t>
            </a:r>
            <a:r>
              <a:rPr sz="2500" b="1" spc="-20" dirty="0" smtClean="0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r>
              <a:rPr sz="2500" b="1" spc="4" dirty="0" smtClean="0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r>
              <a:rPr sz="2500" b="1" spc="-10" dirty="0" smtClean="0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sz="2500" b="1" spc="-35" dirty="0" smtClean="0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r>
              <a:rPr sz="2500" b="1" spc="10" dirty="0" smtClean="0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r>
              <a:rPr sz="2500" b="1" spc="-14" dirty="0" smtClean="0">
                <a:solidFill>
                  <a:srgbClr val="FF0000"/>
                </a:solidFill>
                <a:latin typeface="Times New Roman"/>
                <a:cs typeface="Times New Roman"/>
              </a:rPr>
              <a:t>p</a:t>
            </a:r>
            <a:r>
              <a:rPr sz="2500" b="1" spc="-35" dirty="0" smtClean="0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r>
              <a:rPr sz="2500" b="1" spc="-10" dirty="0" smtClean="0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r>
              <a:rPr sz="2500" b="1" spc="4" dirty="0" smtClean="0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r>
              <a:rPr sz="2500" b="1" spc="-10" dirty="0" smtClean="0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r>
              <a:rPr sz="2500" b="1" spc="4" dirty="0" smtClean="0">
                <a:solidFill>
                  <a:srgbClr val="FF0000"/>
                </a:solidFill>
                <a:latin typeface="Times New Roman"/>
                <a:cs typeface="Times New Roman"/>
              </a:rPr>
              <a:t>u</a:t>
            </a:r>
            <a:r>
              <a:rPr sz="2500" b="1" dirty="0" smtClean="0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endParaRPr sz="2500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>
              <a:spcBef>
                <a:spcPts val="43"/>
              </a:spcBef>
            </a:pPr>
            <a:endParaRPr sz="1900" dirty="0">
              <a:latin typeface="Times New Roman"/>
              <a:cs typeface="Times New Roman"/>
            </a:endParaRPr>
          </a:p>
          <a:p>
            <a:pPr marL="182859">
              <a:lnSpc>
                <a:spcPts val="1855"/>
              </a:lnSpc>
            </a:pPr>
            <a:r>
              <a:rPr dirty="0">
                <a:latin typeface="Century Gothic"/>
                <a:cs typeface="Century Gothic"/>
              </a:rPr>
              <a:t>5</a:t>
            </a:r>
          </a:p>
          <a:p>
            <a:pPr marL="1955571" indent="-342859">
              <a:lnSpc>
                <a:spcPts val="2575"/>
              </a:lnSpc>
              <a:buClr>
                <a:srgbClr val="A42F0F"/>
              </a:buClr>
              <a:buFont typeface="Wingdings"/>
              <a:buChar char=""/>
              <a:tabLst>
                <a:tab pos="1955571" algn="l"/>
              </a:tabLst>
            </a:pPr>
            <a:r>
              <a:rPr sz="2500" spc="-4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nt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p</a:t>
            </a:r>
            <a:r>
              <a:rPr sz="2500" spc="-35" dirty="0">
                <a:latin typeface="Times New Roman"/>
                <a:cs typeface="Times New Roman"/>
              </a:rPr>
              <a:t>r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n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u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ship </a:t>
            </a:r>
            <a:r>
              <a:rPr sz="2500" spc="-240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Times New Roman"/>
                <a:cs typeface="Times New Roman"/>
              </a:rPr>
              <a:t>c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n </a:t>
            </a:r>
            <a:r>
              <a:rPr sz="2500" spc="-24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be </a:t>
            </a:r>
            <a:r>
              <a:rPr sz="2500" spc="-23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d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s</a:t>
            </a:r>
            <a:r>
              <a:rPr sz="2500" spc="-10" dirty="0">
                <a:latin typeface="Times New Roman"/>
                <a:cs typeface="Times New Roman"/>
              </a:rPr>
              <a:t>cr</a:t>
            </a:r>
            <a:r>
              <a:rPr sz="2500" dirty="0">
                <a:latin typeface="Times New Roman"/>
                <a:cs typeface="Times New Roman"/>
              </a:rPr>
              <a:t>ib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d </a:t>
            </a:r>
            <a:r>
              <a:rPr sz="2500" spc="-24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s </a:t>
            </a:r>
            <a:r>
              <a:rPr sz="2500" spc="-24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 </a:t>
            </a:r>
            <a:r>
              <a:rPr sz="2500" spc="-240" dirty="0">
                <a:latin typeface="Times New Roman"/>
                <a:cs typeface="Times New Roman"/>
              </a:rPr>
              <a:t> </a:t>
            </a:r>
            <a:r>
              <a:rPr sz="2500" b="1" i="1" dirty="0">
                <a:solidFill>
                  <a:srgbClr val="C00000"/>
                </a:solidFill>
                <a:latin typeface="Times New Roman"/>
                <a:cs typeface="Times New Roman"/>
              </a:rPr>
              <a:t>pr</a:t>
            </a:r>
            <a:r>
              <a:rPr sz="2500" b="1" i="1" spc="-14" dirty="0">
                <a:solidFill>
                  <a:srgbClr val="C00000"/>
                </a:solidFill>
                <a:latin typeface="Times New Roman"/>
                <a:cs typeface="Times New Roman"/>
              </a:rPr>
              <a:t>o</a:t>
            </a:r>
            <a:r>
              <a:rPr sz="2500" b="1" i="1" spc="-4" dirty="0">
                <a:solidFill>
                  <a:srgbClr val="C00000"/>
                </a:solidFill>
                <a:latin typeface="Times New Roman"/>
                <a:cs typeface="Times New Roman"/>
              </a:rPr>
              <a:t>c</a:t>
            </a:r>
            <a:r>
              <a:rPr sz="2500" b="1" i="1" spc="-10" dirty="0">
                <a:solidFill>
                  <a:srgbClr val="C00000"/>
                </a:solidFill>
                <a:latin typeface="Times New Roman"/>
                <a:cs typeface="Times New Roman"/>
              </a:rPr>
              <a:t>e</a:t>
            </a:r>
            <a:r>
              <a:rPr sz="2500" b="1" i="1" dirty="0">
                <a:solidFill>
                  <a:srgbClr val="C00000"/>
                </a:solidFill>
                <a:latin typeface="Times New Roman"/>
                <a:cs typeface="Times New Roman"/>
              </a:rPr>
              <a:t>ss </a:t>
            </a:r>
            <a:r>
              <a:rPr sz="2500" b="1" i="1" spc="-2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500" dirty="0" smtClean="0">
                <a:latin typeface="Times New Roman"/>
                <a:cs typeface="Times New Roman"/>
              </a:rPr>
              <a:t>of</a:t>
            </a:r>
            <a:r>
              <a:rPr lang="en-IN" sz="2500" dirty="0" smtClean="0">
                <a:latin typeface="Times New Roman"/>
                <a:cs typeface="Times New Roman"/>
              </a:rPr>
              <a:t> </a:t>
            </a:r>
            <a:r>
              <a:rPr sz="2500" dirty="0" smtClean="0">
                <a:latin typeface="Times New Roman"/>
                <a:cs typeface="Times New Roman"/>
              </a:rPr>
              <a:t>s</a:t>
            </a:r>
            <a:r>
              <a:rPr sz="2500" spc="-10" dirty="0" smtClean="0">
                <a:latin typeface="Times New Roman"/>
                <a:cs typeface="Times New Roman"/>
              </a:rPr>
              <a:t>e</a:t>
            </a:r>
            <a:r>
              <a:rPr sz="2500" dirty="0" smtClean="0">
                <a:latin typeface="Times New Roman"/>
                <a:cs typeface="Times New Roman"/>
              </a:rPr>
              <a:t>t</a:t>
            </a:r>
            <a:r>
              <a:rPr sz="2500" spc="25" dirty="0" smtClean="0">
                <a:latin typeface="Times New Roman"/>
                <a:cs typeface="Times New Roman"/>
              </a:rPr>
              <a:t>t</a:t>
            </a:r>
            <a:r>
              <a:rPr sz="2500" spc="-20" dirty="0" smtClean="0">
                <a:latin typeface="Times New Roman"/>
                <a:cs typeface="Times New Roman"/>
              </a:rPr>
              <a:t>i</a:t>
            </a:r>
            <a:r>
              <a:rPr sz="2500" dirty="0" smtClean="0">
                <a:latin typeface="Times New Roman"/>
                <a:cs typeface="Times New Roman"/>
              </a:rPr>
              <a:t>ng</a:t>
            </a:r>
            <a:r>
              <a:rPr sz="2500" spc="-25" dirty="0" smtClean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up 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n 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nt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spc="14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p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is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.</a:t>
            </a:r>
          </a:p>
          <a:p>
            <a:pPr marL="1955571" indent="-342859">
              <a:spcBef>
                <a:spcPts val="599"/>
              </a:spcBef>
              <a:buClr>
                <a:srgbClr val="A42F0F"/>
              </a:buClr>
              <a:buFont typeface="Wingdings"/>
              <a:buChar char=""/>
              <a:tabLst>
                <a:tab pos="1955571" algn="l"/>
              </a:tabLst>
            </a:pPr>
            <a:r>
              <a:rPr sz="2500" spc="-4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nt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p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n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u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ship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is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</a:t>
            </a:r>
            <a:r>
              <a:rPr sz="2500" spc="10" dirty="0">
                <a:latin typeface="Times New Roman"/>
                <a:cs typeface="Times New Roman"/>
              </a:rPr>
              <a:t> </a:t>
            </a:r>
            <a:r>
              <a:rPr sz="2500" b="1" i="1" spc="-4" dirty="0">
                <a:solidFill>
                  <a:srgbClr val="C00000"/>
                </a:solidFill>
                <a:latin typeface="Times New Roman"/>
                <a:cs typeface="Times New Roman"/>
              </a:rPr>
              <a:t>c</a:t>
            </a:r>
            <a:r>
              <a:rPr sz="2500" b="1" i="1" spc="-25" dirty="0">
                <a:solidFill>
                  <a:srgbClr val="C00000"/>
                </a:solidFill>
                <a:latin typeface="Times New Roman"/>
                <a:cs typeface="Times New Roman"/>
              </a:rPr>
              <a:t>r</a:t>
            </a:r>
            <a:r>
              <a:rPr sz="2500" b="1" i="1" spc="10" dirty="0">
                <a:solidFill>
                  <a:srgbClr val="C00000"/>
                </a:solidFill>
                <a:latin typeface="Times New Roman"/>
                <a:cs typeface="Times New Roman"/>
              </a:rPr>
              <a:t>e</a:t>
            </a:r>
            <a:r>
              <a:rPr sz="2500" b="1" i="1" dirty="0">
                <a:solidFill>
                  <a:srgbClr val="C00000"/>
                </a:solidFill>
                <a:latin typeface="Times New Roman"/>
                <a:cs typeface="Times New Roman"/>
              </a:rPr>
              <a:t>ati</a:t>
            </a:r>
            <a:r>
              <a:rPr sz="2500" b="1" i="1" spc="10" dirty="0">
                <a:solidFill>
                  <a:srgbClr val="C00000"/>
                </a:solidFill>
                <a:latin typeface="Times New Roman"/>
                <a:cs typeface="Times New Roman"/>
              </a:rPr>
              <a:t>v</a:t>
            </a:r>
            <a:r>
              <a:rPr sz="2500" b="1" i="1" dirty="0">
                <a:solidFill>
                  <a:srgbClr val="C00000"/>
                </a:solidFill>
                <a:latin typeface="Times New Roman"/>
                <a:cs typeface="Times New Roman"/>
              </a:rPr>
              <a:t>e</a:t>
            </a:r>
            <a:r>
              <a:rPr sz="2500" b="1" i="1" spc="-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500" b="1" i="1" spc="-14" dirty="0">
                <a:solidFill>
                  <a:srgbClr val="C00000"/>
                </a:solidFill>
                <a:latin typeface="Times New Roman"/>
                <a:cs typeface="Times New Roman"/>
              </a:rPr>
              <a:t>a</a:t>
            </a:r>
            <a:r>
              <a:rPr sz="2500" b="1" i="1" spc="-4" dirty="0">
                <a:solidFill>
                  <a:srgbClr val="C00000"/>
                </a:solidFill>
                <a:latin typeface="Times New Roman"/>
                <a:cs typeface="Times New Roman"/>
              </a:rPr>
              <a:t>c</a:t>
            </a:r>
            <a:r>
              <a:rPr sz="2500" b="1" i="1" dirty="0">
                <a:solidFill>
                  <a:srgbClr val="C00000"/>
                </a:solidFill>
                <a:latin typeface="Times New Roman"/>
                <a:cs typeface="Times New Roman"/>
              </a:rPr>
              <a:t>ti</a:t>
            </a:r>
            <a:r>
              <a:rPr sz="2500" b="1" i="1" spc="10" dirty="0">
                <a:solidFill>
                  <a:srgbClr val="C00000"/>
                </a:solidFill>
                <a:latin typeface="Times New Roman"/>
                <a:cs typeface="Times New Roman"/>
              </a:rPr>
              <a:t>v</a:t>
            </a:r>
            <a:r>
              <a:rPr sz="2500" b="1" i="1" spc="-20" dirty="0">
                <a:solidFill>
                  <a:srgbClr val="C00000"/>
                </a:solidFill>
                <a:latin typeface="Times New Roman"/>
                <a:cs typeface="Times New Roman"/>
              </a:rPr>
              <a:t>i</a:t>
            </a:r>
            <a:r>
              <a:rPr sz="2500" b="1" i="1" dirty="0">
                <a:solidFill>
                  <a:srgbClr val="C00000"/>
                </a:solidFill>
                <a:latin typeface="Times New Roman"/>
                <a:cs typeface="Times New Roman"/>
              </a:rPr>
              <a:t>t</a:t>
            </a:r>
            <a:r>
              <a:rPr sz="2500" b="1" i="1" spc="-25" dirty="0">
                <a:solidFill>
                  <a:srgbClr val="C00000"/>
                </a:solidFill>
                <a:latin typeface="Times New Roman"/>
                <a:cs typeface="Times New Roman"/>
              </a:rPr>
              <a:t>y</a:t>
            </a:r>
            <a:r>
              <a:rPr sz="2500" b="1" dirty="0">
                <a:solidFill>
                  <a:srgbClr val="C00000"/>
                </a:solidFill>
                <a:latin typeface="Times New Roman"/>
                <a:cs typeface="Times New Roman"/>
              </a:rPr>
              <a:t>.</a:t>
            </a:r>
            <a:endParaRPr sz="2500" dirty="0">
              <a:latin typeface="Times New Roman"/>
              <a:cs typeface="Times New Roman"/>
            </a:endParaRPr>
          </a:p>
          <a:p>
            <a:pPr marL="1955571" marR="5080" indent="-342859" algn="just">
              <a:spcBef>
                <a:spcPts val="599"/>
              </a:spcBef>
              <a:buClr>
                <a:srgbClr val="A42F0F"/>
              </a:buClr>
              <a:buFont typeface="Wingdings"/>
              <a:buChar char=""/>
              <a:tabLst>
                <a:tab pos="1955571" algn="l"/>
              </a:tabLst>
            </a:pPr>
            <a:r>
              <a:rPr sz="2500" spc="-4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nt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p</a:t>
            </a:r>
            <a:r>
              <a:rPr sz="2500" spc="-35" dirty="0">
                <a:latin typeface="Times New Roman"/>
                <a:cs typeface="Times New Roman"/>
              </a:rPr>
              <a:t>r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n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u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ship </a:t>
            </a:r>
            <a:r>
              <a:rPr sz="2500" spc="45" dirty="0">
                <a:latin typeface="Times New Roman"/>
                <a:cs typeface="Times New Roman"/>
              </a:rPr>
              <a:t> </a:t>
            </a:r>
            <a:r>
              <a:rPr sz="2500" spc="25" dirty="0">
                <a:latin typeface="Times New Roman"/>
                <a:cs typeface="Times New Roman"/>
              </a:rPr>
              <a:t>i</a:t>
            </a:r>
            <a:r>
              <a:rPr sz="2500" dirty="0">
                <a:latin typeface="Times New Roman"/>
                <a:cs typeface="Times New Roman"/>
              </a:rPr>
              <a:t>s </a:t>
            </a:r>
            <a:r>
              <a:rPr sz="2500" spc="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the </a:t>
            </a:r>
            <a:r>
              <a:rPr sz="2500" spc="35" dirty="0">
                <a:latin typeface="Times New Roman"/>
                <a:cs typeface="Times New Roman"/>
              </a:rPr>
              <a:t> </a:t>
            </a:r>
            <a:r>
              <a:rPr sz="2500" b="1" i="1" dirty="0">
                <a:solidFill>
                  <a:srgbClr val="C00000"/>
                </a:solidFill>
                <a:latin typeface="Times New Roman"/>
                <a:cs typeface="Times New Roman"/>
              </a:rPr>
              <a:t>att</a:t>
            </a:r>
            <a:r>
              <a:rPr sz="2500" b="1" i="1" spc="-20" dirty="0">
                <a:solidFill>
                  <a:srgbClr val="C00000"/>
                </a:solidFill>
                <a:latin typeface="Times New Roman"/>
                <a:cs typeface="Times New Roman"/>
              </a:rPr>
              <a:t>i</a:t>
            </a:r>
            <a:r>
              <a:rPr sz="2500" b="1" i="1" dirty="0">
                <a:solidFill>
                  <a:srgbClr val="C00000"/>
                </a:solidFill>
                <a:latin typeface="Times New Roman"/>
                <a:cs typeface="Times New Roman"/>
              </a:rPr>
              <a:t>t</a:t>
            </a:r>
            <a:r>
              <a:rPr sz="2500" b="1" i="1" spc="4" dirty="0">
                <a:solidFill>
                  <a:srgbClr val="C00000"/>
                </a:solidFill>
                <a:latin typeface="Times New Roman"/>
                <a:cs typeface="Times New Roman"/>
              </a:rPr>
              <a:t>u</a:t>
            </a:r>
            <a:r>
              <a:rPr sz="2500" b="1" i="1" dirty="0">
                <a:solidFill>
                  <a:srgbClr val="C00000"/>
                </a:solidFill>
                <a:latin typeface="Times New Roman"/>
                <a:cs typeface="Times New Roman"/>
              </a:rPr>
              <a:t>de </a:t>
            </a:r>
            <a:r>
              <a:rPr sz="2500" b="1" i="1" spc="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500" b="1" i="1" dirty="0">
                <a:solidFill>
                  <a:srgbClr val="C00000"/>
                </a:solidFill>
                <a:latin typeface="Times New Roman"/>
                <a:cs typeface="Times New Roman"/>
              </a:rPr>
              <a:t>of </a:t>
            </a:r>
            <a:r>
              <a:rPr sz="2500" b="1" i="1" spc="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500" b="1" i="1" dirty="0">
                <a:solidFill>
                  <a:srgbClr val="C00000"/>
                </a:solidFill>
                <a:latin typeface="Times New Roman"/>
                <a:cs typeface="Times New Roman"/>
              </a:rPr>
              <a:t>mi</a:t>
            </a:r>
            <a:r>
              <a:rPr sz="2500" b="1" i="1" spc="4" dirty="0">
                <a:solidFill>
                  <a:srgbClr val="C00000"/>
                </a:solidFill>
                <a:latin typeface="Times New Roman"/>
                <a:cs typeface="Times New Roman"/>
              </a:rPr>
              <a:t>n</a:t>
            </a:r>
            <a:r>
              <a:rPr sz="2500" b="1" i="1" dirty="0">
                <a:solidFill>
                  <a:srgbClr val="C00000"/>
                </a:solidFill>
                <a:latin typeface="Times New Roman"/>
                <a:cs typeface="Times New Roman"/>
              </a:rPr>
              <a:t>d </a:t>
            </a:r>
            <a:r>
              <a:rPr sz="2500" b="1" i="1" spc="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to </a:t>
            </a:r>
            <a:r>
              <a:rPr sz="2500" spc="4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s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k oppo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tun</a:t>
            </a:r>
            <a:r>
              <a:rPr sz="2500" spc="-20" dirty="0">
                <a:latin typeface="Times New Roman"/>
                <a:cs typeface="Times New Roman"/>
              </a:rPr>
              <a:t>i</a:t>
            </a:r>
            <a:r>
              <a:rPr sz="2500" dirty="0">
                <a:latin typeface="Times New Roman"/>
                <a:cs typeface="Times New Roman"/>
              </a:rPr>
              <a:t>ti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s,  </a:t>
            </a:r>
            <a:r>
              <a:rPr sz="2500" spc="9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spc="-25" dirty="0">
                <a:latin typeface="Times New Roman"/>
                <a:cs typeface="Times New Roman"/>
              </a:rPr>
              <a:t>k</a:t>
            </a:r>
            <a:r>
              <a:rPr sz="2500" dirty="0">
                <a:latin typeface="Times New Roman"/>
                <a:cs typeface="Times New Roman"/>
              </a:rPr>
              <a:t>e  </a:t>
            </a:r>
            <a:r>
              <a:rPr sz="2500" spc="11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ca</a:t>
            </a:r>
            <a:r>
              <a:rPr sz="2500" dirty="0">
                <a:latin typeface="Times New Roman"/>
                <a:cs typeface="Times New Roman"/>
              </a:rPr>
              <a:t>l</a:t>
            </a:r>
            <a:r>
              <a:rPr sz="2500" spc="10" dirty="0">
                <a:latin typeface="Times New Roman"/>
                <a:cs typeface="Times New Roman"/>
              </a:rPr>
              <a:t>c</a:t>
            </a:r>
            <a:r>
              <a:rPr sz="2500" dirty="0">
                <a:latin typeface="Times New Roman"/>
                <a:cs typeface="Times New Roman"/>
              </a:rPr>
              <a:t>u</a:t>
            </a:r>
            <a:r>
              <a:rPr sz="2500" spc="-20" dirty="0">
                <a:latin typeface="Times New Roman"/>
                <a:cs typeface="Times New Roman"/>
              </a:rPr>
              <a:t>l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t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d  </a:t>
            </a:r>
            <a:r>
              <a:rPr sz="2500" spc="95" dirty="0">
                <a:latin typeface="Times New Roman"/>
                <a:cs typeface="Times New Roman"/>
              </a:rPr>
              <a:t> </a:t>
            </a:r>
            <a:r>
              <a:rPr sz="2500" spc="14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i</a:t>
            </a:r>
            <a:r>
              <a:rPr sz="2500" spc="-25" dirty="0">
                <a:latin typeface="Times New Roman"/>
                <a:cs typeface="Times New Roman"/>
              </a:rPr>
              <a:t>s</a:t>
            </a:r>
            <a:r>
              <a:rPr sz="2500" dirty="0">
                <a:latin typeface="Times New Roman"/>
                <a:cs typeface="Times New Roman"/>
              </a:rPr>
              <a:t>ks  </a:t>
            </a:r>
            <a:r>
              <a:rPr sz="2500" spc="12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nd  </a:t>
            </a:r>
            <a:r>
              <a:rPr sz="2500" spc="1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d</a:t>
            </a:r>
            <a:r>
              <a:rPr sz="2500" spc="-10" dirty="0">
                <a:latin typeface="Times New Roman"/>
                <a:cs typeface="Times New Roman"/>
              </a:rPr>
              <a:t>er</a:t>
            </a:r>
            <a:r>
              <a:rPr sz="2500" dirty="0">
                <a:latin typeface="Times New Roman"/>
                <a:cs typeface="Times New Roman"/>
              </a:rPr>
              <a:t>ive b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n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spc="-10" dirty="0">
                <a:latin typeface="Times New Roman"/>
                <a:cs typeface="Times New Roman"/>
              </a:rPr>
              <a:t>f</a:t>
            </a:r>
            <a:r>
              <a:rPr sz="2500" dirty="0">
                <a:latin typeface="Times New Roman"/>
                <a:cs typeface="Times New Roman"/>
              </a:rPr>
              <a:t>its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by s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tting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up a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v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ntu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 smtClean="0">
                <a:latin typeface="Times New Roman"/>
                <a:cs typeface="Times New Roman"/>
              </a:rPr>
              <a:t>.</a:t>
            </a:r>
            <a:endParaRPr lang="en-IN" sz="2500" dirty="0" smtClean="0">
              <a:latin typeface="Times New Roman"/>
              <a:cs typeface="Times New Roman"/>
            </a:endParaRPr>
          </a:p>
          <a:p>
            <a:pPr marL="1612712" marR="5080" algn="just">
              <a:spcBef>
                <a:spcPts val="599"/>
              </a:spcBef>
              <a:buClr>
                <a:srgbClr val="A42F0F"/>
              </a:buClr>
              <a:tabLst>
                <a:tab pos="1955571" algn="l"/>
              </a:tabLst>
            </a:pPr>
            <a:endParaRPr sz="2500" dirty="0">
              <a:latin typeface="Times New Roman"/>
              <a:cs typeface="Times New Roman"/>
            </a:endParaRPr>
          </a:p>
          <a:p>
            <a:pPr marL="1955571" indent="-342859">
              <a:spcBef>
                <a:spcPts val="599"/>
              </a:spcBef>
              <a:buClr>
                <a:srgbClr val="A42F0F"/>
              </a:buClr>
              <a:buFont typeface="Wingdings"/>
              <a:buChar char=""/>
              <a:tabLst>
                <a:tab pos="1955571" algn="l"/>
              </a:tabLst>
            </a:pPr>
            <a:r>
              <a:rPr sz="2500" spc="-4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nt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p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n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ur</a:t>
            </a:r>
            <a:r>
              <a:rPr sz="2500" spc="-6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is a </a:t>
            </a:r>
            <a:r>
              <a:rPr sz="2500" b="1" i="1" dirty="0">
                <a:solidFill>
                  <a:srgbClr val="C00000"/>
                </a:solidFill>
                <a:latin typeface="Times New Roman"/>
                <a:cs typeface="Times New Roman"/>
              </a:rPr>
              <a:t>p</a:t>
            </a:r>
            <a:r>
              <a:rPr sz="2500" b="1" i="1" spc="10" dirty="0">
                <a:solidFill>
                  <a:srgbClr val="C00000"/>
                </a:solidFill>
                <a:latin typeface="Times New Roman"/>
                <a:cs typeface="Times New Roman"/>
              </a:rPr>
              <a:t>e</a:t>
            </a:r>
            <a:r>
              <a:rPr sz="2500" b="1" i="1" spc="-25" dirty="0">
                <a:solidFill>
                  <a:srgbClr val="C00000"/>
                </a:solidFill>
                <a:latin typeface="Times New Roman"/>
                <a:cs typeface="Times New Roman"/>
              </a:rPr>
              <a:t>r</a:t>
            </a:r>
            <a:r>
              <a:rPr sz="2500" b="1" i="1" spc="25" dirty="0">
                <a:solidFill>
                  <a:srgbClr val="C00000"/>
                </a:solidFill>
                <a:latin typeface="Times New Roman"/>
                <a:cs typeface="Times New Roman"/>
              </a:rPr>
              <a:t>s</a:t>
            </a:r>
            <a:r>
              <a:rPr sz="2500" b="1" i="1" dirty="0">
                <a:solidFill>
                  <a:srgbClr val="C00000"/>
                </a:solidFill>
                <a:latin typeface="Times New Roman"/>
                <a:cs typeface="Times New Roman"/>
              </a:rPr>
              <a:t>on</a:t>
            </a:r>
            <a:r>
              <a:rPr sz="2500" b="1" i="1" spc="-14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500" spc="-4" dirty="0">
                <a:latin typeface="Times New Roman"/>
                <a:cs typeface="Times New Roman"/>
              </a:rPr>
              <a:t>w</a:t>
            </a:r>
            <a:r>
              <a:rPr sz="2500" dirty="0">
                <a:latin typeface="Times New Roman"/>
                <a:cs typeface="Times New Roman"/>
              </a:rPr>
              <a:t>ho s</a:t>
            </a:r>
            <a:r>
              <a:rPr sz="2500" spc="25" dirty="0">
                <a:latin typeface="Times New Roman"/>
                <a:cs typeface="Times New Roman"/>
              </a:rPr>
              <a:t>t</a:t>
            </a:r>
            <a:r>
              <a:rPr sz="2500" spc="-10" dirty="0">
                <a:latin typeface="Times New Roman"/>
                <a:cs typeface="Times New Roman"/>
              </a:rPr>
              <a:t>ar</a:t>
            </a:r>
            <a:r>
              <a:rPr sz="2500" spc="25" dirty="0">
                <a:latin typeface="Times New Roman"/>
                <a:cs typeface="Times New Roman"/>
              </a:rPr>
              <a:t>t</a:t>
            </a:r>
            <a:r>
              <a:rPr sz="2500" dirty="0">
                <a:latin typeface="Times New Roman"/>
                <a:cs typeface="Times New Roman"/>
              </a:rPr>
              <a:t>s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n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nt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spc="14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p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spc="25" dirty="0">
                <a:latin typeface="Times New Roman"/>
                <a:cs typeface="Times New Roman"/>
              </a:rPr>
              <a:t>i</a:t>
            </a:r>
            <a:r>
              <a:rPr sz="2500" spc="-25" dirty="0">
                <a:latin typeface="Times New Roman"/>
                <a:cs typeface="Times New Roman"/>
              </a:rPr>
              <a:t>s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.</a:t>
            </a:r>
          </a:p>
          <a:p>
            <a:pPr marL="1955571" indent="-342859">
              <a:spcBef>
                <a:spcPts val="599"/>
              </a:spcBef>
              <a:buClr>
                <a:srgbClr val="A42F0F"/>
              </a:buClr>
              <a:buFont typeface="Wingdings"/>
              <a:buChar char=""/>
              <a:tabLst>
                <a:tab pos="1955571" algn="l"/>
              </a:tabLst>
            </a:pPr>
            <a:r>
              <a:rPr sz="2500" spc="-4" dirty="0">
                <a:latin typeface="Times New Roman"/>
                <a:cs typeface="Times New Roman"/>
              </a:rPr>
              <a:t>T</a:t>
            </a:r>
            <a:r>
              <a:rPr sz="2500" dirty="0">
                <a:latin typeface="Times New Roman"/>
                <a:cs typeface="Times New Roman"/>
              </a:rPr>
              <a:t>he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b="1" i="1" dirty="0">
                <a:solidFill>
                  <a:srgbClr val="C00000"/>
                </a:solidFill>
                <a:latin typeface="Times New Roman"/>
                <a:cs typeface="Times New Roman"/>
              </a:rPr>
              <a:t>pr</a:t>
            </a:r>
            <a:r>
              <a:rPr sz="2500" b="1" i="1" spc="-14" dirty="0">
                <a:solidFill>
                  <a:srgbClr val="C00000"/>
                </a:solidFill>
                <a:latin typeface="Times New Roman"/>
                <a:cs typeface="Times New Roman"/>
              </a:rPr>
              <a:t>o</a:t>
            </a:r>
            <a:r>
              <a:rPr sz="2500" b="1" i="1" spc="-25" dirty="0">
                <a:solidFill>
                  <a:srgbClr val="C00000"/>
                </a:solidFill>
                <a:latin typeface="Times New Roman"/>
                <a:cs typeface="Times New Roman"/>
              </a:rPr>
              <a:t>c</a:t>
            </a:r>
            <a:r>
              <a:rPr sz="2500" b="1" i="1" spc="10" dirty="0">
                <a:solidFill>
                  <a:srgbClr val="C00000"/>
                </a:solidFill>
                <a:latin typeface="Times New Roman"/>
                <a:cs typeface="Times New Roman"/>
              </a:rPr>
              <a:t>e</a:t>
            </a:r>
            <a:r>
              <a:rPr sz="2500" b="1" i="1" dirty="0">
                <a:solidFill>
                  <a:srgbClr val="C00000"/>
                </a:solidFill>
                <a:latin typeface="Times New Roman"/>
                <a:cs typeface="Times New Roman"/>
              </a:rPr>
              <a:t>ss </a:t>
            </a:r>
            <a:r>
              <a:rPr sz="2500" dirty="0">
                <a:latin typeface="Times New Roman"/>
                <a:cs typeface="Times New Roman"/>
              </a:rPr>
              <a:t>of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Times New Roman"/>
                <a:cs typeface="Times New Roman"/>
              </a:rPr>
              <a:t>c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spc="25" dirty="0">
                <a:latin typeface="Times New Roman"/>
                <a:cs typeface="Times New Roman"/>
              </a:rPr>
              <a:t>t</a:t>
            </a:r>
            <a:r>
              <a:rPr sz="2500" spc="-20" dirty="0">
                <a:latin typeface="Times New Roman"/>
                <a:cs typeface="Times New Roman"/>
              </a:rPr>
              <a:t>i</a:t>
            </a:r>
            <a:r>
              <a:rPr sz="2500" dirty="0">
                <a:latin typeface="Times New Roman"/>
                <a:cs typeface="Times New Roman"/>
              </a:rPr>
              <a:t>on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spc="25" dirty="0">
                <a:latin typeface="Times New Roman"/>
                <a:cs typeface="Times New Roman"/>
              </a:rPr>
              <a:t>i</a:t>
            </a:r>
            <a:r>
              <a:rPr sz="2500" dirty="0">
                <a:latin typeface="Times New Roman"/>
                <a:cs typeface="Times New Roman"/>
              </a:rPr>
              <a:t>s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Times New Roman"/>
                <a:cs typeface="Times New Roman"/>
              </a:rPr>
              <a:t>c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l</a:t>
            </a:r>
            <a:r>
              <a:rPr sz="2500" spc="25" dirty="0">
                <a:latin typeface="Times New Roman"/>
                <a:cs typeface="Times New Roman"/>
              </a:rPr>
              <a:t>l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d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nt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p</a:t>
            </a:r>
            <a:r>
              <a:rPr sz="2500" spc="14" dirty="0">
                <a:latin typeface="Times New Roman"/>
                <a:cs typeface="Times New Roman"/>
              </a:rPr>
              <a:t>r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n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u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ship.</a:t>
            </a:r>
          </a:p>
          <a:p>
            <a:pPr marL="1955571" marR="236193" indent="-342859">
              <a:spcBef>
                <a:spcPts val="599"/>
              </a:spcBef>
              <a:buClr>
                <a:srgbClr val="A42F0F"/>
              </a:buClr>
              <a:buFont typeface="Wingdings"/>
              <a:buChar char=""/>
              <a:tabLst>
                <a:tab pos="1955571" algn="l"/>
              </a:tabLst>
            </a:pPr>
            <a:r>
              <a:rPr sz="2500" spc="-4" dirty="0">
                <a:latin typeface="Times New Roman"/>
                <a:cs typeface="Times New Roman"/>
              </a:rPr>
              <a:t>T</a:t>
            </a:r>
            <a:r>
              <a:rPr sz="2500" dirty="0">
                <a:latin typeface="Times New Roman"/>
                <a:cs typeface="Times New Roman"/>
              </a:rPr>
              <a:t>he</a:t>
            </a:r>
            <a:r>
              <a:rPr sz="2500" spc="-10" dirty="0">
                <a:latin typeface="Times New Roman"/>
                <a:cs typeface="Times New Roman"/>
              </a:rPr>
              <a:t> e</a:t>
            </a:r>
            <a:r>
              <a:rPr sz="2500" dirty="0">
                <a:latin typeface="Times New Roman"/>
                <a:cs typeface="Times New Roman"/>
              </a:rPr>
              <a:t>nt</a:t>
            </a:r>
            <a:r>
              <a:rPr sz="2500" spc="14" dirty="0">
                <a:latin typeface="Times New Roman"/>
                <a:cs typeface="Times New Roman"/>
              </a:rPr>
              <a:t>r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p</a:t>
            </a:r>
            <a:r>
              <a:rPr sz="2500" spc="14" dirty="0">
                <a:latin typeface="Times New Roman"/>
                <a:cs typeface="Times New Roman"/>
              </a:rPr>
              <a:t>r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n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ur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is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the </a:t>
            </a:r>
            <a:r>
              <a:rPr sz="2500" b="1" i="1" spc="-14" dirty="0">
                <a:solidFill>
                  <a:srgbClr val="C00000"/>
                </a:solidFill>
                <a:latin typeface="Times New Roman"/>
                <a:cs typeface="Times New Roman"/>
              </a:rPr>
              <a:t>a</a:t>
            </a:r>
            <a:r>
              <a:rPr sz="2500" b="1" i="1" spc="-25" dirty="0">
                <a:solidFill>
                  <a:srgbClr val="C00000"/>
                </a:solidFill>
                <a:latin typeface="Times New Roman"/>
                <a:cs typeface="Times New Roman"/>
              </a:rPr>
              <a:t>c</a:t>
            </a:r>
            <a:r>
              <a:rPr sz="2500" b="1" i="1" spc="25" dirty="0">
                <a:solidFill>
                  <a:srgbClr val="C00000"/>
                </a:solidFill>
                <a:latin typeface="Times New Roman"/>
                <a:cs typeface="Times New Roman"/>
              </a:rPr>
              <a:t>t</a:t>
            </a:r>
            <a:r>
              <a:rPr sz="2500" b="1" i="1" dirty="0">
                <a:solidFill>
                  <a:srgbClr val="C00000"/>
                </a:solidFill>
                <a:latin typeface="Times New Roman"/>
                <a:cs typeface="Times New Roman"/>
              </a:rPr>
              <a:t>or</a:t>
            </a:r>
            <a:r>
              <a:rPr sz="2500" b="1" i="1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nd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nt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p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n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u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spc="25" dirty="0">
                <a:latin typeface="Times New Roman"/>
                <a:cs typeface="Times New Roman"/>
              </a:rPr>
              <a:t>s</a:t>
            </a:r>
            <a:r>
              <a:rPr sz="2500" dirty="0">
                <a:latin typeface="Times New Roman"/>
                <a:cs typeface="Times New Roman"/>
              </a:rPr>
              <a:t>h</a:t>
            </a:r>
            <a:r>
              <a:rPr sz="2500" spc="-20" dirty="0">
                <a:latin typeface="Times New Roman"/>
                <a:cs typeface="Times New Roman"/>
              </a:rPr>
              <a:t>i</a:t>
            </a:r>
            <a:r>
              <a:rPr sz="2500" dirty="0">
                <a:latin typeface="Times New Roman"/>
                <a:cs typeface="Times New Roman"/>
              </a:rPr>
              <a:t>p is </a:t>
            </a:r>
            <a:r>
              <a:rPr sz="2500" spc="-20" dirty="0">
                <a:latin typeface="Times New Roman"/>
                <a:cs typeface="Times New Roman"/>
              </a:rPr>
              <a:t>t</a:t>
            </a:r>
            <a:r>
              <a:rPr sz="2500" dirty="0">
                <a:latin typeface="Times New Roman"/>
                <a:cs typeface="Times New Roman"/>
              </a:rPr>
              <a:t>he </a:t>
            </a:r>
            <a:r>
              <a:rPr sz="2500" b="1" i="1" spc="-14" dirty="0">
                <a:solidFill>
                  <a:srgbClr val="C00000"/>
                </a:solidFill>
                <a:latin typeface="Times New Roman"/>
                <a:cs typeface="Times New Roman"/>
              </a:rPr>
              <a:t>a</a:t>
            </a:r>
            <a:r>
              <a:rPr sz="2500" b="1" i="1" spc="-25" dirty="0">
                <a:solidFill>
                  <a:srgbClr val="C00000"/>
                </a:solidFill>
                <a:latin typeface="Times New Roman"/>
                <a:cs typeface="Times New Roman"/>
              </a:rPr>
              <a:t>c</a:t>
            </a:r>
            <a:r>
              <a:rPr sz="2500" b="1" i="1" spc="14" dirty="0">
                <a:solidFill>
                  <a:srgbClr val="C00000"/>
                </a:solidFill>
                <a:latin typeface="Times New Roman"/>
                <a:cs typeface="Times New Roman"/>
              </a:rPr>
              <a:t>t</a:t>
            </a:r>
            <a:r>
              <a:rPr sz="2500" b="1" dirty="0">
                <a:solidFill>
                  <a:srgbClr val="C00000"/>
                </a:solidFill>
                <a:latin typeface="Times New Roman"/>
                <a:cs typeface="Times New Roman"/>
              </a:rPr>
              <a:t>.</a:t>
            </a:r>
            <a:endParaRPr sz="2500" dirty="0">
              <a:latin typeface="Times New Roman"/>
              <a:cs typeface="Times New Roman"/>
            </a:endParaRPr>
          </a:p>
          <a:p>
            <a:pPr marL="1955571" indent="-342859">
              <a:spcBef>
                <a:spcPts val="599"/>
              </a:spcBef>
              <a:buClr>
                <a:srgbClr val="A42F0F"/>
              </a:buClr>
              <a:buFont typeface="Wingdings"/>
              <a:buChar char=""/>
              <a:tabLst>
                <a:tab pos="1955571" algn="l"/>
              </a:tabLst>
            </a:pPr>
            <a:r>
              <a:rPr sz="2500" spc="-4" dirty="0">
                <a:latin typeface="Times New Roman"/>
                <a:cs typeface="Times New Roman"/>
              </a:rPr>
              <a:t>T</a:t>
            </a:r>
            <a:r>
              <a:rPr sz="2500" dirty="0">
                <a:latin typeface="Times New Roman"/>
                <a:cs typeface="Times New Roman"/>
              </a:rPr>
              <a:t>he </a:t>
            </a:r>
            <a:r>
              <a:rPr sz="2500" spc="-27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out</a:t>
            </a:r>
            <a:r>
              <a:rPr sz="2500" spc="10" dirty="0">
                <a:latin typeface="Times New Roman"/>
                <a:cs typeface="Times New Roman"/>
              </a:rPr>
              <a:t>c</a:t>
            </a:r>
            <a:r>
              <a:rPr sz="2500" dirty="0">
                <a:latin typeface="Times New Roman"/>
                <a:cs typeface="Times New Roman"/>
              </a:rPr>
              <a:t>o</a:t>
            </a:r>
            <a:r>
              <a:rPr sz="2500" spc="-20" dirty="0">
                <a:latin typeface="Times New Roman"/>
                <a:cs typeface="Times New Roman"/>
              </a:rPr>
              <a:t>m</a:t>
            </a:r>
            <a:r>
              <a:rPr sz="2500" dirty="0">
                <a:latin typeface="Times New Roman"/>
                <a:cs typeface="Times New Roman"/>
              </a:rPr>
              <a:t>e </a:t>
            </a:r>
            <a:r>
              <a:rPr sz="2500" spc="-27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of </a:t>
            </a:r>
            <a:r>
              <a:rPr sz="2500" spc="-27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the </a:t>
            </a:r>
            <a:r>
              <a:rPr sz="2500" spc="-27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ac</a:t>
            </a:r>
            <a:r>
              <a:rPr sz="2500" dirty="0">
                <a:latin typeface="Times New Roman"/>
                <a:cs typeface="Times New Roman"/>
              </a:rPr>
              <a:t>tor </a:t>
            </a:r>
            <a:r>
              <a:rPr sz="2500" spc="-275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nd </a:t>
            </a:r>
            <a:r>
              <a:rPr sz="2500" spc="-29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the </a:t>
            </a:r>
            <a:r>
              <a:rPr sz="2500" spc="-27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spc="10" dirty="0">
                <a:latin typeface="Times New Roman"/>
                <a:cs typeface="Times New Roman"/>
              </a:rPr>
              <a:t>c</a:t>
            </a:r>
            <a:r>
              <a:rPr sz="2500" dirty="0">
                <a:latin typeface="Times New Roman"/>
                <a:cs typeface="Times New Roman"/>
              </a:rPr>
              <a:t>t </a:t>
            </a:r>
            <a:r>
              <a:rPr sz="2500" spc="-28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is </a:t>
            </a:r>
            <a:r>
              <a:rPr sz="2500" spc="-26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c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spc="-20" dirty="0">
                <a:latin typeface="Times New Roman"/>
                <a:cs typeface="Times New Roman"/>
              </a:rPr>
              <a:t>l</a:t>
            </a:r>
            <a:r>
              <a:rPr sz="2500" dirty="0">
                <a:latin typeface="Times New Roman"/>
                <a:cs typeface="Times New Roman"/>
              </a:rPr>
              <a:t>l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d </a:t>
            </a:r>
            <a:r>
              <a:rPr sz="2500" spc="-290" dirty="0">
                <a:latin typeface="Times New Roman"/>
                <a:cs typeface="Times New Roman"/>
              </a:rPr>
              <a:t> </a:t>
            </a:r>
            <a:r>
              <a:rPr sz="2500" dirty="0" smtClean="0">
                <a:latin typeface="Times New Roman"/>
                <a:cs typeface="Times New Roman"/>
              </a:rPr>
              <a:t>the</a:t>
            </a:r>
            <a:r>
              <a:rPr lang="en-IN" sz="2500" dirty="0" smtClean="0">
                <a:latin typeface="Times New Roman"/>
                <a:cs typeface="Times New Roman"/>
              </a:rPr>
              <a:t> </a:t>
            </a:r>
            <a:r>
              <a:rPr sz="2500" b="1" i="1" spc="-10" dirty="0" smtClean="0">
                <a:solidFill>
                  <a:srgbClr val="C00000"/>
                </a:solidFill>
                <a:latin typeface="Times New Roman"/>
                <a:cs typeface="Times New Roman"/>
              </a:rPr>
              <a:t>e</a:t>
            </a:r>
            <a:r>
              <a:rPr sz="2500" b="1" i="1" spc="4" dirty="0" smtClean="0">
                <a:solidFill>
                  <a:srgbClr val="C00000"/>
                </a:solidFill>
                <a:latin typeface="Times New Roman"/>
                <a:cs typeface="Times New Roman"/>
              </a:rPr>
              <a:t>n</a:t>
            </a:r>
            <a:r>
              <a:rPr sz="2500" b="1" i="1" dirty="0" smtClean="0">
                <a:solidFill>
                  <a:srgbClr val="C00000"/>
                </a:solidFill>
                <a:latin typeface="Times New Roman"/>
                <a:cs typeface="Times New Roman"/>
              </a:rPr>
              <a:t>t</a:t>
            </a:r>
            <a:r>
              <a:rPr sz="2500" b="1" i="1" spc="-10" dirty="0" smtClean="0">
                <a:solidFill>
                  <a:srgbClr val="C00000"/>
                </a:solidFill>
                <a:latin typeface="Times New Roman"/>
                <a:cs typeface="Times New Roman"/>
              </a:rPr>
              <a:t>e</a:t>
            </a:r>
            <a:r>
              <a:rPr sz="2500" b="1" i="1" dirty="0" smtClean="0">
                <a:solidFill>
                  <a:srgbClr val="C00000"/>
                </a:solidFill>
                <a:latin typeface="Times New Roman"/>
                <a:cs typeface="Times New Roman"/>
              </a:rPr>
              <a:t>rpris</a:t>
            </a:r>
            <a:r>
              <a:rPr sz="2500" b="1" i="1" spc="10" dirty="0" smtClean="0">
                <a:solidFill>
                  <a:srgbClr val="C00000"/>
                </a:solidFill>
                <a:latin typeface="Times New Roman"/>
                <a:cs typeface="Times New Roman"/>
              </a:rPr>
              <a:t>e</a:t>
            </a:r>
            <a:r>
              <a:rPr sz="2500" b="1" dirty="0">
                <a:solidFill>
                  <a:srgbClr val="C00000"/>
                </a:solidFill>
                <a:latin typeface="Times New Roman"/>
                <a:cs typeface="Times New Roman"/>
              </a:rPr>
              <a:t>.</a:t>
            </a:r>
            <a:endParaRPr sz="25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00200" y="796980"/>
            <a:ext cx="6412865" cy="5057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9"/>
            <a:r>
              <a:rPr sz="3200" b="1" spc="4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3200" b="1" spc="-2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32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3200" b="1" spc="-4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3200" b="1" spc="14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3200" b="1" spc="-20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3200" b="1" spc="-4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3200" b="1" spc="-14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3200" b="1" spc="1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3200" b="1" spc="-14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3200" b="1" spc="10" dirty="0">
                <a:solidFill>
                  <a:srgbClr val="252525"/>
                </a:solidFill>
                <a:latin typeface="Times New Roman"/>
                <a:cs typeface="Times New Roman"/>
              </a:rPr>
              <a:t>u</a:t>
            </a:r>
            <a:r>
              <a:rPr sz="3200" b="1" spc="-14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3200" b="1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3200" b="1" spc="10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3200" b="1" spc="-3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3200" b="1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3200" b="1" spc="-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252525"/>
                </a:solidFill>
                <a:latin typeface="Times New Roman"/>
                <a:cs typeface="Times New Roman"/>
              </a:rPr>
              <a:t>as a </a:t>
            </a:r>
            <a:r>
              <a:rPr sz="32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3200" b="1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3200" b="1" spc="-4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3200" b="1" spc="14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3200" b="1" spc="-14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3200" b="1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3200" b="1" spc="-8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3200" b="1" spc="30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3200" b="1" spc="-20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32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3200" b="1" spc="4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3200" b="1" dirty="0">
                <a:solidFill>
                  <a:srgbClr val="252525"/>
                </a:solidFill>
                <a:latin typeface="Times New Roman"/>
                <a:cs typeface="Times New Roman"/>
              </a:rPr>
              <a:t>on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400300" y="1371600"/>
            <a:ext cx="6896100" cy="5638800"/>
          </a:xfrm>
          <a:custGeom>
            <a:avLst/>
            <a:gdLst/>
            <a:ahLst/>
            <a:cxnLst/>
            <a:rect l="l" t="t" r="r" b="b"/>
            <a:pathLst>
              <a:path w="6896100" h="5638800">
                <a:moveTo>
                  <a:pt x="0" y="5638799"/>
                </a:moveTo>
                <a:lnTo>
                  <a:pt x="6896099" y="5638799"/>
                </a:lnTo>
                <a:lnTo>
                  <a:pt x="6896099" y="0"/>
                </a:lnTo>
                <a:lnTo>
                  <a:pt x="0" y="0"/>
                </a:lnTo>
                <a:lnTo>
                  <a:pt x="0" y="56387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371600" y="1593610"/>
            <a:ext cx="8229600" cy="5940089"/>
          </a:xfrm>
          <a:custGeom>
            <a:avLst/>
            <a:gdLst/>
            <a:ahLst/>
            <a:cxnLst/>
            <a:rect l="l" t="t" r="r" b="b"/>
            <a:pathLst>
              <a:path w="6896100" h="5638800">
                <a:moveTo>
                  <a:pt x="0" y="5638799"/>
                </a:moveTo>
                <a:lnTo>
                  <a:pt x="6896099" y="5638799"/>
                </a:lnTo>
                <a:lnTo>
                  <a:pt x="6896099" y="0"/>
                </a:lnTo>
                <a:lnTo>
                  <a:pt x="0" y="0"/>
                </a:lnTo>
                <a:lnTo>
                  <a:pt x="0" y="5638799"/>
                </a:lnTo>
                <a:close/>
              </a:path>
            </a:pathLst>
          </a:custGeom>
          <a:ln w="15239">
            <a:solidFill>
              <a:srgbClr val="71855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447800" y="1593611"/>
            <a:ext cx="8001000" cy="59400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558" marR="5080" indent="-342859"/>
            <a:r>
              <a:rPr sz="2400" spc="-20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2400" spc="191" dirty="0">
                <a:solidFill>
                  <a:srgbClr val="A42F0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F</a:t>
            </a:r>
            <a:r>
              <a:rPr sz="2400" spc="-20" dirty="0">
                <a:latin typeface="Times New Roman"/>
                <a:cs typeface="Times New Roman"/>
              </a:rPr>
              <a:t>re</a:t>
            </a:r>
            <a:r>
              <a:rPr sz="2400" dirty="0">
                <a:latin typeface="Times New Roman"/>
                <a:cs typeface="Times New Roman"/>
              </a:rPr>
              <a:t>e</a:t>
            </a:r>
            <a:r>
              <a:rPr sz="2400" spc="-14" dirty="0">
                <a:latin typeface="Times New Roman"/>
                <a:cs typeface="Times New Roman"/>
              </a:rPr>
              <a:t>dom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to</a:t>
            </a:r>
            <a:r>
              <a:rPr sz="2400" spc="-4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w</a:t>
            </a:r>
            <a:r>
              <a:rPr sz="2400" dirty="0">
                <a:latin typeface="Times New Roman"/>
                <a:cs typeface="Times New Roman"/>
              </a:rPr>
              <a:t>o</a:t>
            </a:r>
            <a:r>
              <a:rPr sz="2400" spc="-20" dirty="0">
                <a:latin typeface="Times New Roman"/>
                <a:cs typeface="Times New Roman"/>
              </a:rPr>
              <a:t>r</a:t>
            </a:r>
            <a:r>
              <a:rPr sz="2400" spc="-14" dirty="0">
                <a:latin typeface="Times New Roman"/>
                <a:cs typeface="Times New Roman"/>
              </a:rPr>
              <a:t>k</a:t>
            </a:r>
            <a:r>
              <a:rPr sz="2400" spc="-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4" dirty="0">
                <a:latin typeface="Times New Roman"/>
                <a:cs typeface="Times New Roman"/>
              </a:rPr>
              <a:t>nd</a:t>
            </a:r>
            <a:r>
              <a:rPr sz="2400" spc="-4" dirty="0">
                <a:latin typeface="Times New Roman"/>
                <a:cs typeface="Times New Roman"/>
              </a:rPr>
              <a:t> </a:t>
            </a:r>
            <a:r>
              <a:rPr sz="2400" spc="-14" dirty="0">
                <a:latin typeface="Times New Roman"/>
                <a:cs typeface="Times New Roman"/>
              </a:rPr>
              <a:t>be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y</a:t>
            </a:r>
            <a:r>
              <a:rPr sz="2400" spc="-10" dirty="0">
                <a:latin typeface="Times New Roman"/>
                <a:cs typeface="Times New Roman"/>
              </a:rPr>
              <a:t>our </a:t>
            </a:r>
            <a:r>
              <a:rPr sz="2400" spc="-14" dirty="0">
                <a:latin typeface="Times New Roman"/>
                <a:cs typeface="Times New Roman"/>
              </a:rPr>
              <a:t>o</a:t>
            </a:r>
            <a:r>
              <a:rPr sz="2400" spc="-25" dirty="0">
                <a:latin typeface="Times New Roman"/>
                <a:cs typeface="Times New Roman"/>
              </a:rPr>
              <a:t>w</a:t>
            </a:r>
            <a:r>
              <a:rPr sz="2400" spc="-14" dirty="0">
                <a:latin typeface="Times New Roman"/>
                <a:cs typeface="Times New Roman"/>
              </a:rPr>
              <a:t>n</a:t>
            </a:r>
            <a:r>
              <a:rPr sz="2400" spc="-4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boss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a</a:t>
            </a:r>
            <a:r>
              <a:rPr sz="2400" spc="-14" dirty="0">
                <a:latin typeface="Times New Roman"/>
                <a:cs typeface="Times New Roman"/>
              </a:rPr>
              <a:t>nd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a</a:t>
            </a:r>
            <a:r>
              <a:rPr sz="2400" spc="-10" dirty="0">
                <a:latin typeface="Times New Roman"/>
                <a:cs typeface="Times New Roman"/>
              </a:rPr>
              <a:t>lso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</a:t>
            </a:r>
            <a:r>
              <a:rPr sz="2400" spc="-10" dirty="0">
                <a:latin typeface="Times New Roman"/>
                <a:cs typeface="Times New Roman"/>
              </a:rPr>
              <a:t>oss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to oth</a:t>
            </a:r>
            <a:r>
              <a:rPr sz="2400" dirty="0">
                <a:latin typeface="Times New Roman"/>
                <a:cs typeface="Times New Roman"/>
              </a:rPr>
              <a:t>e</a:t>
            </a:r>
            <a:r>
              <a:rPr sz="2400" spc="-20" dirty="0">
                <a:latin typeface="Times New Roman"/>
                <a:cs typeface="Times New Roman"/>
              </a:rPr>
              <a:t>r</a:t>
            </a:r>
            <a:r>
              <a:rPr sz="2400" spc="-10" dirty="0">
                <a:latin typeface="Times New Roman"/>
                <a:cs typeface="Times New Roman"/>
              </a:rPr>
              <a:t>s.</a:t>
            </a:r>
            <a:endParaRPr sz="2400" dirty="0">
              <a:latin typeface="Times New Roman"/>
              <a:cs typeface="Times New Roman"/>
            </a:endParaRPr>
          </a:p>
          <a:p>
            <a:pPr marL="355558" marR="550481" indent="-342859">
              <a:spcBef>
                <a:spcPts val="994"/>
              </a:spcBef>
            </a:pPr>
            <a:r>
              <a:rPr sz="2400" spc="-20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2400" spc="191" dirty="0">
                <a:solidFill>
                  <a:srgbClr val="A42F0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F</a:t>
            </a:r>
            <a:r>
              <a:rPr sz="2400" spc="-20" dirty="0">
                <a:latin typeface="Times New Roman"/>
                <a:cs typeface="Times New Roman"/>
              </a:rPr>
              <a:t>re</a:t>
            </a:r>
            <a:r>
              <a:rPr sz="2400" dirty="0">
                <a:latin typeface="Times New Roman"/>
                <a:cs typeface="Times New Roman"/>
              </a:rPr>
              <a:t>e</a:t>
            </a:r>
            <a:r>
              <a:rPr sz="2400" spc="-14" dirty="0">
                <a:latin typeface="Times New Roman"/>
                <a:cs typeface="Times New Roman"/>
              </a:rPr>
              <a:t>dom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to</a:t>
            </a:r>
            <a:r>
              <a:rPr sz="2400" spc="-4" dirty="0">
                <a:latin typeface="Times New Roman"/>
                <a:cs typeface="Times New Roman"/>
              </a:rPr>
              <a:t> </a:t>
            </a:r>
            <a:r>
              <a:rPr sz="2400" b="1" spc="-40" dirty="0">
                <a:latin typeface="Times New Roman"/>
                <a:cs typeface="Times New Roman"/>
              </a:rPr>
              <a:t>m</a:t>
            </a:r>
            <a:r>
              <a:rPr sz="2400" b="1" spc="-20" dirty="0">
                <a:latin typeface="Times New Roman"/>
                <a:cs typeface="Times New Roman"/>
              </a:rPr>
              <a:t>a</a:t>
            </a:r>
            <a:r>
              <a:rPr sz="2400" b="1" dirty="0">
                <a:latin typeface="Times New Roman"/>
                <a:cs typeface="Times New Roman"/>
              </a:rPr>
              <a:t>k</a:t>
            </a:r>
            <a:r>
              <a:rPr sz="2400" b="1" spc="-10" dirty="0">
                <a:latin typeface="Times New Roman"/>
                <a:cs typeface="Times New Roman"/>
              </a:rPr>
              <a:t>e</a:t>
            </a:r>
            <a:r>
              <a:rPr sz="2400" b="1" spc="10" dirty="0">
                <a:latin typeface="Times New Roman"/>
                <a:cs typeface="Times New Roman"/>
              </a:rPr>
              <a:t> </a:t>
            </a:r>
            <a:r>
              <a:rPr sz="2400" b="1" spc="-40" dirty="0">
                <a:latin typeface="Times New Roman"/>
                <a:cs typeface="Times New Roman"/>
              </a:rPr>
              <a:t>m</a:t>
            </a:r>
            <a:r>
              <a:rPr sz="2400" b="1" dirty="0">
                <a:latin typeface="Times New Roman"/>
                <a:cs typeface="Times New Roman"/>
              </a:rPr>
              <a:t>o</a:t>
            </a:r>
            <a:r>
              <a:rPr sz="2400" b="1" spc="-14" dirty="0">
                <a:latin typeface="Times New Roman"/>
                <a:cs typeface="Times New Roman"/>
              </a:rPr>
              <a:t>n</a:t>
            </a:r>
            <a:r>
              <a:rPr sz="2400" b="1" spc="-20" dirty="0">
                <a:latin typeface="Times New Roman"/>
                <a:cs typeface="Times New Roman"/>
              </a:rPr>
              <a:t>e</a:t>
            </a:r>
            <a:r>
              <a:rPr sz="2400" b="1" spc="-14" dirty="0">
                <a:latin typeface="Times New Roman"/>
                <a:cs typeface="Times New Roman"/>
              </a:rPr>
              <a:t>y</a:t>
            </a:r>
            <a:r>
              <a:rPr sz="2400" b="1" spc="2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f</a:t>
            </a:r>
            <a:r>
              <a:rPr sz="2400" dirty="0">
                <a:latin typeface="Times New Roman"/>
                <a:cs typeface="Times New Roman"/>
              </a:rPr>
              <a:t>o</a:t>
            </a:r>
            <a:r>
              <a:rPr sz="2400" spc="-10" dirty="0">
                <a:latin typeface="Times New Roman"/>
                <a:cs typeface="Times New Roman"/>
              </a:rPr>
              <a:t>r </a:t>
            </a:r>
            <a:r>
              <a:rPr sz="2400" spc="-14" dirty="0">
                <a:latin typeface="Times New Roman"/>
                <a:cs typeface="Times New Roman"/>
              </a:rPr>
              <a:t>o</a:t>
            </a:r>
            <a:r>
              <a:rPr sz="2400" dirty="0">
                <a:latin typeface="Times New Roman"/>
                <a:cs typeface="Times New Roman"/>
              </a:rPr>
              <a:t>n</a:t>
            </a:r>
            <a:r>
              <a:rPr sz="2400" spc="-20" dirty="0">
                <a:latin typeface="Times New Roman"/>
                <a:cs typeface="Times New Roman"/>
              </a:rPr>
              <a:t>e</a:t>
            </a:r>
            <a:r>
              <a:rPr sz="2400" spc="-10" dirty="0">
                <a:latin typeface="Times New Roman"/>
                <a:cs typeface="Times New Roman"/>
              </a:rPr>
              <a:t>s</a:t>
            </a:r>
            <a:r>
              <a:rPr sz="2400" spc="-20" dirty="0">
                <a:latin typeface="Times New Roman"/>
                <a:cs typeface="Times New Roman"/>
              </a:rPr>
              <a:t>e</a:t>
            </a:r>
            <a:r>
              <a:rPr sz="2400" spc="-10" dirty="0">
                <a:latin typeface="Times New Roman"/>
                <a:cs typeface="Times New Roman"/>
              </a:rPr>
              <a:t>lf </a:t>
            </a:r>
            <a:r>
              <a:rPr sz="2400" dirty="0">
                <a:latin typeface="Times New Roman"/>
                <a:cs typeface="Times New Roman"/>
              </a:rPr>
              <a:t>r</a:t>
            </a:r>
            <a:r>
              <a:rPr sz="2400" spc="-20" dirty="0">
                <a:latin typeface="Times New Roman"/>
                <a:cs typeface="Times New Roman"/>
              </a:rPr>
              <a:t>a</a:t>
            </a:r>
            <a:r>
              <a:rPr sz="2400" spc="-10" dirty="0">
                <a:latin typeface="Times New Roman"/>
                <a:cs typeface="Times New Roman"/>
              </a:rPr>
              <a:t>th</a:t>
            </a:r>
            <a:r>
              <a:rPr sz="2400" spc="-20" dirty="0">
                <a:latin typeface="Times New Roman"/>
                <a:cs typeface="Times New Roman"/>
              </a:rPr>
              <a:t>e</a:t>
            </a:r>
            <a:r>
              <a:rPr sz="2400" spc="-10" dirty="0">
                <a:latin typeface="Times New Roman"/>
                <a:cs typeface="Times New Roman"/>
              </a:rPr>
              <a:t>r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th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4" dirty="0">
                <a:latin typeface="Times New Roman"/>
                <a:cs typeface="Times New Roman"/>
              </a:rPr>
              <a:t>n</a:t>
            </a:r>
            <a:r>
              <a:rPr sz="2400" spc="-4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f</a:t>
            </a:r>
            <a:r>
              <a:rPr sz="2400" dirty="0">
                <a:latin typeface="Times New Roman"/>
                <a:cs typeface="Times New Roman"/>
              </a:rPr>
              <a:t>o</a:t>
            </a:r>
            <a:r>
              <a:rPr sz="2400" spc="-10" dirty="0">
                <a:latin typeface="Times New Roman"/>
                <a:cs typeface="Times New Roman"/>
              </a:rPr>
              <a:t>r so</a:t>
            </a:r>
            <a:r>
              <a:rPr sz="2400" spc="-40" dirty="0">
                <a:latin typeface="Times New Roman"/>
                <a:cs typeface="Times New Roman"/>
              </a:rPr>
              <a:t>m</a:t>
            </a:r>
            <a:r>
              <a:rPr sz="2400" spc="-20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o</a:t>
            </a:r>
            <a:r>
              <a:rPr sz="2400" spc="-14" dirty="0">
                <a:latin typeface="Times New Roman"/>
                <a:cs typeface="Times New Roman"/>
              </a:rPr>
              <a:t>ne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e</a:t>
            </a:r>
            <a:r>
              <a:rPr sz="2400" spc="-10" dirty="0">
                <a:latin typeface="Times New Roman"/>
                <a:cs typeface="Times New Roman"/>
              </a:rPr>
              <a:t>ls</a:t>
            </a:r>
            <a:r>
              <a:rPr sz="2400" spc="-20" dirty="0">
                <a:latin typeface="Times New Roman"/>
                <a:cs typeface="Times New Roman"/>
              </a:rPr>
              <a:t>e</a:t>
            </a:r>
            <a:r>
              <a:rPr sz="2400" spc="-10" dirty="0">
                <a:latin typeface="Times New Roman"/>
                <a:cs typeface="Times New Roman"/>
              </a:rPr>
              <a:t>.</a:t>
            </a:r>
            <a:endParaRPr sz="2400" dirty="0">
              <a:latin typeface="Times New Roman"/>
              <a:cs typeface="Times New Roman"/>
            </a:endParaRPr>
          </a:p>
          <a:p>
            <a:pPr marL="355558" marR="280637" indent="-342859">
              <a:spcBef>
                <a:spcPts val="1005"/>
              </a:spcBef>
            </a:pPr>
            <a:r>
              <a:rPr sz="2400" spc="-20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2400" spc="191" dirty="0">
                <a:solidFill>
                  <a:srgbClr val="A42F0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</a:t>
            </a:r>
            <a:r>
              <a:rPr sz="2400" spc="-20" dirty="0">
                <a:latin typeface="Times New Roman"/>
                <a:cs typeface="Times New Roman"/>
              </a:rPr>
              <a:t>ar</a:t>
            </a:r>
            <a:r>
              <a:rPr sz="2400" spc="-10" dirty="0">
                <a:latin typeface="Times New Roman"/>
                <a:cs typeface="Times New Roman"/>
              </a:rPr>
              <a:t>ti</a:t>
            </a:r>
            <a:r>
              <a:rPr sz="2400" spc="-20" dirty="0">
                <a:latin typeface="Times New Roman"/>
                <a:cs typeface="Times New Roman"/>
              </a:rPr>
              <a:t>c</a:t>
            </a:r>
            <a:r>
              <a:rPr sz="2400" spc="-10" dirty="0">
                <a:latin typeface="Times New Roman"/>
                <a:cs typeface="Times New Roman"/>
              </a:rPr>
              <a:t>ip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0" dirty="0">
                <a:latin typeface="Times New Roman"/>
                <a:cs typeface="Times New Roman"/>
              </a:rPr>
              <a:t>t</a:t>
            </a:r>
            <a:r>
              <a:rPr sz="2400" spc="-30" dirty="0">
                <a:latin typeface="Times New Roman"/>
                <a:cs typeface="Times New Roman"/>
              </a:rPr>
              <a:t>i</a:t>
            </a:r>
            <a:r>
              <a:rPr sz="2400" dirty="0">
                <a:latin typeface="Times New Roman"/>
                <a:cs typeface="Times New Roman"/>
              </a:rPr>
              <a:t>o</a:t>
            </a:r>
            <a:r>
              <a:rPr sz="2400" spc="-14" dirty="0">
                <a:latin typeface="Times New Roman"/>
                <a:cs typeface="Times New Roman"/>
              </a:rPr>
              <a:t>n</a:t>
            </a:r>
            <a:r>
              <a:rPr sz="2400" spc="-4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in</a:t>
            </a:r>
            <a:r>
              <a:rPr sz="2400" spc="-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</a:t>
            </a:r>
            <a:r>
              <a:rPr sz="2400" spc="-14" dirty="0">
                <a:latin typeface="Times New Roman"/>
                <a:cs typeface="Times New Roman"/>
              </a:rPr>
              <a:t>v</a:t>
            </a:r>
            <a:r>
              <a:rPr sz="2400" spc="-20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r</a:t>
            </a:r>
            <a:r>
              <a:rPr sz="2400" spc="-14" dirty="0">
                <a:latin typeface="Times New Roman"/>
                <a:cs typeface="Times New Roman"/>
              </a:rPr>
              <a:t>y</a:t>
            </a:r>
            <a:r>
              <a:rPr sz="2400" spc="-4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a</a:t>
            </a:r>
            <a:r>
              <a:rPr sz="2400" spc="-10" dirty="0">
                <a:latin typeface="Times New Roman"/>
                <a:cs typeface="Times New Roman"/>
              </a:rPr>
              <a:t>sp</a:t>
            </a:r>
            <a:r>
              <a:rPr sz="2400" dirty="0">
                <a:latin typeface="Times New Roman"/>
                <a:cs typeface="Times New Roman"/>
              </a:rPr>
              <a:t>e</a:t>
            </a:r>
            <a:r>
              <a:rPr sz="2400" spc="-20" dirty="0">
                <a:latin typeface="Times New Roman"/>
                <a:cs typeface="Times New Roman"/>
              </a:rPr>
              <a:t>c</a:t>
            </a:r>
            <a:r>
              <a:rPr sz="2400" spc="-10" dirty="0">
                <a:latin typeface="Times New Roman"/>
                <a:cs typeface="Times New Roman"/>
              </a:rPr>
              <a:t>t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of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r</a:t>
            </a:r>
            <a:r>
              <a:rPr sz="2400" spc="-14" dirty="0">
                <a:latin typeface="Times New Roman"/>
                <a:cs typeface="Times New Roman"/>
              </a:rPr>
              <a:t>un</a:t>
            </a:r>
            <a:r>
              <a:rPr sz="2400" dirty="0">
                <a:latin typeface="Times New Roman"/>
                <a:cs typeface="Times New Roman"/>
              </a:rPr>
              <a:t>n</a:t>
            </a:r>
            <a:r>
              <a:rPr sz="2400" spc="-10" dirty="0">
                <a:latin typeface="Times New Roman"/>
                <a:cs typeface="Times New Roman"/>
              </a:rPr>
              <a:t>ing</a:t>
            </a:r>
            <a:r>
              <a:rPr sz="2400" spc="-4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of a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busin</a:t>
            </a:r>
            <a:r>
              <a:rPr sz="2400" dirty="0">
                <a:latin typeface="Times New Roman"/>
                <a:cs typeface="Times New Roman"/>
              </a:rPr>
              <a:t>e</a:t>
            </a:r>
            <a:r>
              <a:rPr sz="2400" spc="-30" dirty="0">
                <a:latin typeface="Times New Roman"/>
                <a:cs typeface="Times New Roman"/>
              </a:rPr>
              <a:t>s</a:t>
            </a:r>
            <a:r>
              <a:rPr sz="2400" spc="-10" dirty="0">
                <a:latin typeface="Times New Roman"/>
                <a:cs typeface="Times New Roman"/>
              </a:rPr>
              <a:t>s, </a:t>
            </a:r>
            <a:r>
              <a:rPr sz="2400" b="1" spc="-10" dirty="0">
                <a:latin typeface="Times New Roman"/>
                <a:cs typeface="Times New Roman"/>
              </a:rPr>
              <a:t>l</a:t>
            </a:r>
            <a:r>
              <a:rPr sz="2400" b="1" spc="-20" dirty="0">
                <a:latin typeface="Times New Roman"/>
                <a:cs typeface="Times New Roman"/>
              </a:rPr>
              <a:t>ea</a:t>
            </a:r>
            <a:r>
              <a:rPr sz="2400" b="1" dirty="0">
                <a:latin typeface="Times New Roman"/>
                <a:cs typeface="Times New Roman"/>
              </a:rPr>
              <a:t>r</a:t>
            </a:r>
            <a:r>
              <a:rPr sz="2400" b="1" spc="-10" dirty="0">
                <a:latin typeface="Times New Roman"/>
                <a:cs typeface="Times New Roman"/>
              </a:rPr>
              <a:t>ning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b="1" spc="-14" dirty="0">
                <a:latin typeface="Times New Roman"/>
                <a:cs typeface="Times New Roman"/>
              </a:rPr>
              <a:t>n</a:t>
            </a:r>
            <a:r>
              <a:rPr sz="2400" b="1" spc="-20" dirty="0">
                <a:latin typeface="Times New Roman"/>
                <a:cs typeface="Times New Roman"/>
              </a:rPr>
              <a:t>ew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thi</a:t>
            </a:r>
            <a:r>
              <a:rPr sz="2400" b="1" dirty="0">
                <a:latin typeface="Times New Roman"/>
                <a:cs typeface="Times New Roman"/>
              </a:rPr>
              <a:t>n</a:t>
            </a:r>
            <a:r>
              <a:rPr sz="2400" b="1" spc="-10" dirty="0">
                <a:latin typeface="Times New Roman"/>
                <a:cs typeface="Times New Roman"/>
              </a:rPr>
              <a:t>gs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4" dirty="0">
                <a:latin typeface="Times New Roman"/>
                <a:cs typeface="Times New Roman"/>
              </a:rPr>
              <a:t>nd</a:t>
            </a:r>
            <a:r>
              <a:rPr sz="2400" spc="-4" dirty="0">
                <a:latin typeface="Times New Roman"/>
                <a:cs typeface="Times New Roman"/>
              </a:rPr>
              <a:t> </a:t>
            </a:r>
            <a:r>
              <a:rPr sz="2400" spc="-14" dirty="0">
                <a:latin typeface="Times New Roman"/>
                <a:cs typeface="Times New Roman"/>
              </a:rPr>
              <a:t>g</a:t>
            </a:r>
            <a:r>
              <a:rPr sz="2400" spc="-20" dirty="0">
                <a:latin typeface="Times New Roman"/>
                <a:cs typeface="Times New Roman"/>
              </a:rPr>
              <a:t>a</a:t>
            </a:r>
            <a:r>
              <a:rPr sz="2400" spc="-10" dirty="0">
                <a:latin typeface="Times New Roman"/>
                <a:cs typeface="Times New Roman"/>
              </a:rPr>
              <a:t>ining</a:t>
            </a:r>
            <a:r>
              <a:rPr sz="2400" spc="-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</a:t>
            </a:r>
            <a:r>
              <a:rPr sz="2400" spc="-14" dirty="0">
                <a:latin typeface="Times New Roman"/>
                <a:cs typeface="Times New Roman"/>
              </a:rPr>
              <a:t>xp</a:t>
            </a:r>
            <a:r>
              <a:rPr sz="2400" spc="-20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r</a:t>
            </a:r>
            <a:r>
              <a:rPr sz="2400" spc="-10" dirty="0">
                <a:latin typeface="Times New Roman"/>
                <a:cs typeface="Times New Roman"/>
              </a:rPr>
              <a:t>i</a:t>
            </a:r>
            <a:r>
              <a:rPr sz="2400" spc="-20" dirty="0">
                <a:latin typeface="Times New Roman"/>
                <a:cs typeface="Times New Roman"/>
              </a:rPr>
              <a:t>e</a:t>
            </a:r>
            <a:r>
              <a:rPr sz="2400" spc="-14" dirty="0">
                <a:latin typeface="Times New Roman"/>
                <a:cs typeface="Times New Roman"/>
              </a:rPr>
              <a:t>n</a:t>
            </a:r>
            <a:r>
              <a:rPr sz="2400" spc="-20" dirty="0">
                <a:latin typeface="Times New Roman"/>
                <a:cs typeface="Times New Roman"/>
              </a:rPr>
              <a:t>c</a:t>
            </a:r>
            <a:r>
              <a:rPr sz="2400" dirty="0">
                <a:latin typeface="Times New Roman"/>
                <a:cs typeface="Times New Roman"/>
              </a:rPr>
              <a:t>e</a:t>
            </a:r>
            <a:r>
              <a:rPr sz="2400" spc="-10" dirty="0">
                <a:latin typeface="Times New Roman"/>
                <a:cs typeface="Times New Roman"/>
              </a:rPr>
              <a:t>.</a:t>
            </a:r>
            <a:endParaRPr sz="2400" dirty="0">
              <a:latin typeface="Times New Roman"/>
              <a:cs typeface="Times New Roman"/>
            </a:endParaRPr>
          </a:p>
          <a:p>
            <a:pPr marL="355558" marR="551116" indent="-342859">
              <a:spcBef>
                <a:spcPts val="994"/>
              </a:spcBef>
            </a:pPr>
            <a:r>
              <a:rPr sz="2400" spc="-20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2400" spc="191" dirty="0">
                <a:solidFill>
                  <a:srgbClr val="A42F0F"/>
                </a:solidFill>
                <a:latin typeface="Times New Roman"/>
                <a:cs typeface="Times New Roman"/>
              </a:rPr>
              <a:t> </a:t>
            </a:r>
            <a:r>
              <a:rPr sz="2400" spc="-209" dirty="0">
                <a:latin typeface="Times New Roman"/>
                <a:cs typeface="Times New Roman"/>
              </a:rPr>
              <a:t>W</a:t>
            </a:r>
            <a:r>
              <a:rPr sz="2400" dirty="0">
                <a:latin typeface="Times New Roman"/>
                <a:cs typeface="Times New Roman"/>
              </a:rPr>
              <a:t>o</a:t>
            </a:r>
            <a:r>
              <a:rPr sz="2400" spc="-20" dirty="0">
                <a:latin typeface="Times New Roman"/>
                <a:cs typeface="Times New Roman"/>
              </a:rPr>
              <a:t>r</a:t>
            </a:r>
            <a:r>
              <a:rPr sz="2400" spc="-14" dirty="0">
                <a:latin typeface="Times New Roman"/>
                <a:cs typeface="Times New Roman"/>
              </a:rPr>
              <a:t>k</a:t>
            </a:r>
            <a:r>
              <a:rPr sz="2400" spc="-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</a:t>
            </a:r>
            <a:r>
              <a:rPr sz="2400" spc="-30" dirty="0">
                <a:latin typeface="Times New Roman"/>
                <a:cs typeface="Times New Roman"/>
              </a:rPr>
              <a:t>i</a:t>
            </a:r>
            <a:r>
              <a:rPr sz="2400" dirty="0">
                <a:latin typeface="Times New Roman"/>
                <a:cs typeface="Times New Roman"/>
              </a:rPr>
              <a:t>r</a:t>
            </a:r>
            <a:r>
              <a:rPr sz="2400" spc="-20" dirty="0">
                <a:latin typeface="Times New Roman"/>
                <a:cs typeface="Times New Roman"/>
              </a:rPr>
              <a:t>ec</a:t>
            </a:r>
            <a:r>
              <a:rPr sz="2400" spc="-10" dirty="0">
                <a:latin typeface="Times New Roman"/>
                <a:cs typeface="Times New Roman"/>
              </a:rPr>
              <a:t>tly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f</a:t>
            </a:r>
            <a:r>
              <a:rPr sz="2400" spc="-10" dirty="0">
                <a:latin typeface="Times New Roman"/>
                <a:cs typeface="Times New Roman"/>
              </a:rPr>
              <a:t>or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the </a:t>
            </a:r>
            <a:r>
              <a:rPr sz="2400" b="1" spc="-20" dirty="0">
                <a:latin typeface="Times New Roman"/>
                <a:cs typeface="Times New Roman"/>
              </a:rPr>
              <a:t>c</a:t>
            </a:r>
            <a:r>
              <a:rPr sz="2400" b="1" dirty="0">
                <a:latin typeface="Times New Roman"/>
                <a:cs typeface="Times New Roman"/>
              </a:rPr>
              <a:t>u</a:t>
            </a:r>
            <a:r>
              <a:rPr sz="2400" b="1" spc="-30" dirty="0">
                <a:latin typeface="Times New Roman"/>
                <a:cs typeface="Times New Roman"/>
              </a:rPr>
              <a:t>s</a:t>
            </a:r>
            <a:r>
              <a:rPr sz="2400" b="1" spc="-10" dirty="0">
                <a:latin typeface="Times New Roman"/>
                <a:cs typeface="Times New Roman"/>
              </a:rPr>
              <a:t>t</a:t>
            </a:r>
            <a:r>
              <a:rPr sz="2400" b="1" dirty="0">
                <a:latin typeface="Times New Roman"/>
                <a:cs typeface="Times New Roman"/>
              </a:rPr>
              <a:t>o</a:t>
            </a:r>
            <a:r>
              <a:rPr sz="2400" b="1" spc="-40" dirty="0">
                <a:latin typeface="Times New Roman"/>
                <a:cs typeface="Times New Roman"/>
              </a:rPr>
              <a:t>m</a:t>
            </a:r>
            <a:r>
              <a:rPr sz="2400" b="1" spc="-20" dirty="0">
                <a:latin typeface="Times New Roman"/>
                <a:cs typeface="Times New Roman"/>
              </a:rPr>
              <a:t>er</a:t>
            </a:r>
            <a:r>
              <a:rPr sz="2400" b="1" spc="-10" dirty="0">
                <a:latin typeface="Times New Roman"/>
                <a:cs typeface="Times New Roman"/>
              </a:rPr>
              <a:t>s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4" dirty="0">
                <a:latin typeface="Times New Roman"/>
                <a:cs typeface="Times New Roman"/>
              </a:rPr>
              <a:t>nd</a:t>
            </a:r>
            <a:r>
              <a:rPr sz="2400" spc="-4" dirty="0">
                <a:latin typeface="Times New Roman"/>
                <a:cs typeface="Times New Roman"/>
              </a:rPr>
              <a:t> </a:t>
            </a:r>
            <a:r>
              <a:rPr sz="2400" spc="-14" dirty="0">
                <a:latin typeface="Times New Roman"/>
                <a:cs typeface="Times New Roman"/>
              </a:rPr>
              <a:t>g</a:t>
            </a:r>
            <a:r>
              <a:rPr sz="2400" spc="-20" dirty="0">
                <a:latin typeface="Times New Roman"/>
                <a:cs typeface="Times New Roman"/>
              </a:rPr>
              <a:t>a</a:t>
            </a:r>
            <a:r>
              <a:rPr sz="2400" spc="-10" dirty="0">
                <a:latin typeface="Times New Roman"/>
                <a:cs typeface="Times New Roman"/>
              </a:rPr>
              <a:t>in</a:t>
            </a:r>
            <a:r>
              <a:rPr sz="2400" spc="-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</a:t>
            </a:r>
            <a:r>
              <a:rPr sz="2400" spc="-10" dirty="0">
                <a:latin typeface="Times New Roman"/>
                <a:cs typeface="Times New Roman"/>
              </a:rPr>
              <a:t>i</a:t>
            </a:r>
            <a:r>
              <a:rPr sz="2400" spc="-20" dirty="0">
                <a:latin typeface="Times New Roman"/>
                <a:cs typeface="Times New Roman"/>
              </a:rPr>
              <a:t>r</a:t>
            </a:r>
            <a:r>
              <a:rPr sz="2400" spc="-10" dirty="0">
                <a:latin typeface="Times New Roman"/>
                <a:cs typeface="Times New Roman"/>
              </a:rPr>
              <a:t>st</a:t>
            </a:r>
            <a:r>
              <a:rPr sz="2400" spc="-20" dirty="0">
                <a:latin typeface="Times New Roman"/>
                <a:cs typeface="Times New Roman"/>
              </a:rPr>
              <a:t>-</a:t>
            </a:r>
            <a:r>
              <a:rPr sz="2400" spc="-14" dirty="0">
                <a:latin typeface="Times New Roman"/>
                <a:cs typeface="Times New Roman"/>
              </a:rPr>
              <a:t>h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4" dirty="0">
                <a:latin typeface="Times New Roman"/>
                <a:cs typeface="Times New Roman"/>
              </a:rPr>
              <a:t>nd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x</a:t>
            </a:r>
            <a:r>
              <a:rPr sz="2400" spc="-14" dirty="0">
                <a:latin typeface="Times New Roman"/>
                <a:cs typeface="Times New Roman"/>
              </a:rPr>
              <a:t>p</a:t>
            </a:r>
            <a:r>
              <a:rPr sz="2400" spc="-20" dirty="0">
                <a:latin typeface="Times New Roman"/>
                <a:cs typeface="Times New Roman"/>
              </a:rPr>
              <a:t>er</a:t>
            </a:r>
            <a:r>
              <a:rPr sz="2400" spc="-10" dirty="0">
                <a:latin typeface="Times New Roman"/>
                <a:cs typeface="Times New Roman"/>
              </a:rPr>
              <a:t>i</a:t>
            </a:r>
            <a:r>
              <a:rPr sz="2400" dirty="0">
                <a:latin typeface="Times New Roman"/>
                <a:cs typeface="Times New Roman"/>
              </a:rPr>
              <a:t>e</a:t>
            </a:r>
            <a:r>
              <a:rPr sz="2400" spc="-14" dirty="0">
                <a:latin typeface="Times New Roman"/>
                <a:cs typeface="Times New Roman"/>
              </a:rPr>
              <a:t>n</a:t>
            </a:r>
            <a:r>
              <a:rPr sz="2400" spc="-20" dirty="0">
                <a:latin typeface="Times New Roman"/>
                <a:cs typeface="Times New Roman"/>
              </a:rPr>
              <a:t>c</a:t>
            </a:r>
            <a:r>
              <a:rPr sz="2400" spc="-10" dirty="0">
                <a:latin typeface="Times New Roman"/>
                <a:cs typeface="Times New Roman"/>
              </a:rPr>
              <a:t>e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b</a:t>
            </a:r>
            <a:r>
              <a:rPr sz="2400" spc="-10" dirty="0">
                <a:latin typeface="Times New Roman"/>
                <a:cs typeface="Times New Roman"/>
              </a:rPr>
              <a:t>out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30" dirty="0">
                <a:latin typeface="Times New Roman"/>
                <a:cs typeface="Times New Roman"/>
              </a:rPr>
              <a:t>t</a:t>
            </a:r>
            <a:r>
              <a:rPr sz="2400" dirty="0">
                <a:latin typeface="Times New Roman"/>
                <a:cs typeface="Times New Roman"/>
              </a:rPr>
              <a:t>h</a:t>
            </a:r>
            <a:r>
              <a:rPr sz="2400" spc="-20" dirty="0">
                <a:latin typeface="Times New Roman"/>
                <a:cs typeface="Times New Roman"/>
              </a:rPr>
              <a:t>e</a:t>
            </a:r>
            <a:r>
              <a:rPr sz="2400" spc="-10" dirty="0">
                <a:latin typeface="Times New Roman"/>
                <a:cs typeface="Times New Roman"/>
              </a:rPr>
              <a:t>ir </a:t>
            </a:r>
            <a:r>
              <a:rPr sz="2400" b="1" dirty="0">
                <a:latin typeface="Times New Roman"/>
                <a:cs typeface="Times New Roman"/>
              </a:rPr>
              <a:t>n</a:t>
            </a:r>
            <a:r>
              <a:rPr sz="2400" b="1" spc="-20" dirty="0">
                <a:latin typeface="Times New Roman"/>
                <a:cs typeface="Times New Roman"/>
              </a:rPr>
              <a:t>ee</a:t>
            </a:r>
            <a:r>
              <a:rPr sz="2400" b="1" spc="-10" dirty="0">
                <a:latin typeface="Times New Roman"/>
                <a:cs typeface="Times New Roman"/>
              </a:rPr>
              <a:t>ds</a:t>
            </a:r>
            <a:r>
              <a:rPr sz="2400" spc="-10" dirty="0">
                <a:latin typeface="Times New Roman"/>
                <a:cs typeface="Times New Roman"/>
              </a:rPr>
              <a:t>.</a:t>
            </a:r>
            <a:endParaRPr sz="2400" dirty="0">
              <a:latin typeface="Times New Roman"/>
              <a:cs typeface="Times New Roman"/>
            </a:endParaRPr>
          </a:p>
          <a:p>
            <a:pPr marL="355558" marR="141588" indent="-342859">
              <a:spcBef>
                <a:spcPts val="994"/>
              </a:spcBef>
            </a:pPr>
            <a:r>
              <a:rPr sz="2400" spc="-20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2400" spc="191" dirty="0">
                <a:solidFill>
                  <a:srgbClr val="A42F0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</a:t>
            </a:r>
            <a:r>
              <a:rPr sz="2400" spc="-20" dirty="0">
                <a:latin typeface="Times New Roman"/>
                <a:cs typeface="Times New Roman"/>
              </a:rPr>
              <a:t>er</a:t>
            </a:r>
            <a:r>
              <a:rPr sz="2400" spc="-10" dirty="0">
                <a:latin typeface="Times New Roman"/>
                <a:cs typeface="Times New Roman"/>
              </a:rPr>
              <a:t>so</a:t>
            </a:r>
            <a:r>
              <a:rPr sz="2400" dirty="0">
                <a:latin typeface="Times New Roman"/>
                <a:cs typeface="Times New Roman"/>
              </a:rPr>
              <a:t>n</a:t>
            </a:r>
            <a:r>
              <a:rPr sz="2400" spc="-20" dirty="0">
                <a:latin typeface="Times New Roman"/>
                <a:cs typeface="Times New Roman"/>
              </a:rPr>
              <a:t>a</a:t>
            </a:r>
            <a:r>
              <a:rPr sz="2400" spc="-10" dirty="0">
                <a:latin typeface="Times New Roman"/>
                <a:cs typeface="Times New Roman"/>
              </a:rPr>
              <a:t>l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s</a:t>
            </a:r>
            <a:r>
              <a:rPr sz="2400" b="1" spc="-20" dirty="0">
                <a:latin typeface="Times New Roman"/>
                <a:cs typeface="Times New Roman"/>
              </a:rPr>
              <a:t>a</a:t>
            </a:r>
            <a:r>
              <a:rPr sz="2400" b="1" spc="-10" dirty="0">
                <a:latin typeface="Times New Roman"/>
                <a:cs typeface="Times New Roman"/>
              </a:rPr>
              <a:t>tis</a:t>
            </a:r>
            <a:r>
              <a:rPr sz="2400" b="1" spc="-20" dirty="0">
                <a:latin typeface="Times New Roman"/>
                <a:cs typeface="Times New Roman"/>
              </a:rPr>
              <a:t>fac</a:t>
            </a:r>
            <a:r>
              <a:rPr sz="2400" b="1" spc="-10" dirty="0">
                <a:latin typeface="Times New Roman"/>
                <a:cs typeface="Times New Roman"/>
              </a:rPr>
              <a:t>tion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of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14" dirty="0">
                <a:latin typeface="Times New Roman"/>
                <a:cs typeface="Times New Roman"/>
              </a:rPr>
              <a:t>o</a:t>
            </a:r>
            <a:r>
              <a:rPr sz="2400" spc="-25" dirty="0">
                <a:latin typeface="Times New Roman"/>
                <a:cs typeface="Times New Roman"/>
              </a:rPr>
              <a:t>w</a:t>
            </a:r>
            <a:r>
              <a:rPr sz="2400" spc="-10" dirty="0">
                <a:latin typeface="Times New Roman"/>
                <a:cs typeface="Times New Roman"/>
              </a:rPr>
              <a:t>ning</a:t>
            </a:r>
            <a:r>
              <a:rPr sz="2400" spc="-4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n</a:t>
            </a:r>
            <a:r>
              <a:rPr sz="2400" spc="-14" dirty="0">
                <a:latin typeface="Times New Roman"/>
                <a:cs typeface="Times New Roman"/>
              </a:rPr>
              <a:t>d</a:t>
            </a:r>
            <a:r>
              <a:rPr sz="2400" spc="-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</a:t>
            </a:r>
            <a:r>
              <a:rPr sz="2400" spc="-14" dirty="0">
                <a:latin typeface="Times New Roman"/>
                <a:cs typeface="Times New Roman"/>
              </a:rPr>
              <a:t>unning</a:t>
            </a:r>
            <a:r>
              <a:rPr sz="2400" spc="-4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 </a:t>
            </a:r>
            <a:r>
              <a:rPr sz="2400" spc="-14" dirty="0">
                <a:latin typeface="Times New Roman"/>
                <a:cs typeface="Times New Roman"/>
              </a:rPr>
              <a:t>b</a:t>
            </a:r>
            <a:r>
              <a:rPr sz="2400" dirty="0">
                <a:latin typeface="Times New Roman"/>
                <a:cs typeface="Times New Roman"/>
              </a:rPr>
              <a:t>u</a:t>
            </a:r>
            <a:r>
              <a:rPr sz="2400" spc="-10" dirty="0">
                <a:latin typeface="Times New Roman"/>
                <a:cs typeface="Times New Roman"/>
              </a:rPr>
              <a:t>s</a:t>
            </a:r>
            <a:r>
              <a:rPr sz="2400" spc="-30" dirty="0">
                <a:latin typeface="Times New Roman"/>
                <a:cs typeface="Times New Roman"/>
              </a:rPr>
              <a:t>i</a:t>
            </a:r>
            <a:r>
              <a:rPr sz="2400" dirty="0">
                <a:latin typeface="Times New Roman"/>
                <a:cs typeface="Times New Roman"/>
              </a:rPr>
              <a:t>n</a:t>
            </a:r>
            <a:r>
              <a:rPr sz="2400" spc="-20" dirty="0">
                <a:latin typeface="Times New Roman"/>
                <a:cs typeface="Times New Roman"/>
              </a:rPr>
              <a:t>e</a:t>
            </a:r>
            <a:r>
              <a:rPr sz="2400" spc="-10" dirty="0">
                <a:latin typeface="Times New Roman"/>
                <a:cs typeface="Times New Roman"/>
              </a:rPr>
              <a:t>ss v</a:t>
            </a:r>
            <a:r>
              <a:rPr sz="2400" dirty="0">
                <a:latin typeface="Times New Roman"/>
                <a:cs typeface="Times New Roman"/>
              </a:rPr>
              <a:t>e</a:t>
            </a:r>
            <a:r>
              <a:rPr sz="2400" spc="-10" dirty="0">
                <a:latin typeface="Times New Roman"/>
                <a:cs typeface="Times New Roman"/>
              </a:rPr>
              <a:t>ntu</a:t>
            </a:r>
            <a:r>
              <a:rPr sz="2400" spc="-20" dirty="0">
                <a:latin typeface="Times New Roman"/>
                <a:cs typeface="Times New Roman"/>
              </a:rPr>
              <a:t>r</a:t>
            </a:r>
            <a:r>
              <a:rPr sz="2400" dirty="0">
                <a:latin typeface="Times New Roman"/>
                <a:cs typeface="Times New Roman"/>
              </a:rPr>
              <a:t>e</a:t>
            </a:r>
            <a:r>
              <a:rPr sz="2400" spc="-10" dirty="0">
                <a:latin typeface="Times New Roman"/>
                <a:cs typeface="Times New Roman"/>
              </a:rPr>
              <a:t>.</a:t>
            </a:r>
            <a:endParaRPr sz="2400" dirty="0">
              <a:latin typeface="Times New Roman"/>
              <a:cs typeface="Times New Roman"/>
            </a:endParaRPr>
          </a:p>
          <a:p>
            <a:pPr marL="355558" marR="15873" indent="-342859">
              <a:spcBef>
                <a:spcPts val="1005"/>
              </a:spcBef>
            </a:pPr>
            <a:r>
              <a:rPr sz="2400" spc="-20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2400" spc="191" dirty="0">
                <a:solidFill>
                  <a:srgbClr val="A42F0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Build</a:t>
            </a:r>
            <a:r>
              <a:rPr sz="2400" spc="-4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 </a:t>
            </a:r>
            <a:r>
              <a:rPr sz="2400" b="1" spc="-20" dirty="0">
                <a:latin typeface="Times New Roman"/>
                <a:cs typeface="Times New Roman"/>
              </a:rPr>
              <a:t>r</a:t>
            </a:r>
            <a:r>
              <a:rPr sz="2400" b="1" dirty="0">
                <a:latin typeface="Times New Roman"/>
                <a:cs typeface="Times New Roman"/>
              </a:rPr>
              <a:t>e</a:t>
            </a:r>
            <a:r>
              <a:rPr sz="2400" b="1" spc="-30" dirty="0">
                <a:latin typeface="Times New Roman"/>
                <a:cs typeface="Times New Roman"/>
              </a:rPr>
              <a:t>t</a:t>
            </a:r>
            <a:r>
              <a:rPr sz="2400" b="1" spc="-10" dirty="0">
                <a:latin typeface="Times New Roman"/>
                <a:cs typeface="Times New Roman"/>
              </a:rPr>
              <a:t>i</a:t>
            </a:r>
            <a:r>
              <a:rPr sz="2400" b="1" dirty="0">
                <a:latin typeface="Times New Roman"/>
                <a:cs typeface="Times New Roman"/>
              </a:rPr>
              <a:t>r</a:t>
            </a:r>
            <a:r>
              <a:rPr sz="2400" b="1" spc="-20" dirty="0">
                <a:latin typeface="Times New Roman"/>
                <a:cs typeface="Times New Roman"/>
              </a:rPr>
              <a:t>e</a:t>
            </a:r>
            <a:r>
              <a:rPr sz="2400" b="1" spc="-40" dirty="0">
                <a:latin typeface="Times New Roman"/>
                <a:cs typeface="Times New Roman"/>
              </a:rPr>
              <a:t>m</a:t>
            </a:r>
            <a:r>
              <a:rPr sz="2400" b="1" spc="-20" dirty="0">
                <a:latin typeface="Times New Roman"/>
                <a:cs typeface="Times New Roman"/>
              </a:rPr>
              <a:t>e</a:t>
            </a:r>
            <a:r>
              <a:rPr sz="2400" b="1" spc="-10" dirty="0">
                <a:latin typeface="Times New Roman"/>
                <a:cs typeface="Times New Roman"/>
              </a:rPr>
              <a:t>nt</a:t>
            </a:r>
            <a:r>
              <a:rPr sz="2400" b="1" spc="45" dirty="0">
                <a:latin typeface="Times New Roman"/>
                <a:cs typeface="Times New Roman"/>
              </a:rPr>
              <a:t> </a:t>
            </a:r>
            <a:r>
              <a:rPr sz="2400" b="1" spc="-14" dirty="0">
                <a:latin typeface="Times New Roman"/>
                <a:cs typeface="Times New Roman"/>
              </a:rPr>
              <a:t>v</a:t>
            </a:r>
            <a:r>
              <a:rPr sz="2400" b="1" dirty="0">
                <a:latin typeface="Times New Roman"/>
                <a:cs typeface="Times New Roman"/>
              </a:rPr>
              <a:t>a</a:t>
            </a:r>
            <a:r>
              <a:rPr sz="2400" b="1" spc="-10" dirty="0">
                <a:latin typeface="Times New Roman"/>
                <a:cs typeface="Times New Roman"/>
              </a:rPr>
              <a:t>lue </a:t>
            </a:r>
            <a:r>
              <a:rPr sz="2400" spc="-20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n</a:t>
            </a:r>
            <a:r>
              <a:rPr sz="2400" spc="-14" dirty="0">
                <a:latin typeface="Times New Roman"/>
                <a:cs typeface="Times New Roman"/>
              </a:rPr>
              <a:t>d</a:t>
            </a:r>
            <a:r>
              <a:rPr sz="2400" spc="-4" dirty="0">
                <a:latin typeface="Times New Roman"/>
                <a:cs typeface="Times New Roman"/>
              </a:rPr>
              <a:t> </a:t>
            </a:r>
            <a:r>
              <a:rPr sz="2400" spc="-14" dirty="0">
                <a:latin typeface="Times New Roman"/>
                <a:cs typeface="Times New Roman"/>
              </a:rPr>
              <a:t>g</a:t>
            </a:r>
            <a:r>
              <a:rPr sz="2400" spc="-20" dirty="0">
                <a:latin typeface="Times New Roman"/>
                <a:cs typeface="Times New Roman"/>
              </a:rPr>
              <a:t>a</a:t>
            </a:r>
            <a:r>
              <a:rPr sz="2400" spc="-10" dirty="0">
                <a:latin typeface="Times New Roman"/>
                <a:cs typeface="Times New Roman"/>
              </a:rPr>
              <a:t>in</a:t>
            </a:r>
            <a:r>
              <a:rPr sz="2400" spc="-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</a:t>
            </a:r>
            <a:r>
              <a:rPr sz="2400" spc="-20" dirty="0">
                <a:latin typeface="Times New Roman"/>
                <a:cs typeface="Times New Roman"/>
              </a:rPr>
              <a:t>e</a:t>
            </a:r>
            <a:r>
              <a:rPr sz="2400" spc="-10" dirty="0">
                <a:latin typeface="Times New Roman"/>
                <a:cs typeface="Times New Roman"/>
              </a:rPr>
              <a:t>sp</a:t>
            </a:r>
            <a:r>
              <a:rPr sz="2400" spc="-20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c</a:t>
            </a:r>
            <a:r>
              <a:rPr sz="2400" spc="-10" dirty="0">
                <a:latin typeface="Times New Roman"/>
                <a:cs typeface="Times New Roman"/>
              </a:rPr>
              <a:t>t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f</a:t>
            </a:r>
            <a:r>
              <a:rPr sz="2400" spc="-10" dirty="0">
                <a:latin typeface="Times New Roman"/>
                <a:cs typeface="Times New Roman"/>
              </a:rPr>
              <a:t>or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</a:t>
            </a:r>
            <a:r>
              <a:rPr sz="2400" spc="-20" dirty="0">
                <a:latin typeface="Times New Roman"/>
                <a:cs typeface="Times New Roman"/>
              </a:rPr>
              <a:t>a</a:t>
            </a:r>
            <a:r>
              <a:rPr sz="2400" spc="-40" dirty="0">
                <a:latin typeface="Times New Roman"/>
                <a:cs typeface="Times New Roman"/>
              </a:rPr>
              <a:t>m</a:t>
            </a:r>
            <a:r>
              <a:rPr sz="2400" spc="-10" dirty="0">
                <a:latin typeface="Times New Roman"/>
                <a:cs typeface="Times New Roman"/>
              </a:rPr>
              <a:t>ily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n</a:t>
            </a:r>
            <a:r>
              <a:rPr sz="2400" spc="-14" dirty="0">
                <a:latin typeface="Times New Roman"/>
                <a:cs typeface="Times New Roman"/>
              </a:rPr>
              <a:t>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f</a:t>
            </a:r>
            <a:r>
              <a:rPr sz="2400" dirty="0">
                <a:latin typeface="Times New Roman"/>
                <a:cs typeface="Times New Roman"/>
              </a:rPr>
              <a:t>r</a:t>
            </a:r>
            <a:r>
              <a:rPr sz="2400" spc="-10" dirty="0">
                <a:latin typeface="Times New Roman"/>
                <a:cs typeface="Times New Roman"/>
              </a:rPr>
              <a:t>i</a:t>
            </a:r>
            <a:r>
              <a:rPr sz="2400" spc="-20" dirty="0">
                <a:latin typeface="Times New Roman"/>
                <a:cs typeface="Times New Roman"/>
              </a:rPr>
              <a:t>e</a:t>
            </a:r>
            <a:r>
              <a:rPr sz="2400" spc="-10" dirty="0">
                <a:latin typeface="Times New Roman"/>
                <a:cs typeface="Times New Roman"/>
              </a:rPr>
              <a:t>nds.</a:t>
            </a:r>
            <a:endParaRPr sz="2400" dirty="0">
              <a:latin typeface="Times New Roman"/>
              <a:cs typeface="Times New Roman"/>
            </a:endParaRPr>
          </a:p>
          <a:p>
            <a:pPr marL="355558" marR="785403" indent="-342859">
              <a:spcBef>
                <a:spcPts val="994"/>
              </a:spcBef>
            </a:pPr>
            <a:r>
              <a:rPr sz="2400" spc="-20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2400" spc="191" dirty="0">
                <a:solidFill>
                  <a:srgbClr val="A42F0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</a:t>
            </a:r>
            <a:r>
              <a:rPr sz="2400" spc="-20" dirty="0">
                <a:latin typeface="Times New Roman"/>
                <a:cs typeface="Times New Roman"/>
              </a:rPr>
              <a:t>a</a:t>
            </a:r>
            <a:r>
              <a:rPr sz="2400" spc="-10" dirty="0">
                <a:latin typeface="Times New Roman"/>
                <a:cs typeface="Times New Roman"/>
              </a:rPr>
              <a:t>tis</a:t>
            </a:r>
            <a:r>
              <a:rPr sz="2400" spc="-20" dirty="0">
                <a:latin typeface="Times New Roman"/>
                <a:cs typeface="Times New Roman"/>
              </a:rPr>
              <a:t>fac</a:t>
            </a:r>
            <a:r>
              <a:rPr sz="2400" spc="-10" dirty="0">
                <a:latin typeface="Times New Roman"/>
                <a:cs typeface="Times New Roman"/>
              </a:rPr>
              <a:t>tion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of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14" dirty="0">
                <a:latin typeface="Times New Roman"/>
                <a:cs typeface="Times New Roman"/>
              </a:rPr>
              <a:t>b</a:t>
            </a:r>
            <a:r>
              <a:rPr sz="2400" spc="-20" dirty="0">
                <a:latin typeface="Times New Roman"/>
                <a:cs typeface="Times New Roman"/>
              </a:rPr>
              <a:t>e</a:t>
            </a:r>
            <a:r>
              <a:rPr sz="2400" spc="-10" dirty="0">
                <a:latin typeface="Times New Roman"/>
                <a:cs typeface="Times New Roman"/>
              </a:rPr>
              <a:t>ing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the </a:t>
            </a:r>
            <a:r>
              <a:rPr sz="2400" b="1" spc="-20" dirty="0">
                <a:latin typeface="Times New Roman"/>
                <a:cs typeface="Times New Roman"/>
              </a:rPr>
              <a:t>cre</a:t>
            </a:r>
            <a:r>
              <a:rPr sz="2400" b="1" dirty="0">
                <a:latin typeface="Times New Roman"/>
                <a:cs typeface="Times New Roman"/>
              </a:rPr>
              <a:t>a</a:t>
            </a:r>
            <a:r>
              <a:rPr sz="2400" b="1" spc="-10" dirty="0">
                <a:latin typeface="Times New Roman"/>
                <a:cs typeface="Times New Roman"/>
              </a:rPr>
              <a:t>tor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</a:t>
            </a:r>
            <a:r>
              <a:rPr sz="2400" spc="-10" dirty="0">
                <a:latin typeface="Times New Roman"/>
                <a:cs typeface="Times New Roman"/>
              </a:rPr>
              <a:t>f </a:t>
            </a:r>
            <a:r>
              <a:rPr sz="2400" b="1" spc="-10" dirty="0">
                <a:latin typeface="Times New Roman"/>
                <a:cs typeface="Times New Roman"/>
              </a:rPr>
              <a:t>jo</a:t>
            </a:r>
            <a:r>
              <a:rPr sz="2400" b="1" dirty="0">
                <a:latin typeface="Times New Roman"/>
                <a:cs typeface="Times New Roman"/>
              </a:rPr>
              <a:t>b</a:t>
            </a:r>
            <a:r>
              <a:rPr sz="2400" b="1" spc="-10" dirty="0">
                <a:latin typeface="Times New Roman"/>
                <a:cs typeface="Times New Roman"/>
              </a:rPr>
              <a:t>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f</a:t>
            </a:r>
            <a:r>
              <a:rPr sz="2400" dirty="0">
                <a:latin typeface="Times New Roman"/>
                <a:cs typeface="Times New Roman"/>
              </a:rPr>
              <a:t>o</a:t>
            </a:r>
            <a:r>
              <a:rPr sz="2400" spc="-10" dirty="0">
                <a:latin typeface="Times New Roman"/>
                <a:cs typeface="Times New Roman"/>
              </a:rPr>
              <a:t>r </a:t>
            </a:r>
            <a:r>
              <a:rPr sz="2400" spc="-40" dirty="0">
                <a:latin typeface="Times New Roman"/>
                <a:cs typeface="Times New Roman"/>
              </a:rPr>
              <a:t>m</a:t>
            </a:r>
            <a:r>
              <a:rPr sz="2400" spc="-20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n</a:t>
            </a:r>
            <a:r>
              <a:rPr sz="2400" spc="-14" dirty="0">
                <a:latin typeface="Times New Roman"/>
                <a:cs typeface="Times New Roman"/>
              </a:rPr>
              <a:t>y</a:t>
            </a:r>
            <a:r>
              <a:rPr sz="2400" spc="-10" dirty="0">
                <a:latin typeface="Times New Roman"/>
                <a:cs typeface="Times New Roman"/>
              </a:rPr>
              <a:t> p</a:t>
            </a:r>
            <a:r>
              <a:rPr sz="2400" dirty="0">
                <a:latin typeface="Times New Roman"/>
                <a:cs typeface="Times New Roman"/>
              </a:rPr>
              <a:t>e</a:t>
            </a:r>
            <a:r>
              <a:rPr sz="2400" spc="-10" dirty="0">
                <a:latin typeface="Times New Roman"/>
                <a:cs typeface="Times New Roman"/>
              </a:rPr>
              <a:t>opl</a:t>
            </a:r>
            <a:r>
              <a:rPr sz="2400" spc="-20" dirty="0">
                <a:latin typeface="Times New Roman"/>
                <a:cs typeface="Times New Roman"/>
              </a:rPr>
              <a:t>e</a:t>
            </a:r>
            <a:r>
              <a:rPr sz="2400" spc="-10" dirty="0">
                <a:latin typeface="Times New Roman"/>
                <a:cs typeface="Times New Roman"/>
              </a:rPr>
              <a:t>.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36753" y="1314561"/>
            <a:ext cx="152400" cy="279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9"/>
            <a:r>
              <a:rPr dirty="0">
                <a:latin typeface="Century Gothic"/>
                <a:cs typeface="Century Gothic"/>
              </a:rPr>
              <a:t>6</a:t>
            </a:r>
            <a:endParaRPr>
              <a:latin typeface="Century Gothic"/>
              <a:cs typeface="Century Gothic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2312" y="792980"/>
            <a:ext cx="3647441" cy="5581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9"/>
            <a:r>
              <a:rPr sz="3600" b="1" spc="-4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3600" b="1" spc="4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3600" b="1" spc="-2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3600" b="1" spc="10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3600" b="1" spc="4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3600" b="1" spc="-2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3600" b="1" dirty="0">
                <a:solidFill>
                  <a:srgbClr val="252525"/>
                </a:solidFill>
                <a:latin typeface="Times New Roman"/>
                <a:cs typeface="Times New Roman"/>
              </a:rPr>
              <a:t>g yo</a:t>
            </a:r>
            <a:r>
              <a:rPr sz="3600" b="1" spc="10" dirty="0">
                <a:solidFill>
                  <a:srgbClr val="252525"/>
                </a:solidFill>
                <a:latin typeface="Times New Roman"/>
                <a:cs typeface="Times New Roman"/>
              </a:rPr>
              <a:t>u</a:t>
            </a:r>
            <a:r>
              <a:rPr sz="3600" b="1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3600" b="1" spc="-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3600" b="1" spc="-4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3600" b="1" spc="-30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3600" b="1" dirty="0">
                <a:solidFill>
                  <a:srgbClr val="252525"/>
                </a:solidFill>
                <a:latin typeface="Times New Roman"/>
                <a:cs typeface="Times New Roman"/>
              </a:rPr>
              <a:t>ow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66800" y="1600200"/>
            <a:ext cx="8305800" cy="5181600"/>
          </a:xfrm>
          <a:custGeom>
            <a:avLst/>
            <a:gdLst/>
            <a:ahLst/>
            <a:cxnLst/>
            <a:rect l="l" t="t" r="r" b="b"/>
            <a:pathLst>
              <a:path w="8305800" h="5181600">
                <a:moveTo>
                  <a:pt x="0" y="5181599"/>
                </a:moveTo>
                <a:lnTo>
                  <a:pt x="8305799" y="5181599"/>
                </a:lnTo>
                <a:lnTo>
                  <a:pt x="8305799" y="0"/>
                </a:lnTo>
                <a:lnTo>
                  <a:pt x="0" y="0"/>
                </a:lnTo>
                <a:lnTo>
                  <a:pt x="0" y="51815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66800" y="1600200"/>
            <a:ext cx="8305800" cy="5715000"/>
          </a:xfrm>
          <a:custGeom>
            <a:avLst/>
            <a:gdLst/>
            <a:ahLst/>
            <a:cxnLst/>
            <a:rect l="l" t="t" r="r" b="b"/>
            <a:pathLst>
              <a:path w="8305800" h="5181600">
                <a:moveTo>
                  <a:pt x="0" y="5181599"/>
                </a:moveTo>
                <a:lnTo>
                  <a:pt x="8305799" y="5181599"/>
                </a:lnTo>
                <a:lnTo>
                  <a:pt x="8305799" y="0"/>
                </a:lnTo>
                <a:lnTo>
                  <a:pt x="0" y="0"/>
                </a:lnTo>
                <a:lnTo>
                  <a:pt x="0" y="5181599"/>
                </a:lnTo>
                <a:close/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775666" y="1202282"/>
            <a:ext cx="8507066" cy="6500106"/>
          </a:xfrm>
          <a:prstGeom prst="rect">
            <a:avLst/>
          </a:prstGeom>
        </p:spPr>
        <p:txBody>
          <a:bodyPr vert="horz" wrap="square" lIns="0" tIns="473322" rIns="0" bIns="0" rtlCol="0">
            <a:spAutoFit/>
          </a:bodyPr>
          <a:lstStyle/>
          <a:p>
            <a:pPr marL="725720" marR="652069" indent="-342859"/>
            <a:r>
              <a:rPr sz="2400" spc="-20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2400" spc="191" dirty="0">
                <a:solidFill>
                  <a:srgbClr val="A42F0F"/>
                </a:solidFill>
              </a:rPr>
              <a:t> </a:t>
            </a:r>
            <a:r>
              <a:rPr sz="2400" spc="-10" dirty="0">
                <a:solidFill>
                  <a:srgbClr val="3F3F3F"/>
                </a:solidFill>
              </a:rPr>
              <a:t>Finding</a:t>
            </a:r>
            <a:r>
              <a:rPr sz="2400" dirty="0">
                <a:solidFill>
                  <a:srgbClr val="3F3F3F"/>
                </a:solidFill>
              </a:rPr>
              <a:t> </a:t>
            </a:r>
            <a:r>
              <a:rPr sz="2400" b="1" spc="-14" dirty="0">
                <a:solidFill>
                  <a:srgbClr val="3F3F3F"/>
                </a:solidFill>
              </a:rPr>
              <a:t>y</a:t>
            </a:r>
            <a:r>
              <a:rPr sz="2400" b="1" dirty="0">
                <a:solidFill>
                  <a:srgbClr val="3F3F3F"/>
                </a:solidFill>
              </a:rPr>
              <a:t>o</a:t>
            </a:r>
            <a:r>
              <a:rPr sz="2400" b="1" spc="-30" dirty="0">
                <a:solidFill>
                  <a:srgbClr val="3F3F3F"/>
                </a:solidFill>
              </a:rPr>
              <a:t>u</a:t>
            </a:r>
            <a:r>
              <a:rPr sz="2400" b="1" spc="-10" dirty="0">
                <a:solidFill>
                  <a:srgbClr val="3F3F3F"/>
                </a:solidFill>
              </a:rPr>
              <a:t>r</a:t>
            </a:r>
            <a:r>
              <a:rPr sz="2400" b="1" spc="-55" dirty="0">
                <a:solidFill>
                  <a:srgbClr val="3F3F3F"/>
                </a:solidFill>
              </a:rPr>
              <a:t> </a:t>
            </a:r>
            <a:r>
              <a:rPr sz="2400" b="1" dirty="0">
                <a:solidFill>
                  <a:srgbClr val="3F3F3F"/>
                </a:solidFill>
              </a:rPr>
              <a:t>f</a:t>
            </a:r>
            <a:r>
              <a:rPr sz="2400" b="1" spc="-14" dirty="0">
                <a:solidFill>
                  <a:srgbClr val="3F3F3F"/>
                </a:solidFill>
              </a:rPr>
              <a:t>low</a:t>
            </a:r>
            <a:r>
              <a:rPr sz="2400" b="1" spc="-4" dirty="0">
                <a:solidFill>
                  <a:srgbClr val="3F3F3F"/>
                </a:solidFill>
              </a:rPr>
              <a:t> </a:t>
            </a:r>
            <a:r>
              <a:rPr sz="2400" spc="-10" dirty="0">
                <a:solidFill>
                  <a:srgbClr val="3F3F3F"/>
                </a:solidFill>
              </a:rPr>
              <a:t>is</a:t>
            </a:r>
            <a:r>
              <a:rPr sz="2400" dirty="0">
                <a:solidFill>
                  <a:srgbClr val="3F3F3F"/>
                </a:solidFill>
              </a:rPr>
              <a:t> </a:t>
            </a:r>
            <a:r>
              <a:rPr sz="2400" spc="-20" dirty="0">
                <a:solidFill>
                  <a:srgbClr val="3F3F3F"/>
                </a:solidFill>
              </a:rPr>
              <a:t>a</a:t>
            </a:r>
            <a:r>
              <a:rPr sz="2400" spc="-14" dirty="0">
                <a:solidFill>
                  <a:srgbClr val="3F3F3F"/>
                </a:solidFill>
              </a:rPr>
              <a:t>b</a:t>
            </a:r>
            <a:r>
              <a:rPr sz="2400" dirty="0">
                <a:solidFill>
                  <a:srgbClr val="3F3F3F"/>
                </a:solidFill>
              </a:rPr>
              <a:t>o</a:t>
            </a:r>
            <a:r>
              <a:rPr sz="2400" spc="-10" dirty="0">
                <a:solidFill>
                  <a:srgbClr val="3F3F3F"/>
                </a:solidFill>
              </a:rPr>
              <a:t>ut</a:t>
            </a:r>
            <a:r>
              <a:rPr sz="2400" spc="-20" dirty="0">
                <a:solidFill>
                  <a:srgbClr val="3F3F3F"/>
                </a:solidFill>
              </a:rPr>
              <a:t> </a:t>
            </a:r>
            <a:r>
              <a:rPr sz="2400" spc="-10" dirty="0">
                <a:solidFill>
                  <a:srgbClr val="3F3F3F"/>
                </a:solidFill>
              </a:rPr>
              <a:t>losing</a:t>
            </a:r>
            <a:r>
              <a:rPr sz="2400" spc="-4" dirty="0">
                <a:solidFill>
                  <a:srgbClr val="3F3F3F"/>
                </a:solidFill>
              </a:rPr>
              <a:t> </a:t>
            </a:r>
            <a:r>
              <a:rPr sz="2400" dirty="0">
                <a:solidFill>
                  <a:srgbClr val="3F3F3F"/>
                </a:solidFill>
              </a:rPr>
              <a:t>y</a:t>
            </a:r>
            <a:r>
              <a:rPr sz="2400" spc="-14" dirty="0">
                <a:solidFill>
                  <a:srgbClr val="3F3F3F"/>
                </a:solidFill>
              </a:rPr>
              <a:t>o</a:t>
            </a:r>
            <a:r>
              <a:rPr sz="2400" dirty="0">
                <a:solidFill>
                  <a:srgbClr val="3F3F3F"/>
                </a:solidFill>
              </a:rPr>
              <a:t>u</a:t>
            </a:r>
            <a:r>
              <a:rPr sz="2400" spc="-20" dirty="0">
                <a:solidFill>
                  <a:srgbClr val="3F3F3F"/>
                </a:solidFill>
              </a:rPr>
              <a:t>r</a:t>
            </a:r>
            <a:r>
              <a:rPr sz="2400" spc="-10" dirty="0">
                <a:solidFill>
                  <a:srgbClr val="3F3F3F"/>
                </a:solidFill>
              </a:rPr>
              <a:t>s</a:t>
            </a:r>
            <a:r>
              <a:rPr sz="2400" spc="-20" dirty="0">
                <a:solidFill>
                  <a:srgbClr val="3F3F3F"/>
                </a:solidFill>
              </a:rPr>
              <a:t>e</a:t>
            </a:r>
            <a:r>
              <a:rPr sz="2400" spc="-10" dirty="0">
                <a:solidFill>
                  <a:srgbClr val="3F3F3F"/>
                </a:solidFill>
              </a:rPr>
              <a:t>lf in</a:t>
            </a:r>
            <a:r>
              <a:rPr sz="2400" spc="-4" dirty="0">
                <a:solidFill>
                  <a:srgbClr val="3F3F3F"/>
                </a:solidFill>
              </a:rPr>
              <a:t> </a:t>
            </a:r>
            <a:r>
              <a:rPr sz="2400" spc="-30" dirty="0">
                <a:solidFill>
                  <a:srgbClr val="3F3F3F"/>
                </a:solidFill>
              </a:rPr>
              <a:t>t</a:t>
            </a:r>
            <a:r>
              <a:rPr sz="2400" dirty="0">
                <a:solidFill>
                  <a:srgbClr val="3F3F3F"/>
                </a:solidFill>
              </a:rPr>
              <a:t>a</a:t>
            </a:r>
            <a:r>
              <a:rPr sz="2400" spc="-10" dirty="0">
                <a:solidFill>
                  <a:srgbClr val="3F3F3F"/>
                </a:solidFill>
              </a:rPr>
              <a:t>sks</a:t>
            </a:r>
            <a:r>
              <a:rPr sz="2400" dirty="0">
                <a:solidFill>
                  <a:srgbClr val="3F3F3F"/>
                </a:solidFill>
              </a:rPr>
              <a:t> </a:t>
            </a:r>
            <a:r>
              <a:rPr sz="2400" spc="-10" dirty="0">
                <a:solidFill>
                  <a:srgbClr val="3F3F3F"/>
                </a:solidFill>
              </a:rPr>
              <a:t>th</a:t>
            </a:r>
            <a:r>
              <a:rPr sz="2400" spc="-20" dirty="0">
                <a:solidFill>
                  <a:srgbClr val="3F3F3F"/>
                </a:solidFill>
              </a:rPr>
              <a:t>a</a:t>
            </a:r>
            <a:r>
              <a:rPr sz="2400" spc="-10" dirty="0">
                <a:solidFill>
                  <a:srgbClr val="3F3F3F"/>
                </a:solidFill>
              </a:rPr>
              <a:t>t</a:t>
            </a:r>
            <a:r>
              <a:rPr sz="2400" dirty="0">
                <a:solidFill>
                  <a:srgbClr val="3F3F3F"/>
                </a:solidFill>
              </a:rPr>
              <a:t> </a:t>
            </a:r>
            <a:r>
              <a:rPr sz="2400" spc="-14" dirty="0">
                <a:solidFill>
                  <a:srgbClr val="3F3F3F"/>
                </a:solidFill>
              </a:rPr>
              <a:t>y</a:t>
            </a:r>
            <a:r>
              <a:rPr sz="2400" dirty="0">
                <a:solidFill>
                  <a:srgbClr val="3F3F3F"/>
                </a:solidFill>
              </a:rPr>
              <a:t>o</a:t>
            </a:r>
            <a:r>
              <a:rPr sz="2400" spc="-14" dirty="0">
                <a:solidFill>
                  <a:srgbClr val="3F3F3F"/>
                </a:solidFill>
              </a:rPr>
              <a:t>u</a:t>
            </a:r>
            <a:r>
              <a:rPr sz="2400" spc="-25" dirty="0">
                <a:solidFill>
                  <a:srgbClr val="3F3F3F"/>
                </a:solidFill>
              </a:rPr>
              <a:t> </a:t>
            </a:r>
            <a:r>
              <a:rPr sz="2400" spc="-20" dirty="0">
                <a:solidFill>
                  <a:srgbClr val="3F3F3F"/>
                </a:solidFill>
              </a:rPr>
              <a:t>a</a:t>
            </a:r>
            <a:r>
              <a:rPr sz="2400" dirty="0">
                <a:solidFill>
                  <a:srgbClr val="3F3F3F"/>
                </a:solidFill>
              </a:rPr>
              <a:t>r</a:t>
            </a:r>
            <a:r>
              <a:rPr sz="2400" spc="-10" dirty="0">
                <a:solidFill>
                  <a:srgbClr val="3F3F3F"/>
                </a:solidFill>
              </a:rPr>
              <a:t>e p</a:t>
            </a:r>
            <a:r>
              <a:rPr sz="2400" dirty="0">
                <a:solidFill>
                  <a:srgbClr val="3F3F3F"/>
                </a:solidFill>
              </a:rPr>
              <a:t>a</a:t>
            </a:r>
            <a:r>
              <a:rPr sz="2400" spc="-30" dirty="0">
                <a:solidFill>
                  <a:srgbClr val="3F3F3F"/>
                </a:solidFill>
              </a:rPr>
              <a:t>s</a:t>
            </a:r>
            <a:r>
              <a:rPr sz="2400" spc="-10" dirty="0">
                <a:solidFill>
                  <a:srgbClr val="3F3F3F"/>
                </a:solidFill>
              </a:rPr>
              <a:t>sio</a:t>
            </a:r>
            <a:r>
              <a:rPr sz="2400" dirty="0">
                <a:solidFill>
                  <a:srgbClr val="3F3F3F"/>
                </a:solidFill>
              </a:rPr>
              <a:t>n</a:t>
            </a:r>
            <a:r>
              <a:rPr sz="2400" spc="-20" dirty="0">
                <a:solidFill>
                  <a:srgbClr val="3F3F3F"/>
                </a:solidFill>
              </a:rPr>
              <a:t>a</a:t>
            </a:r>
            <a:r>
              <a:rPr sz="2400" spc="-10" dirty="0">
                <a:solidFill>
                  <a:srgbClr val="3F3F3F"/>
                </a:solidFill>
              </a:rPr>
              <a:t>te </a:t>
            </a:r>
            <a:r>
              <a:rPr sz="2400" spc="-20" dirty="0">
                <a:solidFill>
                  <a:srgbClr val="3F3F3F"/>
                </a:solidFill>
              </a:rPr>
              <a:t>a</a:t>
            </a:r>
            <a:r>
              <a:rPr sz="2400" spc="-14" dirty="0">
                <a:solidFill>
                  <a:srgbClr val="3F3F3F"/>
                </a:solidFill>
              </a:rPr>
              <a:t>bo</a:t>
            </a:r>
            <a:r>
              <a:rPr sz="2400" dirty="0">
                <a:solidFill>
                  <a:srgbClr val="3F3F3F"/>
                </a:solidFill>
              </a:rPr>
              <a:t>u</a:t>
            </a:r>
            <a:r>
              <a:rPr sz="2400" spc="-30" dirty="0">
                <a:solidFill>
                  <a:srgbClr val="3F3F3F"/>
                </a:solidFill>
              </a:rPr>
              <a:t>t</a:t>
            </a:r>
            <a:r>
              <a:rPr sz="2400" spc="-10" dirty="0">
                <a:solidFill>
                  <a:srgbClr val="3F3F3F"/>
                </a:solidFill>
              </a:rPr>
              <a:t>.</a:t>
            </a:r>
            <a:r>
              <a:rPr sz="2400" spc="-4" dirty="0">
                <a:solidFill>
                  <a:srgbClr val="3F3F3F"/>
                </a:solidFill>
              </a:rPr>
              <a:t> </a:t>
            </a:r>
            <a:r>
              <a:rPr sz="2400" dirty="0">
                <a:solidFill>
                  <a:srgbClr val="3F3F3F"/>
                </a:solidFill>
              </a:rPr>
              <a:t>I</a:t>
            </a:r>
            <a:r>
              <a:rPr sz="2400" spc="-10" dirty="0">
                <a:solidFill>
                  <a:srgbClr val="3F3F3F"/>
                </a:solidFill>
              </a:rPr>
              <a:t>t</a:t>
            </a:r>
            <a:r>
              <a:rPr sz="2400" dirty="0">
                <a:solidFill>
                  <a:srgbClr val="3F3F3F"/>
                </a:solidFill>
              </a:rPr>
              <a:t> </a:t>
            </a:r>
            <a:r>
              <a:rPr sz="2400" spc="-20" dirty="0">
                <a:solidFill>
                  <a:srgbClr val="3F3F3F"/>
                </a:solidFill>
              </a:rPr>
              <a:t>a</a:t>
            </a:r>
            <a:r>
              <a:rPr sz="2400" spc="-10" dirty="0">
                <a:solidFill>
                  <a:srgbClr val="3F3F3F"/>
                </a:solidFill>
              </a:rPr>
              <a:t>llo</a:t>
            </a:r>
            <a:r>
              <a:rPr sz="2400" spc="-25" dirty="0">
                <a:solidFill>
                  <a:srgbClr val="3F3F3F"/>
                </a:solidFill>
              </a:rPr>
              <a:t>w</a:t>
            </a:r>
            <a:r>
              <a:rPr sz="2400" spc="-10" dirty="0">
                <a:solidFill>
                  <a:srgbClr val="3F3F3F"/>
                </a:solidFill>
              </a:rPr>
              <a:t>s</a:t>
            </a:r>
            <a:r>
              <a:rPr sz="2400" dirty="0">
                <a:solidFill>
                  <a:srgbClr val="3F3F3F"/>
                </a:solidFill>
              </a:rPr>
              <a:t> yo</a:t>
            </a:r>
            <a:r>
              <a:rPr sz="2400" spc="-14" dirty="0">
                <a:solidFill>
                  <a:srgbClr val="3F3F3F"/>
                </a:solidFill>
              </a:rPr>
              <a:t>u</a:t>
            </a:r>
            <a:r>
              <a:rPr sz="2400" spc="-45" dirty="0">
                <a:solidFill>
                  <a:srgbClr val="3F3F3F"/>
                </a:solidFill>
              </a:rPr>
              <a:t> </a:t>
            </a:r>
            <a:r>
              <a:rPr sz="2400" spc="-10" dirty="0">
                <a:solidFill>
                  <a:srgbClr val="3F3F3F"/>
                </a:solidFill>
              </a:rPr>
              <a:t>to</a:t>
            </a:r>
            <a:r>
              <a:rPr sz="2400" spc="20" dirty="0">
                <a:solidFill>
                  <a:srgbClr val="3F3F3F"/>
                </a:solidFill>
              </a:rPr>
              <a:t> </a:t>
            </a:r>
            <a:r>
              <a:rPr sz="2400" spc="-20" dirty="0">
                <a:solidFill>
                  <a:srgbClr val="3F3F3F"/>
                </a:solidFill>
              </a:rPr>
              <a:t>e</a:t>
            </a:r>
            <a:r>
              <a:rPr sz="2400" spc="-14" dirty="0">
                <a:solidFill>
                  <a:srgbClr val="3F3F3F"/>
                </a:solidFill>
              </a:rPr>
              <a:t>xp</a:t>
            </a:r>
            <a:r>
              <a:rPr sz="2400" dirty="0">
                <a:solidFill>
                  <a:srgbClr val="3F3F3F"/>
                </a:solidFill>
              </a:rPr>
              <a:t>e</a:t>
            </a:r>
            <a:r>
              <a:rPr sz="2400" spc="-20" dirty="0">
                <a:solidFill>
                  <a:srgbClr val="3F3F3F"/>
                </a:solidFill>
              </a:rPr>
              <a:t>r</a:t>
            </a:r>
            <a:r>
              <a:rPr sz="2400" spc="-10" dirty="0">
                <a:solidFill>
                  <a:srgbClr val="3F3F3F"/>
                </a:solidFill>
              </a:rPr>
              <a:t>i</a:t>
            </a:r>
            <a:r>
              <a:rPr sz="2400" spc="-20" dirty="0">
                <a:solidFill>
                  <a:srgbClr val="3F3F3F"/>
                </a:solidFill>
              </a:rPr>
              <a:t>e</a:t>
            </a:r>
            <a:r>
              <a:rPr sz="2400" spc="-14" dirty="0">
                <a:solidFill>
                  <a:srgbClr val="3F3F3F"/>
                </a:solidFill>
              </a:rPr>
              <a:t>n</a:t>
            </a:r>
            <a:r>
              <a:rPr sz="2400" dirty="0">
                <a:solidFill>
                  <a:srgbClr val="3F3F3F"/>
                </a:solidFill>
              </a:rPr>
              <a:t>c</a:t>
            </a:r>
            <a:r>
              <a:rPr sz="2400" spc="-10" dirty="0">
                <a:solidFill>
                  <a:srgbClr val="3F3F3F"/>
                </a:solidFill>
              </a:rPr>
              <a:t>e</a:t>
            </a:r>
            <a:r>
              <a:rPr sz="2400" spc="10" dirty="0">
                <a:solidFill>
                  <a:srgbClr val="3F3F3F"/>
                </a:solidFill>
              </a:rPr>
              <a:t> </a:t>
            </a:r>
            <a:r>
              <a:rPr sz="2400" spc="-20" dirty="0">
                <a:solidFill>
                  <a:srgbClr val="3F3F3F"/>
                </a:solidFill>
              </a:rPr>
              <a:t>e</a:t>
            </a:r>
            <a:r>
              <a:rPr sz="2400" spc="-10" dirty="0">
                <a:solidFill>
                  <a:srgbClr val="3F3F3F"/>
                </a:solidFill>
              </a:rPr>
              <a:t>njo</a:t>
            </a:r>
            <a:r>
              <a:rPr sz="2400" dirty="0">
                <a:solidFill>
                  <a:srgbClr val="3F3F3F"/>
                </a:solidFill>
              </a:rPr>
              <a:t>y</a:t>
            </a:r>
            <a:r>
              <a:rPr sz="2400" spc="-40" dirty="0">
                <a:solidFill>
                  <a:srgbClr val="3F3F3F"/>
                </a:solidFill>
              </a:rPr>
              <a:t>m</a:t>
            </a:r>
            <a:r>
              <a:rPr sz="2400" spc="-20" dirty="0">
                <a:solidFill>
                  <a:srgbClr val="3F3F3F"/>
                </a:solidFill>
              </a:rPr>
              <a:t>e</a:t>
            </a:r>
            <a:r>
              <a:rPr sz="2400" dirty="0">
                <a:solidFill>
                  <a:srgbClr val="3F3F3F"/>
                </a:solidFill>
              </a:rPr>
              <a:t>n</a:t>
            </a:r>
            <a:r>
              <a:rPr sz="2400" spc="-10" dirty="0">
                <a:solidFill>
                  <a:srgbClr val="3F3F3F"/>
                </a:solidFill>
              </a:rPr>
              <a:t>t</a:t>
            </a:r>
            <a:r>
              <a:rPr sz="2400" spc="-20" dirty="0">
                <a:solidFill>
                  <a:srgbClr val="3F3F3F"/>
                </a:solidFill>
              </a:rPr>
              <a:t> </a:t>
            </a:r>
            <a:r>
              <a:rPr sz="2400" spc="-10" dirty="0">
                <a:solidFill>
                  <a:srgbClr val="3F3F3F"/>
                </a:solidFill>
              </a:rPr>
              <a:t>in</a:t>
            </a:r>
            <a:r>
              <a:rPr sz="2400" spc="-4" dirty="0">
                <a:solidFill>
                  <a:srgbClr val="3F3F3F"/>
                </a:solidFill>
              </a:rPr>
              <a:t> </a:t>
            </a:r>
            <a:r>
              <a:rPr sz="2400" spc="-10" dirty="0">
                <a:solidFill>
                  <a:srgbClr val="3F3F3F"/>
                </a:solidFill>
              </a:rPr>
              <a:t>t</a:t>
            </a:r>
            <a:r>
              <a:rPr sz="2400" dirty="0">
                <a:solidFill>
                  <a:srgbClr val="3F3F3F"/>
                </a:solidFill>
              </a:rPr>
              <a:t>h</a:t>
            </a:r>
            <a:r>
              <a:rPr sz="2400" spc="-10" dirty="0">
                <a:solidFill>
                  <a:srgbClr val="3F3F3F"/>
                </a:solidFill>
              </a:rPr>
              <a:t>e p</a:t>
            </a:r>
            <a:r>
              <a:rPr sz="2400" dirty="0">
                <a:solidFill>
                  <a:srgbClr val="3F3F3F"/>
                </a:solidFill>
              </a:rPr>
              <a:t>r</a:t>
            </a:r>
            <a:r>
              <a:rPr sz="2400" spc="-14" dirty="0">
                <a:solidFill>
                  <a:srgbClr val="3F3F3F"/>
                </a:solidFill>
              </a:rPr>
              <a:t>og</a:t>
            </a:r>
            <a:r>
              <a:rPr sz="2400" spc="-20" dirty="0">
                <a:solidFill>
                  <a:srgbClr val="3F3F3F"/>
                </a:solidFill>
              </a:rPr>
              <a:t>r</a:t>
            </a:r>
            <a:r>
              <a:rPr sz="2400" dirty="0">
                <a:solidFill>
                  <a:srgbClr val="3F3F3F"/>
                </a:solidFill>
              </a:rPr>
              <a:t>e</a:t>
            </a:r>
            <a:r>
              <a:rPr sz="2400" spc="-10" dirty="0">
                <a:solidFill>
                  <a:srgbClr val="3F3F3F"/>
                </a:solidFill>
              </a:rPr>
              <a:t>ss</a:t>
            </a:r>
            <a:r>
              <a:rPr sz="2400" spc="-25" dirty="0">
                <a:solidFill>
                  <a:srgbClr val="3F3F3F"/>
                </a:solidFill>
              </a:rPr>
              <a:t> </a:t>
            </a:r>
            <a:r>
              <a:rPr sz="2400" dirty="0">
                <a:solidFill>
                  <a:srgbClr val="3F3F3F"/>
                </a:solidFill>
              </a:rPr>
              <a:t>o</a:t>
            </a:r>
            <a:r>
              <a:rPr sz="2400" spc="-10" dirty="0">
                <a:solidFill>
                  <a:srgbClr val="3F3F3F"/>
                </a:solidFill>
              </a:rPr>
              <a:t>f </a:t>
            </a:r>
            <a:r>
              <a:rPr sz="2400" spc="-14" dirty="0">
                <a:solidFill>
                  <a:srgbClr val="3F3F3F"/>
                </a:solidFill>
              </a:rPr>
              <a:t>d</a:t>
            </a:r>
            <a:r>
              <a:rPr sz="2400" dirty="0">
                <a:solidFill>
                  <a:srgbClr val="3F3F3F"/>
                </a:solidFill>
              </a:rPr>
              <a:t>o</a:t>
            </a:r>
            <a:r>
              <a:rPr sz="2400" spc="-10" dirty="0">
                <a:solidFill>
                  <a:srgbClr val="3F3F3F"/>
                </a:solidFill>
              </a:rPr>
              <a:t>ing</a:t>
            </a:r>
            <a:r>
              <a:rPr sz="2400" spc="-25" dirty="0">
                <a:solidFill>
                  <a:srgbClr val="3F3F3F"/>
                </a:solidFill>
              </a:rPr>
              <a:t> </a:t>
            </a:r>
            <a:r>
              <a:rPr sz="2400" spc="-10" dirty="0">
                <a:solidFill>
                  <a:srgbClr val="3F3F3F"/>
                </a:solidFill>
              </a:rPr>
              <a:t>so</a:t>
            </a:r>
            <a:r>
              <a:rPr sz="2400" spc="-40" dirty="0">
                <a:solidFill>
                  <a:srgbClr val="3F3F3F"/>
                </a:solidFill>
              </a:rPr>
              <a:t>m</a:t>
            </a:r>
            <a:r>
              <a:rPr sz="2400" dirty="0">
                <a:solidFill>
                  <a:srgbClr val="3F3F3F"/>
                </a:solidFill>
              </a:rPr>
              <a:t>e</a:t>
            </a:r>
            <a:r>
              <a:rPr sz="2400" spc="-30" dirty="0">
                <a:solidFill>
                  <a:srgbClr val="3F3F3F"/>
                </a:solidFill>
              </a:rPr>
              <a:t>t</a:t>
            </a:r>
            <a:r>
              <a:rPr sz="2400" dirty="0">
                <a:solidFill>
                  <a:srgbClr val="3F3F3F"/>
                </a:solidFill>
              </a:rPr>
              <a:t>h</a:t>
            </a:r>
            <a:r>
              <a:rPr sz="2400" spc="-10" dirty="0">
                <a:solidFill>
                  <a:srgbClr val="3F3F3F"/>
                </a:solidFill>
              </a:rPr>
              <a:t>ing</a:t>
            </a:r>
            <a:r>
              <a:rPr sz="2400" spc="20" dirty="0">
                <a:solidFill>
                  <a:srgbClr val="3F3F3F"/>
                </a:solidFill>
              </a:rPr>
              <a:t> </a:t>
            </a:r>
            <a:r>
              <a:rPr sz="2400" spc="-20" dirty="0">
                <a:solidFill>
                  <a:srgbClr val="3F3F3F"/>
                </a:solidFill>
              </a:rPr>
              <a:t>c</a:t>
            </a:r>
            <a:r>
              <a:rPr sz="2400" spc="-14" dirty="0">
                <a:solidFill>
                  <a:srgbClr val="3F3F3F"/>
                </a:solidFill>
              </a:rPr>
              <a:t>h</a:t>
            </a:r>
            <a:r>
              <a:rPr sz="2400" dirty="0">
                <a:solidFill>
                  <a:srgbClr val="3F3F3F"/>
                </a:solidFill>
              </a:rPr>
              <a:t>a</a:t>
            </a:r>
            <a:r>
              <a:rPr sz="2400" spc="-30" dirty="0">
                <a:solidFill>
                  <a:srgbClr val="3F3F3F"/>
                </a:solidFill>
              </a:rPr>
              <a:t>l</a:t>
            </a:r>
            <a:r>
              <a:rPr sz="2400" spc="-10" dirty="0">
                <a:solidFill>
                  <a:srgbClr val="3F3F3F"/>
                </a:solidFill>
              </a:rPr>
              <a:t>l</a:t>
            </a:r>
            <a:r>
              <a:rPr sz="2400" dirty="0">
                <a:solidFill>
                  <a:srgbClr val="3F3F3F"/>
                </a:solidFill>
              </a:rPr>
              <a:t>e</a:t>
            </a:r>
            <a:r>
              <a:rPr sz="2400" spc="-10" dirty="0">
                <a:solidFill>
                  <a:srgbClr val="3F3F3F"/>
                </a:solidFill>
              </a:rPr>
              <a:t>ngin</a:t>
            </a:r>
            <a:r>
              <a:rPr sz="2400" dirty="0">
                <a:solidFill>
                  <a:srgbClr val="3F3F3F"/>
                </a:solidFill>
              </a:rPr>
              <a:t>g</a:t>
            </a:r>
            <a:r>
              <a:rPr sz="2400" spc="-10" dirty="0">
                <a:solidFill>
                  <a:srgbClr val="3F3F3F"/>
                </a:solidFill>
              </a:rPr>
              <a:t>,</a:t>
            </a:r>
            <a:r>
              <a:rPr sz="2400" spc="-25" dirty="0">
                <a:solidFill>
                  <a:srgbClr val="3F3F3F"/>
                </a:solidFill>
              </a:rPr>
              <a:t> </a:t>
            </a:r>
            <a:r>
              <a:rPr sz="2400" dirty="0">
                <a:solidFill>
                  <a:srgbClr val="3F3F3F"/>
                </a:solidFill>
              </a:rPr>
              <a:t>y</a:t>
            </a:r>
            <a:r>
              <a:rPr sz="2400" spc="-20" dirty="0">
                <a:solidFill>
                  <a:srgbClr val="3F3F3F"/>
                </a:solidFill>
              </a:rPr>
              <a:t>e</a:t>
            </a:r>
            <a:r>
              <a:rPr sz="2400" spc="-10" dirty="0">
                <a:solidFill>
                  <a:srgbClr val="3F3F3F"/>
                </a:solidFill>
              </a:rPr>
              <a:t>t</a:t>
            </a:r>
            <a:r>
              <a:rPr sz="2400" spc="-20" dirty="0">
                <a:solidFill>
                  <a:srgbClr val="3F3F3F"/>
                </a:solidFill>
              </a:rPr>
              <a:t> </a:t>
            </a:r>
            <a:r>
              <a:rPr sz="2400" dirty="0">
                <a:solidFill>
                  <a:srgbClr val="3F3F3F"/>
                </a:solidFill>
              </a:rPr>
              <a:t>r</a:t>
            </a:r>
            <a:r>
              <a:rPr sz="2400" spc="-20" dirty="0">
                <a:solidFill>
                  <a:srgbClr val="3F3F3F"/>
                </a:solidFill>
              </a:rPr>
              <a:t>e</a:t>
            </a:r>
            <a:r>
              <a:rPr sz="2400" spc="-25" dirty="0">
                <a:solidFill>
                  <a:srgbClr val="3F3F3F"/>
                </a:solidFill>
              </a:rPr>
              <a:t>w</a:t>
            </a:r>
            <a:r>
              <a:rPr sz="2400" spc="-20" dirty="0">
                <a:solidFill>
                  <a:srgbClr val="3F3F3F"/>
                </a:solidFill>
              </a:rPr>
              <a:t>a</a:t>
            </a:r>
            <a:r>
              <a:rPr sz="2400" dirty="0">
                <a:solidFill>
                  <a:srgbClr val="3F3F3F"/>
                </a:solidFill>
              </a:rPr>
              <a:t>r</a:t>
            </a:r>
            <a:r>
              <a:rPr sz="2400" spc="-10" dirty="0">
                <a:solidFill>
                  <a:srgbClr val="3F3F3F"/>
                </a:solidFill>
              </a:rPr>
              <a:t>ding.</a:t>
            </a:r>
          </a:p>
          <a:p>
            <a:pPr marL="725720" marR="5080" indent="-342859">
              <a:spcBef>
                <a:spcPts val="994"/>
              </a:spcBef>
            </a:pPr>
            <a:r>
              <a:rPr sz="2400" spc="-20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2400" spc="191" dirty="0">
                <a:solidFill>
                  <a:srgbClr val="A42F0F"/>
                </a:solidFill>
              </a:rPr>
              <a:t> </a:t>
            </a:r>
            <a:r>
              <a:rPr sz="2400" b="1" spc="-20" dirty="0">
                <a:solidFill>
                  <a:srgbClr val="3F3F3F"/>
                </a:solidFill>
              </a:rPr>
              <a:t>F</a:t>
            </a:r>
            <a:r>
              <a:rPr sz="2400" b="1" spc="-14" dirty="0">
                <a:solidFill>
                  <a:srgbClr val="3F3F3F"/>
                </a:solidFill>
              </a:rPr>
              <a:t>low</a:t>
            </a:r>
            <a:r>
              <a:rPr sz="2400" b="1" spc="4" dirty="0">
                <a:solidFill>
                  <a:srgbClr val="3F3F3F"/>
                </a:solidFill>
              </a:rPr>
              <a:t> </a:t>
            </a:r>
            <a:r>
              <a:rPr sz="2400" spc="-10" dirty="0">
                <a:solidFill>
                  <a:srgbClr val="3F3F3F"/>
                </a:solidFill>
              </a:rPr>
              <a:t>is</a:t>
            </a:r>
            <a:r>
              <a:rPr sz="2400" dirty="0">
                <a:solidFill>
                  <a:srgbClr val="3F3F3F"/>
                </a:solidFill>
              </a:rPr>
              <a:t> </a:t>
            </a:r>
            <a:r>
              <a:rPr sz="2400" spc="-10" dirty="0">
                <a:solidFill>
                  <a:srgbClr val="3F3F3F"/>
                </a:solidFill>
              </a:rPr>
              <a:t>a bliss</a:t>
            </a:r>
            <a:r>
              <a:rPr sz="2400" spc="-20" dirty="0">
                <a:solidFill>
                  <a:srgbClr val="3F3F3F"/>
                </a:solidFill>
              </a:rPr>
              <a:t>f</a:t>
            </a:r>
            <a:r>
              <a:rPr sz="2400" spc="-10" dirty="0">
                <a:solidFill>
                  <a:srgbClr val="3F3F3F"/>
                </a:solidFill>
              </a:rPr>
              <a:t>ul</a:t>
            </a:r>
            <a:r>
              <a:rPr sz="2400" dirty="0">
                <a:solidFill>
                  <a:srgbClr val="3F3F3F"/>
                </a:solidFill>
              </a:rPr>
              <a:t> </a:t>
            </a:r>
            <a:r>
              <a:rPr sz="2400" spc="-10" dirty="0">
                <a:solidFill>
                  <a:srgbClr val="3F3F3F"/>
                </a:solidFill>
              </a:rPr>
              <a:t>st</a:t>
            </a:r>
            <a:r>
              <a:rPr sz="2400" spc="-20" dirty="0">
                <a:solidFill>
                  <a:srgbClr val="3F3F3F"/>
                </a:solidFill>
              </a:rPr>
              <a:t>a</a:t>
            </a:r>
            <a:r>
              <a:rPr sz="2400" spc="-10" dirty="0">
                <a:solidFill>
                  <a:srgbClr val="3F3F3F"/>
                </a:solidFill>
              </a:rPr>
              <a:t>te</a:t>
            </a:r>
            <a:r>
              <a:rPr sz="2400" spc="10" dirty="0">
                <a:solidFill>
                  <a:srgbClr val="3F3F3F"/>
                </a:solidFill>
              </a:rPr>
              <a:t> </a:t>
            </a:r>
            <a:r>
              <a:rPr sz="2400" spc="-10" dirty="0">
                <a:solidFill>
                  <a:srgbClr val="3F3F3F"/>
                </a:solidFill>
              </a:rPr>
              <a:t>of </a:t>
            </a:r>
            <a:r>
              <a:rPr sz="2400" dirty="0">
                <a:solidFill>
                  <a:srgbClr val="3F3F3F"/>
                </a:solidFill>
              </a:rPr>
              <a:t>b</a:t>
            </a:r>
            <a:r>
              <a:rPr sz="2400" spc="-20" dirty="0">
                <a:solidFill>
                  <a:srgbClr val="3F3F3F"/>
                </a:solidFill>
              </a:rPr>
              <a:t>a</a:t>
            </a:r>
            <a:r>
              <a:rPr sz="2400" spc="-10" dirty="0">
                <a:solidFill>
                  <a:srgbClr val="3F3F3F"/>
                </a:solidFill>
              </a:rPr>
              <a:t>l</a:t>
            </a:r>
            <a:r>
              <a:rPr sz="2400" spc="-20" dirty="0">
                <a:solidFill>
                  <a:srgbClr val="3F3F3F"/>
                </a:solidFill>
              </a:rPr>
              <a:t>a</a:t>
            </a:r>
            <a:r>
              <a:rPr sz="2400" spc="-14" dirty="0">
                <a:solidFill>
                  <a:srgbClr val="3F3F3F"/>
                </a:solidFill>
              </a:rPr>
              <a:t>n</a:t>
            </a:r>
            <a:r>
              <a:rPr sz="2400" dirty="0">
                <a:solidFill>
                  <a:srgbClr val="3F3F3F"/>
                </a:solidFill>
              </a:rPr>
              <a:t>c</a:t>
            </a:r>
            <a:r>
              <a:rPr sz="2400" spc="-20" dirty="0">
                <a:solidFill>
                  <a:srgbClr val="3F3F3F"/>
                </a:solidFill>
              </a:rPr>
              <a:t>e</a:t>
            </a:r>
            <a:r>
              <a:rPr sz="2400" spc="-10" dirty="0">
                <a:solidFill>
                  <a:srgbClr val="3F3F3F"/>
                </a:solidFill>
              </a:rPr>
              <a:t>,</a:t>
            </a:r>
            <a:r>
              <a:rPr sz="2400" spc="-4" dirty="0">
                <a:solidFill>
                  <a:srgbClr val="3F3F3F"/>
                </a:solidFill>
              </a:rPr>
              <a:t> </a:t>
            </a:r>
            <a:r>
              <a:rPr sz="2400" spc="-25" dirty="0">
                <a:solidFill>
                  <a:srgbClr val="3F3F3F"/>
                </a:solidFill>
              </a:rPr>
              <a:t>w</a:t>
            </a:r>
            <a:r>
              <a:rPr sz="2400" dirty="0">
                <a:solidFill>
                  <a:srgbClr val="3F3F3F"/>
                </a:solidFill>
              </a:rPr>
              <a:t>h</a:t>
            </a:r>
            <a:r>
              <a:rPr sz="2400" spc="-20" dirty="0">
                <a:solidFill>
                  <a:srgbClr val="3F3F3F"/>
                </a:solidFill>
              </a:rPr>
              <a:t>er</a:t>
            </a:r>
            <a:r>
              <a:rPr sz="2400" spc="-10" dirty="0">
                <a:solidFill>
                  <a:srgbClr val="3F3F3F"/>
                </a:solidFill>
              </a:rPr>
              <a:t>e</a:t>
            </a:r>
            <a:r>
              <a:rPr sz="2400" spc="10" dirty="0">
                <a:solidFill>
                  <a:srgbClr val="3F3F3F"/>
                </a:solidFill>
              </a:rPr>
              <a:t> </a:t>
            </a:r>
            <a:r>
              <a:rPr sz="2400" dirty="0">
                <a:solidFill>
                  <a:srgbClr val="3F3F3F"/>
                </a:solidFill>
              </a:rPr>
              <a:t>y</a:t>
            </a:r>
            <a:r>
              <a:rPr sz="2400" spc="-14" dirty="0">
                <a:solidFill>
                  <a:srgbClr val="3F3F3F"/>
                </a:solidFill>
              </a:rPr>
              <a:t>ou</a:t>
            </a:r>
            <a:r>
              <a:rPr sz="2400" spc="-25" dirty="0">
                <a:solidFill>
                  <a:srgbClr val="3F3F3F"/>
                </a:solidFill>
              </a:rPr>
              <a:t> </a:t>
            </a:r>
            <a:r>
              <a:rPr sz="2400" spc="-20" dirty="0">
                <a:solidFill>
                  <a:srgbClr val="3F3F3F"/>
                </a:solidFill>
              </a:rPr>
              <a:t>a</a:t>
            </a:r>
            <a:r>
              <a:rPr sz="2400" dirty="0">
                <a:solidFill>
                  <a:srgbClr val="3F3F3F"/>
                </a:solidFill>
              </a:rPr>
              <a:t>r</a:t>
            </a:r>
            <a:r>
              <a:rPr sz="2400" spc="-10" dirty="0">
                <a:solidFill>
                  <a:srgbClr val="3F3F3F"/>
                </a:solidFill>
              </a:rPr>
              <a:t>e </a:t>
            </a:r>
            <a:r>
              <a:rPr sz="2400" dirty="0">
                <a:solidFill>
                  <a:srgbClr val="3F3F3F"/>
                </a:solidFill>
              </a:rPr>
              <a:t>f</a:t>
            </a:r>
            <a:r>
              <a:rPr sz="2400" spc="-10" dirty="0">
                <a:solidFill>
                  <a:srgbClr val="3F3F3F"/>
                </a:solidFill>
              </a:rPr>
              <a:t>ully</a:t>
            </a:r>
            <a:r>
              <a:rPr sz="2400" spc="-4" dirty="0">
                <a:solidFill>
                  <a:srgbClr val="3F3F3F"/>
                </a:solidFill>
              </a:rPr>
              <a:t> </a:t>
            </a:r>
            <a:r>
              <a:rPr sz="2400" spc="-10" dirty="0">
                <a:solidFill>
                  <a:srgbClr val="3F3F3F"/>
                </a:solidFill>
              </a:rPr>
              <a:t>i</a:t>
            </a:r>
            <a:r>
              <a:rPr sz="2400" spc="-40" dirty="0">
                <a:solidFill>
                  <a:srgbClr val="3F3F3F"/>
                </a:solidFill>
              </a:rPr>
              <a:t>mm</a:t>
            </a:r>
            <a:r>
              <a:rPr sz="2400" spc="-20" dirty="0">
                <a:solidFill>
                  <a:srgbClr val="3F3F3F"/>
                </a:solidFill>
              </a:rPr>
              <a:t>e</a:t>
            </a:r>
            <a:r>
              <a:rPr sz="2400" dirty="0">
                <a:solidFill>
                  <a:srgbClr val="3F3F3F"/>
                </a:solidFill>
              </a:rPr>
              <a:t>r</a:t>
            </a:r>
            <a:r>
              <a:rPr sz="2400" spc="-10" dirty="0">
                <a:solidFill>
                  <a:srgbClr val="3F3F3F"/>
                </a:solidFill>
              </a:rPr>
              <a:t>s</a:t>
            </a:r>
            <a:r>
              <a:rPr sz="2400" spc="-20" dirty="0">
                <a:solidFill>
                  <a:srgbClr val="3F3F3F"/>
                </a:solidFill>
              </a:rPr>
              <a:t>e</a:t>
            </a:r>
            <a:r>
              <a:rPr sz="2400" spc="-14" dirty="0">
                <a:solidFill>
                  <a:srgbClr val="3F3F3F"/>
                </a:solidFill>
              </a:rPr>
              <a:t>d</a:t>
            </a:r>
            <a:r>
              <a:rPr sz="2400" spc="40" dirty="0">
                <a:solidFill>
                  <a:srgbClr val="3F3F3F"/>
                </a:solidFill>
              </a:rPr>
              <a:t> </a:t>
            </a:r>
            <a:r>
              <a:rPr sz="2400" spc="-10" dirty="0">
                <a:solidFill>
                  <a:srgbClr val="3F3F3F"/>
                </a:solidFill>
              </a:rPr>
              <a:t>in</a:t>
            </a:r>
            <a:r>
              <a:rPr sz="2400" spc="-4" dirty="0">
                <a:solidFill>
                  <a:srgbClr val="3F3F3F"/>
                </a:solidFill>
              </a:rPr>
              <a:t> </a:t>
            </a:r>
            <a:r>
              <a:rPr sz="2400" spc="-10" dirty="0">
                <a:solidFill>
                  <a:srgbClr val="3F3F3F"/>
                </a:solidFill>
              </a:rPr>
              <a:t>a t</a:t>
            </a:r>
            <a:r>
              <a:rPr sz="2400" spc="-20" dirty="0">
                <a:solidFill>
                  <a:srgbClr val="3F3F3F"/>
                </a:solidFill>
              </a:rPr>
              <a:t>a</a:t>
            </a:r>
            <a:r>
              <a:rPr sz="2400" spc="-10" dirty="0">
                <a:solidFill>
                  <a:srgbClr val="3F3F3F"/>
                </a:solidFill>
              </a:rPr>
              <a:t>sk,</a:t>
            </a:r>
            <a:r>
              <a:rPr sz="2400" spc="-4" dirty="0">
                <a:solidFill>
                  <a:srgbClr val="3F3F3F"/>
                </a:solidFill>
              </a:rPr>
              <a:t> </a:t>
            </a:r>
            <a:r>
              <a:rPr sz="2400" spc="-20" dirty="0">
                <a:solidFill>
                  <a:srgbClr val="3F3F3F"/>
                </a:solidFill>
              </a:rPr>
              <a:t>c</a:t>
            </a:r>
            <a:r>
              <a:rPr sz="2400" spc="-14" dirty="0">
                <a:solidFill>
                  <a:srgbClr val="3F3F3F"/>
                </a:solidFill>
              </a:rPr>
              <a:t>o</a:t>
            </a:r>
            <a:r>
              <a:rPr sz="2400" spc="-40" dirty="0">
                <a:solidFill>
                  <a:srgbClr val="3F3F3F"/>
                </a:solidFill>
              </a:rPr>
              <a:t>m</a:t>
            </a:r>
            <a:r>
              <a:rPr sz="2400" dirty="0">
                <a:solidFill>
                  <a:srgbClr val="3F3F3F"/>
                </a:solidFill>
              </a:rPr>
              <a:t>p</a:t>
            </a:r>
            <a:r>
              <a:rPr sz="2400" spc="-10" dirty="0">
                <a:solidFill>
                  <a:srgbClr val="3F3F3F"/>
                </a:solidFill>
              </a:rPr>
              <a:t>l</a:t>
            </a:r>
            <a:r>
              <a:rPr sz="2400" spc="-20" dirty="0">
                <a:solidFill>
                  <a:srgbClr val="3F3F3F"/>
                </a:solidFill>
              </a:rPr>
              <a:t>e</a:t>
            </a:r>
            <a:r>
              <a:rPr sz="2400" spc="-10" dirty="0">
                <a:solidFill>
                  <a:srgbClr val="3F3F3F"/>
                </a:solidFill>
              </a:rPr>
              <a:t>t</a:t>
            </a:r>
            <a:r>
              <a:rPr sz="2400" spc="-20" dirty="0">
                <a:solidFill>
                  <a:srgbClr val="3F3F3F"/>
                </a:solidFill>
              </a:rPr>
              <a:t>e</a:t>
            </a:r>
            <a:r>
              <a:rPr sz="2400" spc="-10" dirty="0">
                <a:solidFill>
                  <a:srgbClr val="3F3F3F"/>
                </a:solidFill>
              </a:rPr>
              <a:t>ly</a:t>
            </a:r>
            <a:r>
              <a:rPr sz="2400" spc="20" dirty="0">
                <a:solidFill>
                  <a:srgbClr val="3F3F3F"/>
                </a:solidFill>
              </a:rPr>
              <a:t> </a:t>
            </a:r>
            <a:r>
              <a:rPr sz="2400" dirty="0">
                <a:solidFill>
                  <a:srgbClr val="3F3F3F"/>
                </a:solidFill>
              </a:rPr>
              <a:t>f</a:t>
            </a:r>
            <a:r>
              <a:rPr sz="2400" spc="-20" dirty="0">
                <a:solidFill>
                  <a:srgbClr val="3F3F3F"/>
                </a:solidFill>
              </a:rPr>
              <a:t>re</a:t>
            </a:r>
            <a:r>
              <a:rPr sz="2400" spc="-10" dirty="0">
                <a:solidFill>
                  <a:srgbClr val="3F3F3F"/>
                </a:solidFill>
              </a:rPr>
              <a:t>e</a:t>
            </a:r>
            <a:r>
              <a:rPr sz="2400" spc="10" dirty="0">
                <a:solidFill>
                  <a:srgbClr val="3F3F3F"/>
                </a:solidFill>
              </a:rPr>
              <a:t> </a:t>
            </a:r>
            <a:r>
              <a:rPr sz="2400" dirty="0">
                <a:solidFill>
                  <a:srgbClr val="3F3F3F"/>
                </a:solidFill>
              </a:rPr>
              <a:t>f</a:t>
            </a:r>
            <a:r>
              <a:rPr sz="2400" spc="-20" dirty="0">
                <a:solidFill>
                  <a:srgbClr val="3F3F3F"/>
                </a:solidFill>
              </a:rPr>
              <a:t>r</a:t>
            </a:r>
            <a:r>
              <a:rPr sz="2400" spc="-14" dirty="0">
                <a:solidFill>
                  <a:srgbClr val="3F3F3F"/>
                </a:solidFill>
              </a:rPr>
              <a:t>om</a:t>
            </a:r>
            <a:r>
              <a:rPr sz="2400" dirty="0">
                <a:solidFill>
                  <a:srgbClr val="3F3F3F"/>
                </a:solidFill>
              </a:rPr>
              <a:t> d</a:t>
            </a:r>
            <a:r>
              <a:rPr sz="2400" spc="-10" dirty="0">
                <a:solidFill>
                  <a:srgbClr val="3F3F3F"/>
                </a:solidFill>
              </a:rPr>
              <a:t>i</a:t>
            </a:r>
            <a:r>
              <a:rPr sz="2400" spc="-30" dirty="0">
                <a:solidFill>
                  <a:srgbClr val="3F3F3F"/>
                </a:solidFill>
              </a:rPr>
              <a:t>s</a:t>
            </a:r>
            <a:r>
              <a:rPr sz="2400" spc="-10" dirty="0">
                <a:solidFill>
                  <a:srgbClr val="3F3F3F"/>
                </a:solidFill>
              </a:rPr>
              <a:t>t</a:t>
            </a:r>
            <a:r>
              <a:rPr sz="2400" dirty="0">
                <a:solidFill>
                  <a:srgbClr val="3F3F3F"/>
                </a:solidFill>
              </a:rPr>
              <a:t>r</a:t>
            </a:r>
            <a:r>
              <a:rPr sz="2400" spc="-20" dirty="0">
                <a:solidFill>
                  <a:srgbClr val="3F3F3F"/>
                </a:solidFill>
              </a:rPr>
              <a:t>ac</a:t>
            </a:r>
            <a:r>
              <a:rPr sz="2400" spc="-10" dirty="0">
                <a:solidFill>
                  <a:srgbClr val="3F3F3F"/>
                </a:solidFill>
              </a:rPr>
              <a:t>ting</a:t>
            </a:r>
            <a:r>
              <a:rPr sz="2400" spc="20" dirty="0">
                <a:solidFill>
                  <a:srgbClr val="3F3F3F"/>
                </a:solidFill>
              </a:rPr>
              <a:t> </a:t>
            </a:r>
            <a:r>
              <a:rPr sz="2400" spc="-30" dirty="0">
                <a:solidFill>
                  <a:srgbClr val="3F3F3F"/>
                </a:solidFill>
              </a:rPr>
              <a:t>t</a:t>
            </a:r>
            <a:r>
              <a:rPr sz="2400" dirty="0">
                <a:solidFill>
                  <a:srgbClr val="3F3F3F"/>
                </a:solidFill>
              </a:rPr>
              <a:t>h</a:t>
            </a:r>
            <a:r>
              <a:rPr sz="2400" spc="-14" dirty="0">
                <a:solidFill>
                  <a:srgbClr val="3F3F3F"/>
                </a:solidFill>
              </a:rPr>
              <a:t>ou</a:t>
            </a:r>
            <a:r>
              <a:rPr sz="2400" dirty="0">
                <a:solidFill>
                  <a:srgbClr val="3F3F3F"/>
                </a:solidFill>
              </a:rPr>
              <a:t>g</a:t>
            </a:r>
            <a:r>
              <a:rPr sz="2400" spc="-10" dirty="0">
                <a:solidFill>
                  <a:srgbClr val="3F3F3F"/>
                </a:solidFill>
              </a:rPr>
              <a:t>ht</a:t>
            </a:r>
            <a:r>
              <a:rPr sz="2400" spc="-30" dirty="0">
                <a:solidFill>
                  <a:srgbClr val="3F3F3F"/>
                </a:solidFill>
              </a:rPr>
              <a:t>s</a:t>
            </a:r>
            <a:r>
              <a:rPr sz="2400" spc="-10" dirty="0">
                <a:solidFill>
                  <a:srgbClr val="3F3F3F"/>
                </a:solidFill>
              </a:rPr>
              <a:t>.</a:t>
            </a:r>
          </a:p>
          <a:p>
            <a:pPr marL="725720" marR="220320" indent="-342859">
              <a:spcBef>
                <a:spcPts val="1005"/>
              </a:spcBef>
            </a:pPr>
            <a:r>
              <a:rPr sz="2400" spc="-20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2400" spc="191" dirty="0">
                <a:solidFill>
                  <a:srgbClr val="A42F0F"/>
                </a:solidFill>
              </a:rPr>
              <a:t> </a:t>
            </a:r>
            <a:r>
              <a:rPr sz="2400" b="1" spc="-20" dirty="0">
                <a:solidFill>
                  <a:srgbClr val="3F3F3F"/>
                </a:solidFill>
              </a:rPr>
              <a:t>F</a:t>
            </a:r>
            <a:r>
              <a:rPr sz="2400" b="1" spc="-14" dirty="0">
                <a:solidFill>
                  <a:srgbClr val="3F3F3F"/>
                </a:solidFill>
              </a:rPr>
              <a:t>low</a:t>
            </a:r>
            <a:r>
              <a:rPr sz="2400" b="1" spc="4" dirty="0">
                <a:solidFill>
                  <a:srgbClr val="3F3F3F"/>
                </a:solidFill>
              </a:rPr>
              <a:t> </a:t>
            </a:r>
            <a:r>
              <a:rPr sz="2400" spc="-10" dirty="0">
                <a:solidFill>
                  <a:srgbClr val="3F3F3F"/>
                </a:solidFill>
              </a:rPr>
              <a:t>st</a:t>
            </a:r>
            <a:r>
              <a:rPr sz="2400" spc="-20" dirty="0">
                <a:solidFill>
                  <a:srgbClr val="3F3F3F"/>
                </a:solidFill>
              </a:rPr>
              <a:t>a</a:t>
            </a:r>
            <a:r>
              <a:rPr sz="2400" spc="-10" dirty="0">
                <a:solidFill>
                  <a:srgbClr val="3F3F3F"/>
                </a:solidFill>
              </a:rPr>
              <a:t>t</a:t>
            </a:r>
            <a:r>
              <a:rPr sz="2400" spc="-20" dirty="0">
                <a:solidFill>
                  <a:srgbClr val="3F3F3F"/>
                </a:solidFill>
              </a:rPr>
              <a:t>e</a:t>
            </a:r>
            <a:r>
              <a:rPr sz="2400" spc="-10" dirty="0">
                <a:solidFill>
                  <a:srgbClr val="3F3F3F"/>
                </a:solidFill>
              </a:rPr>
              <a:t>s</a:t>
            </a:r>
            <a:r>
              <a:rPr sz="2400" dirty="0">
                <a:solidFill>
                  <a:srgbClr val="3F3F3F"/>
                </a:solidFill>
              </a:rPr>
              <a:t> </a:t>
            </a:r>
            <a:r>
              <a:rPr sz="2400" spc="-20" dirty="0">
                <a:solidFill>
                  <a:srgbClr val="3F3F3F"/>
                </a:solidFill>
              </a:rPr>
              <a:t>e</a:t>
            </a:r>
            <a:r>
              <a:rPr sz="2400" dirty="0">
                <a:solidFill>
                  <a:srgbClr val="3F3F3F"/>
                </a:solidFill>
              </a:rPr>
              <a:t>n</a:t>
            </a:r>
            <a:r>
              <a:rPr sz="2400" spc="-20" dirty="0">
                <a:solidFill>
                  <a:srgbClr val="3F3F3F"/>
                </a:solidFill>
              </a:rPr>
              <a:t>a</a:t>
            </a:r>
            <a:r>
              <a:rPr sz="2400" spc="-10" dirty="0">
                <a:solidFill>
                  <a:srgbClr val="3F3F3F"/>
                </a:solidFill>
              </a:rPr>
              <a:t>ble </a:t>
            </a:r>
            <a:r>
              <a:rPr sz="2400" dirty="0">
                <a:solidFill>
                  <a:srgbClr val="3F3F3F"/>
                </a:solidFill>
              </a:rPr>
              <a:t>y</a:t>
            </a:r>
            <a:r>
              <a:rPr sz="2400" spc="-14" dirty="0">
                <a:solidFill>
                  <a:srgbClr val="3F3F3F"/>
                </a:solidFill>
              </a:rPr>
              <a:t>ou</a:t>
            </a:r>
            <a:r>
              <a:rPr sz="2400" spc="-4" dirty="0">
                <a:solidFill>
                  <a:srgbClr val="3F3F3F"/>
                </a:solidFill>
              </a:rPr>
              <a:t> </a:t>
            </a:r>
            <a:r>
              <a:rPr sz="2400" spc="-10" dirty="0">
                <a:solidFill>
                  <a:srgbClr val="3F3F3F"/>
                </a:solidFill>
              </a:rPr>
              <a:t>to</a:t>
            </a:r>
            <a:r>
              <a:rPr sz="2400" spc="-4" dirty="0">
                <a:solidFill>
                  <a:srgbClr val="3F3F3F"/>
                </a:solidFill>
              </a:rPr>
              <a:t> </a:t>
            </a:r>
            <a:r>
              <a:rPr sz="2400" spc="-20" dirty="0">
                <a:solidFill>
                  <a:srgbClr val="3F3F3F"/>
                </a:solidFill>
              </a:rPr>
              <a:t>e</a:t>
            </a:r>
            <a:r>
              <a:rPr sz="2400" dirty="0">
                <a:solidFill>
                  <a:srgbClr val="3F3F3F"/>
                </a:solidFill>
              </a:rPr>
              <a:t>n</a:t>
            </a:r>
            <a:r>
              <a:rPr sz="2400" spc="-30" dirty="0">
                <a:solidFill>
                  <a:srgbClr val="3F3F3F"/>
                </a:solidFill>
              </a:rPr>
              <a:t>j</a:t>
            </a:r>
            <a:r>
              <a:rPr sz="2400" dirty="0">
                <a:solidFill>
                  <a:srgbClr val="3F3F3F"/>
                </a:solidFill>
              </a:rPr>
              <a:t>o</a:t>
            </a:r>
            <a:r>
              <a:rPr sz="2400" spc="-14" dirty="0">
                <a:solidFill>
                  <a:srgbClr val="3F3F3F"/>
                </a:solidFill>
              </a:rPr>
              <a:t>y</a:t>
            </a:r>
            <a:r>
              <a:rPr sz="2400" spc="-4" dirty="0">
                <a:solidFill>
                  <a:srgbClr val="3F3F3F"/>
                </a:solidFill>
              </a:rPr>
              <a:t> </a:t>
            </a:r>
            <a:r>
              <a:rPr sz="2400" spc="-14" dirty="0">
                <a:solidFill>
                  <a:srgbClr val="3F3F3F"/>
                </a:solidFill>
              </a:rPr>
              <a:t>y</a:t>
            </a:r>
            <a:r>
              <a:rPr sz="2400" dirty="0">
                <a:solidFill>
                  <a:srgbClr val="3F3F3F"/>
                </a:solidFill>
              </a:rPr>
              <a:t>o</a:t>
            </a:r>
            <a:r>
              <a:rPr sz="2400" spc="-10" dirty="0">
                <a:solidFill>
                  <a:srgbClr val="3F3F3F"/>
                </a:solidFill>
              </a:rPr>
              <a:t>ur</a:t>
            </a:r>
            <a:r>
              <a:rPr sz="2400" spc="-30" dirty="0">
                <a:solidFill>
                  <a:srgbClr val="3F3F3F"/>
                </a:solidFill>
              </a:rPr>
              <a:t> </a:t>
            </a:r>
            <a:r>
              <a:rPr sz="2400" spc="-25" dirty="0">
                <a:solidFill>
                  <a:srgbClr val="3F3F3F"/>
                </a:solidFill>
              </a:rPr>
              <a:t>w</a:t>
            </a:r>
            <a:r>
              <a:rPr sz="2400" dirty="0">
                <a:solidFill>
                  <a:srgbClr val="3F3F3F"/>
                </a:solidFill>
              </a:rPr>
              <a:t>o</a:t>
            </a:r>
            <a:r>
              <a:rPr sz="2400" spc="-20" dirty="0">
                <a:solidFill>
                  <a:srgbClr val="3F3F3F"/>
                </a:solidFill>
              </a:rPr>
              <a:t>r</a:t>
            </a:r>
            <a:r>
              <a:rPr sz="2400" spc="-14" dirty="0">
                <a:solidFill>
                  <a:srgbClr val="3F3F3F"/>
                </a:solidFill>
              </a:rPr>
              <a:t>k</a:t>
            </a:r>
            <a:r>
              <a:rPr sz="2400" spc="-4" dirty="0">
                <a:solidFill>
                  <a:srgbClr val="3F3F3F"/>
                </a:solidFill>
              </a:rPr>
              <a:t> </a:t>
            </a:r>
            <a:r>
              <a:rPr sz="2400" dirty="0">
                <a:solidFill>
                  <a:srgbClr val="3F3F3F"/>
                </a:solidFill>
              </a:rPr>
              <a:t>a</a:t>
            </a:r>
            <a:r>
              <a:rPr sz="2400" spc="-14" dirty="0">
                <a:solidFill>
                  <a:srgbClr val="3F3F3F"/>
                </a:solidFill>
              </a:rPr>
              <a:t>nd</a:t>
            </a:r>
            <a:r>
              <a:rPr sz="2400" spc="-4" dirty="0">
                <a:solidFill>
                  <a:srgbClr val="3F3F3F"/>
                </a:solidFill>
              </a:rPr>
              <a:t> </a:t>
            </a:r>
            <a:r>
              <a:rPr sz="2400" dirty="0">
                <a:solidFill>
                  <a:srgbClr val="3F3F3F"/>
                </a:solidFill>
              </a:rPr>
              <a:t>p</a:t>
            </a:r>
            <a:r>
              <a:rPr sz="2400" spc="-20" dirty="0">
                <a:solidFill>
                  <a:srgbClr val="3F3F3F"/>
                </a:solidFill>
              </a:rPr>
              <a:t>er</a:t>
            </a:r>
            <a:r>
              <a:rPr sz="2400" dirty="0">
                <a:solidFill>
                  <a:srgbClr val="3F3F3F"/>
                </a:solidFill>
              </a:rPr>
              <a:t>f</a:t>
            </a:r>
            <a:r>
              <a:rPr sz="2400" spc="-14" dirty="0">
                <a:solidFill>
                  <a:srgbClr val="3F3F3F"/>
                </a:solidFill>
              </a:rPr>
              <a:t>o</a:t>
            </a:r>
            <a:r>
              <a:rPr sz="2400" spc="-20" dirty="0">
                <a:solidFill>
                  <a:srgbClr val="3F3F3F"/>
                </a:solidFill>
              </a:rPr>
              <a:t>rm</a:t>
            </a:r>
            <a:r>
              <a:rPr sz="2400" spc="25" dirty="0">
                <a:solidFill>
                  <a:srgbClr val="3F3F3F"/>
                </a:solidFill>
              </a:rPr>
              <a:t> </a:t>
            </a:r>
            <a:r>
              <a:rPr sz="2400" spc="-20" dirty="0">
                <a:solidFill>
                  <a:srgbClr val="3F3F3F"/>
                </a:solidFill>
              </a:rPr>
              <a:t>a</a:t>
            </a:r>
            <a:r>
              <a:rPr sz="2400" spc="-10" dirty="0">
                <a:solidFill>
                  <a:srgbClr val="3F3F3F"/>
                </a:solidFill>
              </a:rPr>
              <a:t>t</a:t>
            </a:r>
            <a:r>
              <a:rPr sz="2400" dirty="0">
                <a:solidFill>
                  <a:srgbClr val="3F3F3F"/>
                </a:solidFill>
              </a:rPr>
              <a:t> </a:t>
            </a:r>
            <a:r>
              <a:rPr sz="2400" spc="-10" dirty="0">
                <a:solidFill>
                  <a:srgbClr val="3F3F3F"/>
                </a:solidFill>
              </a:rPr>
              <a:t>the </a:t>
            </a:r>
            <a:r>
              <a:rPr sz="2400" dirty="0">
                <a:solidFill>
                  <a:srgbClr val="3F3F3F"/>
                </a:solidFill>
              </a:rPr>
              <a:t>p</a:t>
            </a:r>
            <a:r>
              <a:rPr sz="2400" spc="-20" dirty="0">
                <a:solidFill>
                  <a:srgbClr val="3F3F3F"/>
                </a:solidFill>
              </a:rPr>
              <a:t>ea</a:t>
            </a:r>
            <a:r>
              <a:rPr sz="2400" spc="-14" dirty="0">
                <a:solidFill>
                  <a:srgbClr val="3F3F3F"/>
                </a:solidFill>
              </a:rPr>
              <a:t>k</a:t>
            </a:r>
            <a:r>
              <a:rPr sz="2400" spc="-10" dirty="0">
                <a:solidFill>
                  <a:srgbClr val="3F3F3F"/>
                </a:solidFill>
              </a:rPr>
              <a:t> of</a:t>
            </a:r>
            <a:r>
              <a:rPr sz="2400" spc="10" dirty="0">
                <a:solidFill>
                  <a:srgbClr val="3F3F3F"/>
                </a:solidFill>
              </a:rPr>
              <a:t> </a:t>
            </a:r>
            <a:r>
              <a:rPr sz="2400" dirty="0">
                <a:solidFill>
                  <a:srgbClr val="3F3F3F"/>
                </a:solidFill>
              </a:rPr>
              <a:t>y</a:t>
            </a:r>
            <a:r>
              <a:rPr sz="2400" spc="-10" dirty="0">
                <a:solidFill>
                  <a:srgbClr val="3F3F3F"/>
                </a:solidFill>
              </a:rPr>
              <a:t>our</a:t>
            </a:r>
            <a:r>
              <a:rPr sz="2400" spc="-30" dirty="0">
                <a:solidFill>
                  <a:srgbClr val="3F3F3F"/>
                </a:solidFill>
              </a:rPr>
              <a:t> </a:t>
            </a:r>
            <a:r>
              <a:rPr sz="2400" dirty="0">
                <a:solidFill>
                  <a:srgbClr val="3F3F3F"/>
                </a:solidFill>
              </a:rPr>
              <a:t>p</a:t>
            </a:r>
            <a:r>
              <a:rPr sz="2400" spc="-10" dirty="0">
                <a:solidFill>
                  <a:srgbClr val="3F3F3F"/>
                </a:solidFill>
              </a:rPr>
              <a:t>ot</a:t>
            </a:r>
            <a:r>
              <a:rPr sz="2400" spc="-20" dirty="0">
                <a:solidFill>
                  <a:srgbClr val="3F3F3F"/>
                </a:solidFill>
              </a:rPr>
              <a:t>e</a:t>
            </a:r>
            <a:r>
              <a:rPr sz="2400" spc="-10" dirty="0">
                <a:solidFill>
                  <a:srgbClr val="3F3F3F"/>
                </a:solidFill>
              </a:rPr>
              <a:t>nti</a:t>
            </a:r>
            <a:r>
              <a:rPr sz="2400" spc="-20" dirty="0">
                <a:solidFill>
                  <a:srgbClr val="3F3F3F"/>
                </a:solidFill>
              </a:rPr>
              <a:t>a</a:t>
            </a:r>
            <a:r>
              <a:rPr sz="2400" spc="-10" dirty="0">
                <a:solidFill>
                  <a:srgbClr val="3F3F3F"/>
                </a:solidFill>
              </a:rPr>
              <a:t>l.</a:t>
            </a:r>
            <a:r>
              <a:rPr sz="2400" spc="20" dirty="0">
                <a:solidFill>
                  <a:srgbClr val="3F3F3F"/>
                </a:solidFill>
              </a:rPr>
              <a:t> </a:t>
            </a:r>
            <a:r>
              <a:rPr sz="2400" spc="-35" dirty="0">
                <a:solidFill>
                  <a:srgbClr val="3F3F3F"/>
                </a:solidFill>
              </a:rPr>
              <a:t>R</a:t>
            </a:r>
            <a:r>
              <a:rPr sz="2400" spc="-20" dirty="0">
                <a:solidFill>
                  <a:srgbClr val="3F3F3F"/>
                </a:solidFill>
              </a:rPr>
              <a:t>e</a:t>
            </a:r>
            <a:r>
              <a:rPr sz="2400" spc="-10" dirty="0">
                <a:solidFill>
                  <a:srgbClr val="3F3F3F"/>
                </a:solidFill>
              </a:rPr>
              <a:t>s</a:t>
            </a:r>
            <a:r>
              <a:rPr sz="2400" dirty="0">
                <a:solidFill>
                  <a:srgbClr val="3F3F3F"/>
                </a:solidFill>
              </a:rPr>
              <a:t>e</a:t>
            </a:r>
            <a:r>
              <a:rPr sz="2400" spc="-20" dirty="0">
                <a:solidFill>
                  <a:srgbClr val="3F3F3F"/>
                </a:solidFill>
              </a:rPr>
              <a:t>arc</a:t>
            </a:r>
            <a:r>
              <a:rPr sz="2400" spc="-14" dirty="0">
                <a:solidFill>
                  <a:srgbClr val="3F3F3F"/>
                </a:solidFill>
              </a:rPr>
              <a:t>h</a:t>
            </a:r>
            <a:r>
              <a:rPr sz="2400" spc="20" dirty="0">
                <a:solidFill>
                  <a:srgbClr val="3F3F3F"/>
                </a:solidFill>
              </a:rPr>
              <a:t> </a:t>
            </a:r>
            <a:r>
              <a:rPr sz="2400" spc="-14" dirty="0">
                <a:solidFill>
                  <a:srgbClr val="3F3F3F"/>
                </a:solidFill>
              </a:rPr>
              <a:t>sho</a:t>
            </a:r>
            <a:r>
              <a:rPr sz="2400" spc="-25" dirty="0">
                <a:solidFill>
                  <a:srgbClr val="3F3F3F"/>
                </a:solidFill>
              </a:rPr>
              <a:t>w</a:t>
            </a:r>
            <a:r>
              <a:rPr sz="2400" spc="-10" dirty="0">
                <a:solidFill>
                  <a:srgbClr val="3F3F3F"/>
                </a:solidFill>
              </a:rPr>
              <a:t>s</a:t>
            </a:r>
            <a:r>
              <a:rPr sz="2400" dirty="0">
                <a:solidFill>
                  <a:srgbClr val="3F3F3F"/>
                </a:solidFill>
              </a:rPr>
              <a:t> </a:t>
            </a:r>
            <a:r>
              <a:rPr sz="2400" spc="-14" dirty="0">
                <a:solidFill>
                  <a:srgbClr val="3F3F3F"/>
                </a:solidFill>
              </a:rPr>
              <a:t>p</a:t>
            </a:r>
            <a:r>
              <a:rPr sz="2400" spc="-20" dirty="0">
                <a:solidFill>
                  <a:srgbClr val="3F3F3F"/>
                </a:solidFill>
              </a:rPr>
              <a:t>e</a:t>
            </a:r>
            <a:r>
              <a:rPr sz="2400" spc="-14" dirty="0">
                <a:solidFill>
                  <a:srgbClr val="3F3F3F"/>
                </a:solidFill>
              </a:rPr>
              <a:t>o</a:t>
            </a:r>
            <a:r>
              <a:rPr sz="2400" dirty="0">
                <a:solidFill>
                  <a:srgbClr val="3F3F3F"/>
                </a:solidFill>
              </a:rPr>
              <a:t>p</a:t>
            </a:r>
            <a:r>
              <a:rPr sz="2400" spc="-10" dirty="0">
                <a:solidFill>
                  <a:srgbClr val="3F3F3F"/>
                </a:solidFill>
              </a:rPr>
              <a:t>le </a:t>
            </a:r>
            <a:r>
              <a:rPr sz="2400" spc="-25" dirty="0">
                <a:solidFill>
                  <a:srgbClr val="3F3F3F"/>
                </a:solidFill>
              </a:rPr>
              <a:t>w</a:t>
            </a:r>
            <a:r>
              <a:rPr sz="2400" spc="-14" dirty="0">
                <a:solidFill>
                  <a:srgbClr val="3F3F3F"/>
                </a:solidFill>
              </a:rPr>
              <a:t>o</a:t>
            </a:r>
            <a:r>
              <a:rPr sz="2400" dirty="0">
                <a:solidFill>
                  <a:srgbClr val="3F3F3F"/>
                </a:solidFill>
              </a:rPr>
              <a:t>r</a:t>
            </a:r>
            <a:r>
              <a:rPr sz="2400" spc="-10" dirty="0">
                <a:solidFill>
                  <a:srgbClr val="3F3F3F"/>
                </a:solidFill>
              </a:rPr>
              <a:t>king</a:t>
            </a:r>
            <a:r>
              <a:rPr sz="2400" spc="-4" dirty="0">
                <a:solidFill>
                  <a:srgbClr val="3F3F3F"/>
                </a:solidFill>
              </a:rPr>
              <a:t> </a:t>
            </a:r>
            <a:r>
              <a:rPr sz="2400" spc="-10" dirty="0">
                <a:solidFill>
                  <a:srgbClr val="3F3F3F"/>
                </a:solidFill>
              </a:rPr>
              <a:t>in</a:t>
            </a:r>
            <a:r>
              <a:rPr sz="2400" spc="-4" dirty="0">
                <a:solidFill>
                  <a:srgbClr val="3F3F3F"/>
                </a:solidFill>
              </a:rPr>
              <a:t> </a:t>
            </a:r>
            <a:r>
              <a:rPr sz="2400" spc="-10" dirty="0">
                <a:solidFill>
                  <a:srgbClr val="3F3F3F"/>
                </a:solidFill>
              </a:rPr>
              <a:t>a</a:t>
            </a:r>
            <a:r>
              <a:rPr sz="2400" spc="10" dirty="0">
                <a:solidFill>
                  <a:srgbClr val="3F3F3F"/>
                </a:solidFill>
              </a:rPr>
              <a:t> </a:t>
            </a:r>
            <a:r>
              <a:rPr sz="2400" spc="-10" dirty="0" smtClean="0">
                <a:solidFill>
                  <a:srgbClr val="3F3F3F"/>
                </a:solidFill>
              </a:rPr>
              <a:t>s</a:t>
            </a:r>
            <a:r>
              <a:rPr sz="2400" spc="-30" dirty="0" smtClean="0">
                <a:solidFill>
                  <a:srgbClr val="3F3F3F"/>
                </a:solidFill>
              </a:rPr>
              <a:t>t</a:t>
            </a:r>
            <a:r>
              <a:rPr sz="2400" dirty="0" smtClean="0">
                <a:solidFill>
                  <a:srgbClr val="3F3F3F"/>
                </a:solidFill>
              </a:rPr>
              <a:t>a</a:t>
            </a:r>
            <a:r>
              <a:rPr sz="2400" spc="-10" dirty="0" smtClean="0">
                <a:solidFill>
                  <a:srgbClr val="3F3F3F"/>
                </a:solidFill>
              </a:rPr>
              <a:t>te</a:t>
            </a:r>
            <a:r>
              <a:rPr lang="en-IN" sz="2400" spc="-10" dirty="0" smtClean="0">
                <a:solidFill>
                  <a:srgbClr val="3F3F3F"/>
                </a:solidFill>
              </a:rPr>
              <a:t> </a:t>
            </a:r>
            <a:r>
              <a:rPr sz="2400" spc="-10" dirty="0" smtClean="0">
                <a:solidFill>
                  <a:srgbClr val="3F3F3F"/>
                </a:solidFill>
              </a:rPr>
              <a:t>of</a:t>
            </a:r>
            <a:r>
              <a:rPr sz="2400" spc="4" dirty="0" smtClean="0">
                <a:solidFill>
                  <a:srgbClr val="3F3F3F"/>
                </a:solidFill>
              </a:rPr>
              <a:t> </a:t>
            </a:r>
            <a:r>
              <a:rPr sz="2400" b="1" spc="-20" dirty="0">
                <a:solidFill>
                  <a:srgbClr val="3F3F3F"/>
                </a:solidFill>
              </a:rPr>
              <a:t>f</a:t>
            </a:r>
            <a:r>
              <a:rPr sz="2400" b="1" spc="-14" dirty="0">
                <a:solidFill>
                  <a:srgbClr val="3F3F3F"/>
                </a:solidFill>
              </a:rPr>
              <a:t>low</a:t>
            </a:r>
            <a:r>
              <a:rPr sz="2400" b="1" spc="10" dirty="0">
                <a:solidFill>
                  <a:srgbClr val="3F3F3F"/>
                </a:solidFill>
              </a:rPr>
              <a:t> </a:t>
            </a:r>
            <a:r>
              <a:rPr sz="2400" spc="-20" dirty="0">
                <a:solidFill>
                  <a:srgbClr val="3F3F3F"/>
                </a:solidFill>
              </a:rPr>
              <a:t>a</a:t>
            </a:r>
            <a:r>
              <a:rPr sz="2400" dirty="0">
                <a:solidFill>
                  <a:srgbClr val="3F3F3F"/>
                </a:solidFill>
              </a:rPr>
              <a:t>r</a:t>
            </a:r>
            <a:r>
              <a:rPr sz="2400" spc="-10" dirty="0">
                <a:solidFill>
                  <a:srgbClr val="3F3F3F"/>
                </a:solidFill>
              </a:rPr>
              <a:t>e</a:t>
            </a:r>
            <a:r>
              <a:rPr sz="2400" spc="10" dirty="0">
                <a:solidFill>
                  <a:srgbClr val="3F3F3F"/>
                </a:solidFill>
              </a:rPr>
              <a:t> </a:t>
            </a:r>
            <a:r>
              <a:rPr sz="2400" spc="-20" dirty="0">
                <a:solidFill>
                  <a:srgbClr val="3F3F3F"/>
                </a:solidFill>
              </a:rPr>
              <a:t>f</a:t>
            </a:r>
            <a:r>
              <a:rPr sz="2400" spc="-10" dirty="0">
                <a:solidFill>
                  <a:srgbClr val="3F3F3F"/>
                </a:solidFill>
              </a:rPr>
              <a:t>ive ti</a:t>
            </a:r>
            <a:r>
              <a:rPr sz="2400" spc="-40" dirty="0">
                <a:solidFill>
                  <a:srgbClr val="3F3F3F"/>
                </a:solidFill>
              </a:rPr>
              <a:t>m</a:t>
            </a:r>
            <a:r>
              <a:rPr sz="2400" spc="-20" dirty="0">
                <a:solidFill>
                  <a:srgbClr val="3F3F3F"/>
                </a:solidFill>
              </a:rPr>
              <a:t>e</a:t>
            </a:r>
            <a:r>
              <a:rPr sz="2400" spc="-10" dirty="0">
                <a:solidFill>
                  <a:srgbClr val="3F3F3F"/>
                </a:solidFill>
              </a:rPr>
              <a:t>s</a:t>
            </a:r>
            <a:r>
              <a:rPr sz="2400" spc="20" dirty="0">
                <a:solidFill>
                  <a:srgbClr val="3F3F3F"/>
                </a:solidFill>
              </a:rPr>
              <a:t> </a:t>
            </a:r>
            <a:r>
              <a:rPr sz="2400" spc="-14" dirty="0">
                <a:solidFill>
                  <a:srgbClr val="3F3F3F"/>
                </a:solidFill>
              </a:rPr>
              <a:t>mo</a:t>
            </a:r>
            <a:r>
              <a:rPr sz="2400" spc="-20" dirty="0">
                <a:solidFill>
                  <a:srgbClr val="3F3F3F"/>
                </a:solidFill>
              </a:rPr>
              <a:t>r</a:t>
            </a:r>
            <a:r>
              <a:rPr sz="2400" spc="-10" dirty="0">
                <a:solidFill>
                  <a:srgbClr val="3F3F3F"/>
                </a:solidFill>
              </a:rPr>
              <a:t>e</a:t>
            </a:r>
            <a:r>
              <a:rPr sz="2400" spc="30" dirty="0">
                <a:solidFill>
                  <a:srgbClr val="3F3F3F"/>
                </a:solidFill>
              </a:rPr>
              <a:t> </a:t>
            </a:r>
            <a:r>
              <a:rPr sz="2400" spc="-14" dirty="0">
                <a:solidFill>
                  <a:srgbClr val="3F3F3F"/>
                </a:solidFill>
              </a:rPr>
              <a:t>p</a:t>
            </a:r>
            <a:r>
              <a:rPr sz="2400" spc="-20" dirty="0">
                <a:solidFill>
                  <a:srgbClr val="3F3F3F"/>
                </a:solidFill>
              </a:rPr>
              <a:t>r</a:t>
            </a:r>
            <a:r>
              <a:rPr sz="2400" spc="-14" dirty="0">
                <a:solidFill>
                  <a:srgbClr val="3F3F3F"/>
                </a:solidFill>
              </a:rPr>
              <a:t>o</a:t>
            </a:r>
            <a:r>
              <a:rPr sz="2400" dirty="0">
                <a:solidFill>
                  <a:srgbClr val="3F3F3F"/>
                </a:solidFill>
              </a:rPr>
              <a:t>d</a:t>
            </a:r>
            <a:r>
              <a:rPr sz="2400" spc="-14" dirty="0">
                <a:solidFill>
                  <a:srgbClr val="3F3F3F"/>
                </a:solidFill>
              </a:rPr>
              <a:t>u</a:t>
            </a:r>
            <a:r>
              <a:rPr sz="2400" spc="-20" dirty="0">
                <a:solidFill>
                  <a:srgbClr val="3F3F3F"/>
                </a:solidFill>
              </a:rPr>
              <a:t>c</a:t>
            </a:r>
            <a:r>
              <a:rPr sz="2400" spc="-10" dirty="0">
                <a:solidFill>
                  <a:srgbClr val="3F3F3F"/>
                </a:solidFill>
              </a:rPr>
              <a:t>tive th</a:t>
            </a:r>
            <a:r>
              <a:rPr sz="2400" dirty="0">
                <a:solidFill>
                  <a:srgbClr val="3F3F3F"/>
                </a:solidFill>
              </a:rPr>
              <a:t>a</a:t>
            </a:r>
            <a:r>
              <a:rPr sz="2400" spc="-14" dirty="0">
                <a:solidFill>
                  <a:srgbClr val="3F3F3F"/>
                </a:solidFill>
              </a:rPr>
              <a:t>n</a:t>
            </a:r>
            <a:r>
              <a:rPr sz="2400" spc="-4" dirty="0">
                <a:solidFill>
                  <a:srgbClr val="3F3F3F"/>
                </a:solidFill>
              </a:rPr>
              <a:t> </a:t>
            </a:r>
            <a:r>
              <a:rPr sz="2400" spc="-10" dirty="0">
                <a:solidFill>
                  <a:srgbClr val="3F3F3F"/>
                </a:solidFill>
              </a:rPr>
              <a:t>th</a:t>
            </a:r>
            <a:r>
              <a:rPr sz="2400" spc="-20" dirty="0">
                <a:solidFill>
                  <a:srgbClr val="3F3F3F"/>
                </a:solidFill>
              </a:rPr>
              <a:t>e</a:t>
            </a:r>
            <a:r>
              <a:rPr sz="2400" dirty="0">
                <a:solidFill>
                  <a:srgbClr val="3F3F3F"/>
                </a:solidFill>
              </a:rPr>
              <a:t>y</a:t>
            </a:r>
            <a:r>
              <a:rPr sz="2400" spc="-10" dirty="0">
                <a:solidFill>
                  <a:srgbClr val="3F3F3F"/>
                </a:solidFill>
              </a:rPr>
              <a:t>'d</a:t>
            </a:r>
            <a:r>
              <a:rPr sz="2400" spc="-4" dirty="0">
                <a:solidFill>
                  <a:srgbClr val="3F3F3F"/>
                </a:solidFill>
              </a:rPr>
              <a:t> </a:t>
            </a:r>
            <a:r>
              <a:rPr sz="2400" spc="-10" dirty="0">
                <a:solidFill>
                  <a:srgbClr val="3F3F3F"/>
                </a:solidFill>
              </a:rPr>
              <a:t>oth</a:t>
            </a:r>
            <a:r>
              <a:rPr sz="2400" spc="-20" dirty="0">
                <a:solidFill>
                  <a:srgbClr val="3F3F3F"/>
                </a:solidFill>
              </a:rPr>
              <a:t>e</a:t>
            </a:r>
            <a:r>
              <a:rPr sz="2400" dirty="0">
                <a:solidFill>
                  <a:srgbClr val="3F3F3F"/>
                </a:solidFill>
              </a:rPr>
              <a:t>r</a:t>
            </a:r>
            <a:r>
              <a:rPr sz="2400" spc="-25" dirty="0">
                <a:solidFill>
                  <a:srgbClr val="3F3F3F"/>
                </a:solidFill>
              </a:rPr>
              <a:t>w</a:t>
            </a:r>
            <a:r>
              <a:rPr sz="2400" spc="-10" dirty="0">
                <a:solidFill>
                  <a:srgbClr val="3F3F3F"/>
                </a:solidFill>
              </a:rPr>
              <a:t>i</a:t>
            </a:r>
            <a:r>
              <a:rPr sz="2400" spc="-30" dirty="0">
                <a:solidFill>
                  <a:srgbClr val="3F3F3F"/>
                </a:solidFill>
              </a:rPr>
              <a:t>s</a:t>
            </a:r>
            <a:r>
              <a:rPr sz="2400" spc="-10" dirty="0">
                <a:solidFill>
                  <a:srgbClr val="3F3F3F"/>
                </a:solidFill>
              </a:rPr>
              <a:t>e</a:t>
            </a:r>
            <a:r>
              <a:rPr sz="2400" spc="10" dirty="0">
                <a:solidFill>
                  <a:srgbClr val="3F3F3F"/>
                </a:solidFill>
              </a:rPr>
              <a:t> </a:t>
            </a:r>
            <a:r>
              <a:rPr sz="2400" spc="-14" dirty="0">
                <a:solidFill>
                  <a:srgbClr val="3F3F3F"/>
                </a:solidFill>
              </a:rPr>
              <a:t>b</a:t>
            </a:r>
            <a:r>
              <a:rPr sz="2400" spc="-20" dirty="0">
                <a:solidFill>
                  <a:srgbClr val="3F3F3F"/>
                </a:solidFill>
              </a:rPr>
              <a:t>e</a:t>
            </a:r>
            <a:r>
              <a:rPr sz="2400" spc="-10" dirty="0">
                <a:solidFill>
                  <a:srgbClr val="3F3F3F"/>
                </a:solidFill>
              </a:rPr>
              <a:t>.</a:t>
            </a:r>
          </a:p>
          <a:p>
            <a:pPr marL="725720" marR="64128" indent="-342859">
              <a:spcBef>
                <a:spcPts val="994"/>
              </a:spcBef>
            </a:pPr>
            <a:r>
              <a:rPr sz="2400" spc="-20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2400" spc="191" dirty="0">
                <a:solidFill>
                  <a:srgbClr val="A42F0F"/>
                </a:solidFill>
              </a:rPr>
              <a:t> </a:t>
            </a:r>
            <a:r>
              <a:rPr sz="2400" b="1" spc="-20" dirty="0">
                <a:solidFill>
                  <a:srgbClr val="3F3F3F"/>
                </a:solidFill>
              </a:rPr>
              <a:t>F</a:t>
            </a:r>
            <a:r>
              <a:rPr sz="2400" b="1" spc="-14" dirty="0">
                <a:solidFill>
                  <a:srgbClr val="3F3F3F"/>
                </a:solidFill>
              </a:rPr>
              <a:t>low</a:t>
            </a:r>
            <a:r>
              <a:rPr sz="2400" b="1" spc="4" dirty="0">
                <a:solidFill>
                  <a:srgbClr val="3F3F3F"/>
                </a:solidFill>
              </a:rPr>
              <a:t> </a:t>
            </a:r>
            <a:r>
              <a:rPr sz="2400" spc="-10" dirty="0">
                <a:solidFill>
                  <a:srgbClr val="3F3F3F"/>
                </a:solidFill>
              </a:rPr>
              <a:t>st</a:t>
            </a:r>
            <a:r>
              <a:rPr sz="2400" spc="-20" dirty="0">
                <a:solidFill>
                  <a:srgbClr val="3F3F3F"/>
                </a:solidFill>
              </a:rPr>
              <a:t>a</a:t>
            </a:r>
            <a:r>
              <a:rPr sz="2400" spc="-10" dirty="0">
                <a:solidFill>
                  <a:srgbClr val="3F3F3F"/>
                </a:solidFill>
              </a:rPr>
              <a:t>t</a:t>
            </a:r>
            <a:r>
              <a:rPr sz="2400" spc="-20" dirty="0">
                <a:solidFill>
                  <a:srgbClr val="3F3F3F"/>
                </a:solidFill>
              </a:rPr>
              <a:t>e</a:t>
            </a:r>
            <a:r>
              <a:rPr sz="2400" spc="-10" dirty="0">
                <a:solidFill>
                  <a:srgbClr val="3F3F3F"/>
                </a:solidFill>
              </a:rPr>
              <a:t>s</a:t>
            </a:r>
            <a:r>
              <a:rPr sz="2400" dirty="0">
                <a:solidFill>
                  <a:srgbClr val="3F3F3F"/>
                </a:solidFill>
              </a:rPr>
              <a:t> </a:t>
            </a:r>
            <a:r>
              <a:rPr sz="2400" spc="-40" dirty="0">
                <a:solidFill>
                  <a:srgbClr val="3F3F3F"/>
                </a:solidFill>
              </a:rPr>
              <a:t>m</a:t>
            </a:r>
            <a:r>
              <a:rPr sz="2400" spc="-20" dirty="0">
                <a:solidFill>
                  <a:srgbClr val="3F3F3F"/>
                </a:solidFill>
              </a:rPr>
              <a:t>a</a:t>
            </a:r>
            <a:r>
              <a:rPr sz="2400" dirty="0">
                <a:solidFill>
                  <a:srgbClr val="3F3F3F"/>
                </a:solidFill>
              </a:rPr>
              <a:t>k</a:t>
            </a:r>
            <a:r>
              <a:rPr sz="2400" spc="-20" dirty="0">
                <a:solidFill>
                  <a:srgbClr val="3F3F3F"/>
                </a:solidFill>
              </a:rPr>
              <a:t>e</a:t>
            </a:r>
            <a:r>
              <a:rPr sz="2400" spc="-10" dirty="0">
                <a:solidFill>
                  <a:srgbClr val="3F3F3F"/>
                </a:solidFill>
              </a:rPr>
              <a:t>s</a:t>
            </a:r>
            <a:r>
              <a:rPr sz="2400" spc="20" dirty="0">
                <a:solidFill>
                  <a:srgbClr val="3F3F3F"/>
                </a:solidFill>
              </a:rPr>
              <a:t> </a:t>
            </a:r>
            <a:r>
              <a:rPr sz="2400" dirty="0">
                <a:solidFill>
                  <a:srgbClr val="3F3F3F"/>
                </a:solidFill>
              </a:rPr>
              <a:t>y</a:t>
            </a:r>
            <a:r>
              <a:rPr sz="2400" spc="-14" dirty="0">
                <a:solidFill>
                  <a:srgbClr val="3F3F3F"/>
                </a:solidFill>
              </a:rPr>
              <a:t>ou</a:t>
            </a:r>
            <a:r>
              <a:rPr sz="2400" spc="-25" dirty="0">
                <a:solidFill>
                  <a:srgbClr val="3F3F3F"/>
                </a:solidFill>
              </a:rPr>
              <a:t> </a:t>
            </a:r>
            <a:r>
              <a:rPr sz="2400" dirty="0">
                <a:solidFill>
                  <a:srgbClr val="3F3F3F"/>
                </a:solidFill>
              </a:rPr>
              <a:t>a</a:t>
            </a:r>
            <a:r>
              <a:rPr sz="2400" spc="-20" dirty="0">
                <a:solidFill>
                  <a:srgbClr val="3F3F3F"/>
                </a:solidFill>
              </a:rPr>
              <a:t>c</a:t>
            </a:r>
            <a:r>
              <a:rPr sz="2400" spc="-10" dirty="0">
                <a:solidFill>
                  <a:srgbClr val="3F3F3F"/>
                </a:solidFill>
              </a:rPr>
              <a:t>hi</a:t>
            </a:r>
            <a:r>
              <a:rPr sz="2400" spc="-20" dirty="0">
                <a:solidFill>
                  <a:srgbClr val="3F3F3F"/>
                </a:solidFill>
              </a:rPr>
              <a:t>e</a:t>
            </a:r>
            <a:r>
              <a:rPr sz="2400" dirty="0">
                <a:solidFill>
                  <a:srgbClr val="3F3F3F"/>
                </a:solidFill>
              </a:rPr>
              <a:t>v</a:t>
            </a:r>
            <a:r>
              <a:rPr sz="2400" spc="-10" dirty="0">
                <a:solidFill>
                  <a:srgbClr val="3F3F3F"/>
                </a:solidFill>
              </a:rPr>
              <a:t>e positive thin</a:t>
            </a:r>
            <a:r>
              <a:rPr sz="2400" dirty="0">
                <a:solidFill>
                  <a:srgbClr val="3F3F3F"/>
                </a:solidFill>
              </a:rPr>
              <a:t>k</a:t>
            </a:r>
            <a:r>
              <a:rPr sz="2400" spc="-30" dirty="0">
                <a:solidFill>
                  <a:srgbClr val="3F3F3F"/>
                </a:solidFill>
              </a:rPr>
              <a:t>i</a:t>
            </a:r>
            <a:r>
              <a:rPr sz="2400" dirty="0">
                <a:solidFill>
                  <a:srgbClr val="3F3F3F"/>
                </a:solidFill>
              </a:rPr>
              <a:t>n</a:t>
            </a:r>
            <a:r>
              <a:rPr sz="2400" spc="-10" dirty="0">
                <a:solidFill>
                  <a:srgbClr val="3F3F3F"/>
                </a:solidFill>
              </a:rPr>
              <a:t>g,</a:t>
            </a:r>
            <a:r>
              <a:rPr sz="2400" spc="-25" dirty="0">
                <a:solidFill>
                  <a:srgbClr val="3F3F3F"/>
                </a:solidFill>
              </a:rPr>
              <a:t> </a:t>
            </a:r>
            <a:r>
              <a:rPr sz="2400" spc="-14" dirty="0">
                <a:solidFill>
                  <a:srgbClr val="3F3F3F"/>
                </a:solidFill>
              </a:rPr>
              <a:t>h</a:t>
            </a:r>
            <a:r>
              <a:rPr sz="2400" dirty="0">
                <a:solidFill>
                  <a:srgbClr val="3F3F3F"/>
                </a:solidFill>
              </a:rPr>
              <a:t>a</a:t>
            </a:r>
            <a:r>
              <a:rPr sz="2400" spc="-10" dirty="0">
                <a:solidFill>
                  <a:srgbClr val="3F3F3F"/>
                </a:solidFill>
              </a:rPr>
              <a:t>ppin</a:t>
            </a:r>
            <a:r>
              <a:rPr sz="2400" dirty="0">
                <a:solidFill>
                  <a:srgbClr val="3F3F3F"/>
                </a:solidFill>
              </a:rPr>
              <a:t>e</a:t>
            </a:r>
            <a:r>
              <a:rPr sz="2400" spc="-30" dirty="0">
                <a:solidFill>
                  <a:srgbClr val="3F3F3F"/>
                </a:solidFill>
              </a:rPr>
              <a:t>s</a:t>
            </a:r>
            <a:r>
              <a:rPr sz="2400" spc="-10" dirty="0">
                <a:solidFill>
                  <a:srgbClr val="3F3F3F"/>
                </a:solidFill>
              </a:rPr>
              <a:t>s, p</a:t>
            </a:r>
            <a:r>
              <a:rPr sz="2400" dirty="0">
                <a:solidFill>
                  <a:srgbClr val="3F3F3F"/>
                </a:solidFill>
              </a:rPr>
              <a:t>r</a:t>
            </a:r>
            <a:r>
              <a:rPr sz="2400" spc="-14" dirty="0">
                <a:solidFill>
                  <a:srgbClr val="3F3F3F"/>
                </a:solidFill>
              </a:rPr>
              <a:t>odu</a:t>
            </a:r>
            <a:r>
              <a:rPr sz="2400" dirty="0">
                <a:solidFill>
                  <a:srgbClr val="3F3F3F"/>
                </a:solidFill>
              </a:rPr>
              <a:t>c</a:t>
            </a:r>
            <a:r>
              <a:rPr sz="2400" spc="-10" dirty="0">
                <a:solidFill>
                  <a:srgbClr val="3F3F3F"/>
                </a:solidFill>
              </a:rPr>
              <a:t>t</a:t>
            </a:r>
            <a:r>
              <a:rPr sz="2400" spc="-30" dirty="0">
                <a:solidFill>
                  <a:srgbClr val="3F3F3F"/>
                </a:solidFill>
              </a:rPr>
              <a:t>i</a:t>
            </a:r>
            <a:r>
              <a:rPr sz="2400" dirty="0">
                <a:solidFill>
                  <a:srgbClr val="3F3F3F"/>
                </a:solidFill>
              </a:rPr>
              <a:t>v</a:t>
            </a:r>
            <a:r>
              <a:rPr sz="2400" spc="-10" dirty="0">
                <a:solidFill>
                  <a:srgbClr val="3F3F3F"/>
                </a:solidFill>
              </a:rPr>
              <a:t>i</a:t>
            </a:r>
            <a:r>
              <a:rPr sz="2400" spc="-30" dirty="0">
                <a:solidFill>
                  <a:srgbClr val="3F3F3F"/>
                </a:solidFill>
              </a:rPr>
              <a:t>t</a:t>
            </a:r>
            <a:r>
              <a:rPr sz="2400" spc="-14" dirty="0">
                <a:solidFill>
                  <a:srgbClr val="3F3F3F"/>
                </a:solidFill>
              </a:rPr>
              <a:t>y</a:t>
            </a:r>
            <a:r>
              <a:rPr sz="2400" spc="-4" dirty="0">
                <a:solidFill>
                  <a:srgbClr val="3F3F3F"/>
                </a:solidFill>
              </a:rPr>
              <a:t> </a:t>
            </a:r>
            <a:r>
              <a:rPr sz="2400" dirty="0">
                <a:solidFill>
                  <a:srgbClr val="3F3F3F"/>
                </a:solidFill>
              </a:rPr>
              <a:t>a</a:t>
            </a:r>
            <a:r>
              <a:rPr sz="2400" spc="-14" dirty="0">
                <a:solidFill>
                  <a:srgbClr val="3F3F3F"/>
                </a:solidFill>
              </a:rPr>
              <a:t>nd</a:t>
            </a:r>
            <a:r>
              <a:rPr sz="2400" spc="-4" dirty="0">
                <a:solidFill>
                  <a:srgbClr val="3F3F3F"/>
                </a:solidFill>
              </a:rPr>
              <a:t> </a:t>
            </a:r>
            <a:r>
              <a:rPr sz="2400" spc="-20" dirty="0">
                <a:solidFill>
                  <a:srgbClr val="3F3F3F"/>
                </a:solidFill>
              </a:rPr>
              <a:t>c</a:t>
            </a:r>
            <a:r>
              <a:rPr sz="2400" spc="-14" dirty="0">
                <a:solidFill>
                  <a:srgbClr val="3F3F3F"/>
                </a:solidFill>
              </a:rPr>
              <a:t>h</a:t>
            </a:r>
            <a:r>
              <a:rPr sz="2400" spc="-20" dirty="0">
                <a:solidFill>
                  <a:srgbClr val="3F3F3F"/>
                </a:solidFill>
              </a:rPr>
              <a:t>a</a:t>
            </a:r>
            <a:r>
              <a:rPr sz="2400" dirty="0">
                <a:solidFill>
                  <a:srgbClr val="3F3F3F"/>
                </a:solidFill>
              </a:rPr>
              <a:t>n</a:t>
            </a:r>
            <a:r>
              <a:rPr sz="2400" spc="-20" dirty="0">
                <a:solidFill>
                  <a:srgbClr val="3F3F3F"/>
                </a:solidFill>
              </a:rPr>
              <a:t>ce</a:t>
            </a:r>
            <a:r>
              <a:rPr sz="2400" spc="-10" dirty="0">
                <a:solidFill>
                  <a:srgbClr val="3F3F3F"/>
                </a:solidFill>
              </a:rPr>
              <a:t>s</a:t>
            </a:r>
            <a:r>
              <a:rPr sz="2400" dirty="0">
                <a:solidFill>
                  <a:srgbClr val="3F3F3F"/>
                </a:solidFill>
              </a:rPr>
              <a:t> </a:t>
            </a:r>
            <a:r>
              <a:rPr sz="2400" spc="-10" dirty="0">
                <a:solidFill>
                  <a:srgbClr val="3F3F3F"/>
                </a:solidFill>
              </a:rPr>
              <a:t>of</a:t>
            </a:r>
            <a:r>
              <a:rPr sz="2400" spc="10" dirty="0">
                <a:solidFill>
                  <a:srgbClr val="3F3F3F"/>
                </a:solidFill>
              </a:rPr>
              <a:t> </a:t>
            </a:r>
            <a:r>
              <a:rPr sz="2400" spc="-20" dirty="0">
                <a:solidFill>
                  <a:srgbClr val="3F3F3F"/>
                </a:solidFill>
              </a:rPr>
              <a:t>a</a:t>
            </a:r>
            <a:r>
              <a:rPr sz="2400" spc="-14" dirty="0">
                <a:solidFill>
                  <a:srgbClr val="3F3F3F"/>
                </a:solidFill>
              </a:rPr>
              <a:t>n</a:t>
            </a:r>
            <a:r>
              <a:rPr sz="2400" spc="20" dirty="0">
                <a:solidFill>
                  <a:srgbClr val="3F3F3F"/>
                </a:solidFill>
              </a:rPr>
              <a:t> </a:t>
            </a:r>
            <a:r>
              <a:rPr sz="2400" spc="-20" dirty="0">
                <a:solidFill>
                  <a:srgbClr val="3F3F3F"/>
                </a:solidFill>
              </a:rPr>
              <a:t>ear</a:t>
            </a:r>
            <a:r>
              <a:rPr sz="2400" spc="-10" dirty="0">
                <a:solidFill>
                  <a:srgbClr val="3F3F3F"/>
                </a:solidFill>
              </a:rPr>
              <a:t>ly</a:t>
            </a:r>
            <a:r>
              <a:rPr sz="2400" spc="20" dirty="0">
                <a:solidFill>
                  <a:srgbClr val="3F3F3F"/>
                </a:solidFill>
              </a:rPr>
              <a:t> </a:t>
            </a:r>
            <a:r>
              <a:rPr sz="2400" spc="-10" dirty="0">
                <a:solidFill>
                  <a:srgbClr val="3F3F3F"/>
                </a:solidFill>
              </a:rPr>
              <a:t>su</a:t>
            </a:r>
            <a:r>
              <a:rPr sz="2400" spc="-20" dirty="0">
                <a:solidFill>
                  <a:srgbClr val="3F3F3F"/>
                </a:solidFill>
              </a:rPr>
              <a:t>cc</a:t>
            </a:r>
            <a:r>
              <a:rPr sz="2400" dirty="0">
                <a:solidFill>
                  <a:srgbClr val="3F3F3F"/>
                </a:solidFill>
              </a:rPr>
              <a:t>e</a:t>
            </a:r>
            <a:r>
              <a:rPr sz="2400" spc="-30" dirty="0">
                <a:solidFill>
                  <a:srgbClr val="3F3F3F"/>
                </a:solidFill>
              </a:rPr>
              <a:t>s</a:t>
            </a:r>
            <a:r>
              <a:rPr sz="2400" spc="-10" dirty="0">
                <a:solidFill>
                  <a:srgbClr val="3F3F3F"/>
                </a:solidFill>
              </a:rPr>
              <a:t>s.</a:t>
            </a:r>
            <a:r>
              <a:rPr sz="2400" spc="-4" dirty="0">
                <a:solidFill>
                  <a:srgbClr val="3F3F3F"/>
                </a:solidFill>
              </a:rPr>
              <a:t> N</a:t>
            </a:r>
            <a:r>
              <a:rPr sz="2400" spc="-14" dirty="0">
                <a:solidFill>
                  <a:srgbClr val="3F3F3F"/>
                </a:solidFill>
              </a:rPr>
              <a:t>ow</a:t>
            </a:r>
            <a:r>
              <a:rPr sz="2400" spc="-10" dirty="0">
                <a:solidFill>
                  <a:srgbClr val="3F3F3F"/>
                </a:solidFill>
              </a:rPr>
              <a:t> </a:t>
            </a:r>
            <a:r>
              <a:rPr sz="2400" spc="-20" dirty="0">
                <a:solidFill>
                  <a:srgbClr val="3F3F3F"/>
                </a:solidFill>
              </a:rPr>
              <a:t>c</a:t>
            </a:r>
            <a:r>
              <a:rPr sz="2400" dirty="0">
                <a:solidFill>
                  <a:srgbClr val="3F3F3F"/>
                </a:solidFill>
              </a:rPr>
              <a:t>o</a:t>
            </a:r>
            <a:r>
              <a:rPr sz="2400" spc="-40" dirty="0">
                <a:solidFill>
                  <a:srgbClr val="3F3F3F"/>
                </a:solidFill>
              </a:rPr>
              <a:t>m</a:t>
            </a:r>
            <a:r>
              <a:rPr sz="2400" spc="-10" dirty="0">
                <a:solidFill>
                  <a:srgbClr val="3F3F3F"/>
                </a:solidFill>
              </a:rPr>
              <a:t>bining</a:t>
            </a:r>
            <a:r>
              <a:rPr sz="2400" spc="20" dirty="0">
                <a:solidFill>
                  <a:srgbClr val="3F3F3F"/>
                </a:solidFill>
              </a:rPr>
              <a:t> </a:t>
            </a:r>
            <a:r>
              <a:rPr sz="2400" spc="-20" dirty="0">
                <a:solidFill>
                  <a:srgbClr val="3F3F3F"/>
                </a:solidFill>
              </a:rPr>
              <a:t>a</a:t>
            </a:r>
            <a:r>
              <a:rPr sz="2400" spc="-10" dirty="0">
                <a:solidFill>
                  <a:srgbClr val="3F3F3F"/>
                </a:solidFill>
              </a:rPr>
              <a:t>ll th</a:t>
            </a:r>
            <a:r>
              <a:rPr sz="2400" spc="-20" dirty="0">
                <a:solidFill>
                  <a:srgbClr val="3F3F3F"/>
                </a:solidFill>
              </a:rPr>
              <a:t>e</a:t>
            </a:r>
            <a:r>
              <a:rPr sz="2400" spc="-10" dirty="0">
                <a:solidFill>
                  <a:srgbClr val="3F3F3F"/>
                </a:solidFill>
              </a:rPr>
              <a:t>se</a:t>
            </a:r>
            <a:r>
              <a:rPr sz="2400" spc="10" dirty="0">
                <a:solidFill>
                  <a:srgbClr val="3F3F3F"/>
                </a:solidFill>
              </a:rPr>
              <a:t> </a:t>
            </a:r>
            <a:r>
              <a:rPr sz="2400" spc="-20" dirty="0">
                <a:solidFill>
                  <a:srgbClr val="3F3F3F"/>
                </a:solidFill>
              </a:rPr>
              <a:t>a</a:t>
            </a:r>
            <a:r>
              <a:rPr sz="2400" spc="-40" dirty="0">
                <a:solidFill>
                  <a:srgbClr val="3F3F3F"/>
                </a:solidFill>
              </a:rPr>
              <a:t>m</a:t>
            </a:r>
            <a:r>
              <a:rPr sz="2400" spc="-20" dirty="0">
                <a:solidFill>
                  <a:srgbClr val="3F3F3F"/>
                </a:solidFill>
              </a:rPr>
              <a:t>az</a:t>
            </a:r>
            <a:r>
              <a:rPr sz="2400" spc="-10" dirty="0">
                <a:solidFill>
                  <a:srgbClr val="3F3F3F"/>
                </a:solidFill>
              </a:rPr>
              <a:t>i</a:t>
            </a:r>
            <a:r>
              <a:rPr sz="2400" dirty="0">
                <a:solidFill>
                  <a:srgbClr val="3F3F3F"/>
                </a:solidFill>
              </a:rPr>
              <a:t>n</a:t>
            </a:r>
            <a:r>
              <a:rPr sz="2400" spc="-14" dirty="0">
                <a:solidFill>
                  <a:srgbClr val="3F3F3F"/>
                </a:solidFill>
              </a:rPr>
              <a:t>g</a:t>
            </a:r>
            <a:r>
              <a:rPr sz="2400" spc="20" dirty="0">
                <a:solidFill>
                  <a:srgbClr val="3F3F3F"/>
                </a:solidFill>
              </a:rPr>
              <a:t> </a:t>
            </a:r>
            <a:r>
              <a:rPr sz="2400" spc="-20" dirty="0">
                <a:solidFill>
                  <a:srgbClr val="3F3F3F"/>
                </a:solidFill>
              </a:rPr>
              <a:t>f</a:t>
            </a:r>
            <a:r>
              <a:rPr sz="2400" dirty="0">
                <a:solidFill>
                  <a:srgbClr val="3F3F3F"/>
                </a:solidFill>
              </a:rPr>
              <a:t>a</a:t>
            </a:r>
            <a:r>
              <a:rPr sz="2400" spc="-20" dirty="0">
                <a:solidFill>
                  <a:srgbClr val="3F3F3F"/>
                </a:solidFill>
              </a:rPr>
              <a:t>c</a:t>
            </a:r>
            <a:r>
              <a:rPr sz="2400" spc="-10" dirty="0">
                <a:solidFill>
                  <a:srgbClr val="3F3F3F"/>
                </a:solidFill>
              </a:rPr>
              <a:t>to</a:t>
            </a:r>
            <a:r>
              <a:rPr sz="2400" spc="-20" dirty="0">
                <a:solidFill>
                  <a:srgbClr val="3F3F3F"/>
                </a:solidFill>
              </a:rPr>
              <a:t>r</a:t>
            </a:r>
            <a:r>
              <a:rPr sz="2400" spc="-10" dirty="0">
                <a:solidFill>
                  <a:srgbClr val="3F3F3F"/>
                </a:solidFill>
              </a:rPr>
              <a:t>s</a:t>
            </a:r>
            <a:r>
              <a:rPr sz="2400" dirty="0">
                <a:solidFill>
                  <a:srgbClr val="3F3F3F"/>
                </a:solidFill>
              </a:rPr>
              <a:t> g</a:t>
            </a:r>
            <a:r>
              <a:rPr sz="2400" spc="-14" dirty="0">
                <a:solidFill>
                  <a:srgbClr val="3F3F3F"/>
                </a:solidFill>
              </a:rPr>
              <a:t>u</a:t>
            </a:r>
            <a:r>
              <a:rPr sz="2400" spc="-20" dirty="0">
                <a:solidFill>
                  <a:srgbClr val="3F3F3F"/>
                </a:solidFill>
              </a:rPr>
              <a:t>ar</a:t>
            </a:r>
            <a:r>
              <a:rPr sz="2400" dirty="0">
                <a:solidFill>
                  <a:srgbClr val="3F3F3F"/>
                </a:solidFill>
              </a:rPr>
              <a:t>a</a:t>
            </a:r>
            <a:r>
              <a:rPr sz="2400" spc="-10" dirty="0">
                <a:solidFill>
                  <a:srgbClr val="3F3F3F"/>
                </a:solidFill>
              </a:rPr>
              <a:t>nt</a:t>
            </a:r>
            <a:r>
              <a:rPr sz="2400" spc="-20" dirty="0">
                <a:solidFill>
                  <a:srgbClr val="3F3F3F"/>
                </a:solidFill>
              </a:rPr>
              <a:t>ee</a:t>
            </a:r>
            <a:r>
              <a:rPr sz="2400" spc="-10" dirty="0">
                <a:solidFill>
                  <a:srgbClr val="3F3F3F"/>
                </a:solidFill>
              </a:rPr>
              <a:t>s</a:t>
            </a:r>
            <a:r>
              <a:rPr sz="2400" spc="20" dirty="0">
                <a:solidFill>
                  <a:srgbClr val="3F3F3F"/>
                </a:solidFill>
              </a:rPr>
              <a:t> </a:t>
            </a:r>
            <a:r>
              <a:rPr sz="2400" spc="-10" dirty="0">
                <a:solidFill>
                  <a:srgbClr val="3F3F3F"/>
                </a:solidFill>
              </a:rPr>
              <a:t>th</a:t>
            </a:r>
            <a:r>
              <a:rPr sz="2400" spc="-20" dirty="0">
                <a:solidFill>
                  <a:srgbClr val="3F3F3F"/>
                </a:solidFill>
              </a:rPr>
              <a:t>a</a:t>
            </a:r>
            <a:r>
              <a:rPr sz="2400" spc="-10" dirty="0">
                <a:solidFill>
                  <a:srgbClr val="3F3F3F"/>
                </a:solidFill>
              </a:rPr>
              <a:t>t</a:t>
            </a:r>
            <a:r>
              <a:rPr sz="2400" dirty="0">
                <a:solidFill>
                  <a:srgbClr val="3F3F3F"/>
                </a:solidFill>
              </a:rPr>
              <a:t> </a:t>
            </a:r>
            <a:r>
              <a:rPr sz="2400" spc="-10" dirty="0">
                <a:solidFill>
                  <a:srgbClr val="3F3F3F"/>
                </a:solidFill>
              </a:rPr>
              <a:t>the</a:t>
            </a:r>
            <a:r>
              <a:rPr sz="2400" spc="-4" dirty="0">
                <a:solidFill>
                  <a:srgbClr val="3F3F3F"/>
                </a:solidFill>
              </a:rPr>
              <a:t> </a:t>
            </a:r>
            <a:r>
              <a:rPr sz="2400" b="1" spc="-20" dirty="0">
                <a:solidFill>
                  <a:srgbClr val="3F3F3F"/>
                </a:solidFill>
              </a:rPr>
              <a:t>e</a:t>
            </a:r>
            <a:r>
              <a:rPr sz="2400" b="1" spc="-10" dirty="0">
                <a:solidFill>
                  <a:srgbClr val="3F3F3F"/>
                </a:solidFill>
              </a:rPr>
              <a:t>n</a:t>
            </a:r>
            <a:r>
              <a:rPr sz="2400" b="1" spc="-20" dirty="0">
                <a:solidFill>
                  <a:srgbClr val="3F3F3F"/>
                </a:solidFill>
              </a:rPr>
              <a:t>t</a:t>
            </a:r>
            <a:r>
              <a:rPr sz="2400" b="1" spc="-45" dirty="0">
                <a:solidFill>
                  <a:srgbClr val="3F3F3F"/>
                </a:solidFill>
              </a:rPr>
              <a:t>r</a:t>
            </a:r>
            <a:r>
              <a:rPr sz="2400" b="1" spc="-20" dirty="0">
                <a:solidFill>
                  <a:srgbClr val="3F3F3F"/>
                </a:solidFill>
              </a:rPr>
              <a:t>e</a:t>
            </a:r>
            <a:r>
              <a:rPr sz="2400" b="1" spc="-10" dirty="0">
                <a:solidFill>
                  <a:srgbClr val="3F3F3F"/>
                </a:solidFill>
              </a:rPr>
              <a:t>p</a:t>
            </a:r>
            <a:r>
              <a:rPr sz="2400" b="1" spc="-45" dirty="0">
                <a:solidFill>
                  <a:srgbClr val="3F3F3F"/>
                </a:solidFill>
              </a:rPr>
              <a:t>r</a:t>
            </a:r>
            <a:r>
              <a:rPr sz="2400" b="1" spc="-20" dirty="0">
                <a:solidFill>
                  <a:srgbClr val="3F3F3F"/>
                </a:solidFill>
              </a:rPr>
              <a:t>e</a:t>
            </a:r>
            <a:r>
              <a:rPr sz="2400" b="1" spc="-10" dirty="0">
                <a:solidFill>
                  <a:srgbClr val="3F3F3F"/>
                </a:solidFill>
              </a:rPr>
              <a:t>n</a:t>
            </a:r>
            <a:r>
              <a:rPr sz="2400" b="1" spc="-20" dirty="0">
                <a:solidFill>
                  <a:srgbClr val="3F3F3F"/>
                </a:solidFill>
              </a:rPr>
              <a:t>e</a:t>
            </a:r>
            <a:r>
              <a:rPr sz="2400" b="1" spc="-10" dirty="0">
                <a:solidFill>
                  <a:srgbClr val="3F3F3F"/>
                </a:solidFill>
              </a:rPr>
              <a:t>ur</a:t>
            </a:r>
            <a:r>
              <a:rPr sz="2400" b="1" spc="10" dirty="0">
                <a:solidFill>
                  <a:srgbClr val="3F3F3F"/>
                </a:solidFill>
              </a:rPr>
              <a:t> </a:t>
            </a:r>
            <a:r>
              <a:rPr sz="2400" spc="-25" dirty="0">
                <a:solidFill>
                  <a:srgbClr val="3F3F3F"/>
                </a:solidFill>
              </a:rPr>
              <a:t>w</a:t>
            </a:r>
            <a:r>
              <a:rPr sz="2400" spc="-10" dirty="0">
                <a:solidFill>
                  <a:srgbClr val="3F3F3F"/>
                </a:solidFill>
              </a:rPr>
              <a:t>ill</a:t>
            </a:r>
            <a:r>
              <a:rPr sz="2400" dirty="0">
                <a:solidFill>
                  <a:srgbClr val="3F3F3F"/>
                </a:solidFill>
              </a:rPr>
              <a:t> </a:t>
            </a:r>
            <a:r>
              <a:rPr sz="2400" spc="-20" dirty="0">
                <a:solidFill>
                  <a:srgbClr val="3F3F3F"/>
                </a:solidFill>
              </a:rPr>
              <a:t>ac</a:t>
            </a:r>
            <a:r>
              <a:rPr sz="2400" dirty="0">
                <a:solidFill>
                  <a:srgbClr val="3F3F3F"/>
                </a:solidFill>
              </a:rPr>
              <a:t>h</a:t>
            </a:r>
            <a:r>
              <a:rPr sz="2400" spc="-10" dirty="0">
                <a:solidFill>
                  <a:srgbClr val="3F3F3F"/>
                </a:solidFill>
              </a:rPr>
              <a:t>i</a:t>
            </a:r>
            <a:r>
              <a:rPr sz="2400" spc="-20" dirty="0">
                <a:solidFill>
                  <a:srgbClr val="3F3F3F"/>
                </a:solidFill>
              </a:rPr>
              <a:t>e</a:t>
            </a:r>
            <a:r>
              <a:rPr sz="2400" spc="-14" dirty="0">
                <a:solidFill>
                  <a:srgbClr val="3F3F3F"/>
                </a:solidFill>
              </a:rPr>
              <a:t>ve</a:t>
            </a:r>
            <a:r>
              <a:rPr sz="2400" spc="-10" dirty="0">
                <a:solidFill>
                  <a:srgbClr val="3F3F3F"/>
                </a:solidFill>
              </a:rPr>
              <a:t> th</a:t>
            </a:r>
            <a:r>
              <a:rPr sz="2400" spc="-20" dirty="0">
                <a:solidFill>
                  <a:srgbClr val="3F3F3F"/>
                </a:solidFill>
              </a:rPr>
              <a:t>e</a:t>
            </a:r>
            <a:r>
              <a:rPr sz="2400" spc="-10" dirty="0">
                <a:solidFill>
                  <a:srgbClr val="3F3F3F"/>
                </a:solidFill>
              </a:rPr>
              <a:t>ir</a:t>
            </a:r>
            <a:r>
              <a:rPr sz="2400" spc="10" dirty="0">
                <a:solidFill>
                  <a:srgbClr val="3F3F3F"/>
                </a:solidFill>
              </a:rPr>
              <a:t> </a:t>
            </a:r>
            <a:r>
              <a:rPr sz="2400" spc="-10" dirty="0">
                <a:solidFill>
                  <a:srgbClr val="3F3F3F"/>
                </a:solidFill>
              </a:rPr>
              <a:t>pot</a:t>
            </a:r>
            <a:r>
              <a:rPr sz="2400" spc="-20" dirty="0">
                <a:solidFill>
                  <a:srgbClr val="3F3F3F"/>
                </a:solidFill>
              </a:rPr>
              <a:t>e</a:t>
            </a:r>
            <a:r>
              <a:rPr sz="2400" dirty="0">
                <a:solidFill>
                  <a:srgbClr val="3F3F3F"/>
                </a:solidFill>
              </a:rPr>
              <a:t>n</a:t>
            </a:r>
            <a:r>
              <a:rPr sz="2400" spc="-10" dirty="0">
                <a:solidFill>
                  <a:srgbClr val="3F3F3F"/>
                </a:solidFill>
              </a:rPr>
              <a:t>t</a:t>
            </a:r>
            <a:r>
              <a:rPr sz="2400" spc="-30" dirty="0">
                <a:solidFill>
                  <a:srgbClr val="3F3F3F"/>
                </a:solidFill>
              </a:rPr>
              <a:t>i</a:t>
            </a:r>
            <a:r>
              <a:rPr sz="2400" dirty="0">
                <a:solidFill>
                  <a:srgbClr val="3F3F3F"/>
                </a:solidFill>
              </a:rPr>
              <a:t>a</a:t>
            </a:r>
            <a:r>
              <a:rPr sz="2400" spc="-10" dirty="0">
                <a:solidFill>
                  <a:srgbClr val="3F3F3F"/>
                </a:solidFill>
              </a:rPr>
              <a:t>l</a:t>
            </a:r>
            <a:r>
              <a:rPr sz="2400" dirty="0">
                <a:solidFill>
                  <a:srgbClr val="3F3F3F"/>
                </a:solidFill>
              </a:rPr>
              <a:t> </a:t>
            </a:r>
            <a:r>
              <a:rPr sz="2400" spc="-14" dirty="0">
                <a:solidFill>
                  <a:srgbClr val="3F3F3F"/>
                </a:solidFill>
              </a:rPr>
              <a:t>v</a:t>
            </a:r>
            <a:r>
              <a:rPr sz="2400" spc="-20" dirty="0">
                <a:solidFill>
                  <a:srgbClr val="3F3F3F"/>
                </a:solidFill>
              </a:rPr>
              <a:t>e</a:t>
            </a:r>
            <a:r>
              <a:rPr sz="2400" dirty="0">
                <a:solidFill>
                  <a:srgbClr val="3F3F3F"/>
                </a:solidFill>
              </a:rPr>
              <a:t>r</a:t>
            </a:r>
            <a:r>
              <a:rPr sz="2400" spc="-14" dirty="0">
                <a:solidFill>
                  <a:srgbClr val="3F3F3F"/>
                </a:solidFill>
              </a:rPr>
              <a:t>y</a:t>
            </a:r>
            <a:r>
              <a:rPr sz="2400" spc="-4" dirty="0">
                <a:solidFill>
                  <a:srgbClr val="3F3F3F"/>
                </a:solidFill>
              </a:rPr>
              <a:t> </a:t>
            </a:r>
            <a:r>
              <a:rPr sz="2400" spc="-14" dirty="0">
                <a:solidFill>
                  <a:srgbClr val="3F3F3F"/>
                </a:solidFill>
              </a:rPr>
              <a:t>q</a:t>
            </a:r>
            <a:r>
              <a:rPr sz="2400" dirty="0">
                <a:solidFill>
                  <a:srgbClr val="3F3F3F"/>
                </a:solidFill>
              </a:rPr>
              <a:t>u</a:t>
            </a:r>
            <a:r>
              <a:rPr sz="2400" spc="-30" dirty="0">
                <a:solidFill>
                  <a:srgbClr val="3F3F3F"/>
                </a:solidFill>
              </a:rPr>
              <a:t>i</a:t>
            </a:r>
            <a:r>
              <a:rPr sz="2400" dirty="0">
                <a:solidFill>
                  <a:srgbClr val="3F3F3F"/>
                </a:solidFill>
              </a:rPr>
              <a:t>c</a:t>
            </a:r>
            <a:r>
              <a:rPr sz="2400" spc="-10" dirty="0">
                <a:solidFill>
                  <a:srgbClr val="3F3F3F"/>
                </a:solidFill>
              </a:rPr>
              <a:t>kly</a:t>
            </a:r>
            <a:r>
              <a:rPr sz="2400" spc="-4" dirty="0">
                <a:solidFill>
                  <a:srgbClr val="3F3F3F"/>
                </a:solidFill>
              </a:rPr>
              <a:t> </a:t>
            </a:r>
            <a:r>
              <a:rPr sz="2400" spc="-20" dirty="0">
                <a:solidFill>
                  <a:srgbClr val="3F3F3F"/>
                </a:solidFill>
              </a:rPr>
              <a:t>a</a:t>
            </a:r>
            <a:r>
              <a:rPr sz="2400" spc="-14" dirty="0">
                <a:solidFill>
                  <a:srgbClr val="3F3F3F"/>
                </a:solidFill>
              </a:rPr>
              <a:t>nd</a:t>
            </a:r>
            <a:r>
              <a:rPr sz="2400" spc="-4" dirty="0">
                <a:solidFill>
                  <a:srgbClr val="3F3F3F"/>
                </a:solidFill>
              </a:rPr>
              <a:t> </a:t>
            </a:r>
            <a:r>
              <a:rPr sz="2400" spc="-14" dirty="0">
                <a:solidFill>
                  <a:srgbClr val="3F3F3F"/>
                </a:solidFill>
              </a:rPr>
              <a:t>v</a:t>
            </a:r>
            <a:r>
              <a:rPr sz="2400" dirty="0">
                <a:solidFill>
                  <a:srgbClr val="3F3F3F"/>
                </a:solidFill>
              </a:rPr>
              <a:t>e</a:t>
            </a:r>
            <a:r>
              <a:rPr sz="2400" spc="-20" dirty="0">
                <a:solidFill>
                  <a:srgbClr val="3F3F3F"/>
                </a:solidFill>
              </a:rPr>
              <a:t>r</a:t>
            </a:r>
            <a:r>
              <a:rPr sz="2400" spc="-14" dirty="0">
                <a:solidFill>
                  <a:srgbClr val="3F3F3F"/>
                </a:solidFill>
              </a:rPr>
              <a:t>y</a:t>
            </a:r>
            <a:r>
              <a:rPr sz="2400" spc="-4" dirty="0">
                <a:solidFill>
                  <a:srgbClr val="3F3F3F"/>
                </a:solidFill>
              </a:rPr>
              <a:t> </a:t>
            </a:r>
            <a:r>
              <a:rPr sz="2400" dirty="0">
                <a:solidFill>
                  <a:srgbClr val="3F3F3F"/>
                </a:solidFill>
              </a:rPr>
              <a:t>e</a:t>
            </a:r>
            <a:r>
              <a:rPr sz="2400" spc="-65" dirty="0">
                <a:solidFill>
                  <a:srgbClr val="3F3F3F"/>
                </a:solidFill>
              </a:rPr>
              <a:t>f</a:t>
            </a:r>
            <a:r>
              <a:rPr sz="2400" dirty="0">
                <a:solidFill>
                  <a:srgbClr val="3F3F3F"/>
                </a:solidFill>
              </a:rPr>
              <a:t>f</a:t>
            </a:r>
            <a:r>
              <a:rPr sz="2400" spc="-20" dirty="0">
                <a:solidFill>
                  <a:srgbClr val="3F3F3F"/>
                </a:solidFill>
              </a:rPr>
              <a:t>ec</a:t>
            </a:r>
            <a:r>
              <a:rPr sz="2400" spc="-10" dirty="0">
                <a:solidFill>
                  <a:srgbClr val="3F3F3F"/>
                </a:solidFill>
              </a:rPr>
              <a:t>tiv</a:t>
            </a:r>
            <a:r>
              <a:rPr sz="2400" spc="-20" dirty="0">
                <a:solidFill>
                  <a:srgbClr val="3F3F3F"/>
                </a:solidFill>
              </a:rPr>
              <a:t>e</a:t>
            </a:r>
            <a:r>
              <a:rPr sz="2400" spc="-10" dirty="0">
                <a:solidFill>
                  <a:srgbClr val="3F3F3F"/>
                </a:solidFill>
              </a:rPr>
              <a:t>l</a:t>
            </a:r>
            <a:r>
              <a:rPr sz="2400" spc="-125" dirty="0">
                <a:solidFill>
                  <a:srgbClr val="3F3F3F"/>
                </a:solidFill>
              </a:rPr>
              <a:t>y</a:t>
            </a:r>
            <a:r>
              <a:rPr sz="2400" spc="-10" dirty="0">
                <a:solidFill>
                  <a:srgbClr val="3F3F3F"/>
                </a:solidFill>
              </a:rPr>
              <a:t>.</a:t>
            </a:r>
          </a:p>
          <a:p>
            <a:pPr marL="383495">
              <a:spcBef>
                <a:spcPts val="994"/>
              </a:spcBef>
            </a:pPr>
            <a:endParaRPr u="heavy" spc="-14" dirty="0">
              <a:solidFill>
                <a:srgbClr val="FB4A18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8440" y="716628"/>
            <a:ext cx="3647441" cy="5581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9"/>
            <a:r>
              <a:rPr sz="3600" b="1" spc="-4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3600" b="1" spc="4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3600" b="1" spc="-2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3600" b="1" spc="10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3600" b="1" spc="4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3600" b="1" spc="-2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3600" b="1" dirty="0">
                <a:solidFill>
                  <a:srgbClr val="252525"/>
                </a:solidFill>
                <a:latin typeface="Times New Roman"/>
                <a:cs typeface="Times New Roman"/>
              </a:rPr>
              <a:t>g yo</a:t>
            </a:r>
            <a:r>
              <a:rPr sz="3600" b="1" spc="10" dirty="0">
                <a:solidFill>
                  <a:srgbClr val="252525"/>
                </a:solidFill>
                <a:latin typeface="Times New Roman"/>
                <a:cs typeface="Times New Roman"/>
              </a:rPr>
              <a:t>u</a:t>
            </a:r>
            <a:r>
              <a:rPr sz="3600" b="1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3600" b="1" spc="-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3600" b="1" spc="-4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3600" b="1" spc="-30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3600" b="1" dirty="0">
                <a:solidFill>
                  <a:srgbClr val="252525"/>
                </a:solidFill>
                <a:latin typeface="Times New Roman"/>
                <a:cs typeface="Times New Roman"/>
              </a:rPr>
              <a:t>ow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62000" y="1371601"/>
            <a:ext cx="8686800" cy="5562599"/>
          </a:xfrm>
          <a:custGeom>
            <a:avLst/>
            <a:gdLst/>
            <a:ahLst/>
            <a:cxnLst/>
            <a:rect l="l" t="t" r="r" b="b"/>
            <a:pathLst>
              <a:path w="8686800" h="5562600">
                <a:moveTo>
                  <a:pt x="0" y="5562599"/>
                </a:moveTo>
                <a:lnTo>
                  <a:pt x="8686799" y="5562599"/>
                </a:lnTo>
                <a:lnTo>
                  <a:pt x="8686799" y="0"/>
                </a:lnTo>
                <a:lnTo>
                  <a:pt x="0" y="0"/>
                </a:lnTo>
                <a:lnTo>
                  <a:pt x="0" y="55625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62000" y="1371601"/>
            <a:ext cx="8686800" cy="5562599"/>
          </a:xfrm>
          <a:custGeom>
            <a:avLst/>
            <a:gdLst/>
            <a:ahLst/>
            <a:cxnLst/>
            <a:rect l="l" t="t" r="r" b="b"/>
            <a:pathLst>
              <a:path w="8686800" h="5562600">
                <a:moveTo>
                  <a:pt x="0" y="5562599"/>
                </a:moveTo>
                <a:lnTo>
                  <a:pt x="8686799" y="5562599"/>
                </a:lnTo>
                <a:lnTo>
                  <a:pt x="8686799" y="0"/>
                </a:lnTo>
                <a:lnTo>
                  <a:pt x="0" y="0"/>
                </a:lnTo>
                <a:lnTo>
                  <a:pt x="0" y="5562599"/>
                </a:lnTo>
                <a:close/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42217" y="1449973"/>
            <a:ext cx="7252334" cy="32265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3664157" algn="ctr"/>
            <a:r>
              <a:rPr sz="2200" b="1" spc="-10" dirty="0">
                <a:solidFill>
                  <a:srgbClr val="3F3F3F"/>
                </a:solidFill>
                <a:latin typeface="Times New Roman"/>
                <a:cs typeface="Times New Roman"/>
              </a:rPr>
              <a:t>B</a:t>
            </a:r>
            <a:r>
              <a:rPr sz="2200" b="1" spc="-20" dirty="0">
                <a:solidFill>
                  <a:srgbClr val="3F3F3F"/>
                </a:solidFill>
                <a:latin typeface="Times New Roman"/>
                <a:cs typeface="Times New Roman"/>
              </a:rPr>
              <a:t>e</a:t>
            </a:r>
            <a:r>
              <a:rPr sz="2200" b="1" spc="-10" dirty="0">
                <a:solidFill>
                  <a:srgbClr val="3F3F3F"/>
                </a:solidFill>
                <a:latin typeface="Times New Roman"/>
                <a:cs typeface="Times New Roman"/>
              </a:rPr>
              <a:t>n</a:t>
            </a:r>
            <a:r>
              <a:rPr sz="2200" b="1" spc="-20" dirty="0">
                <a:solidFill>
                  <a:srgbClr val="3F3F3F"/>
                </a:solidFill>
                <a:latin typeface="Times New Roman"/>
                <a:cs typeface="Times New Roman"/>
              </a:rPr>
              <a:t>ef</a:t>
            </a:r>
            <a:r>
              <a:rPr sz="2200" b="1" spc="-10" dirty="0">
                <a:solidFill>
                  <a:srgbClr val="3F3F3F"/>
                </a:solidFill>
                <a:latin typeface="Times New Roman"/>
                <a:cs typeface="Times New Roman"/>
              </a:rPr>
              <a:t>i</a:t>
            </a:r>
            <a:r>
              <a:rPr sz="2200" b="1" spc="-20" dirty="0">
                <a:solidFill>
                  <a:srgbClr val="3F3F3F"/>
                </a:solidFill>
                <a:latin typeface="Times New Roman"/>
                <a:cs typeface="Times New Roman"/>
              </a:rPr>
              <a:t>t</a:t>
            </a:r>
            <a:r>
              <a:rPr sz="2200" b="1" spc="-10" dirty="0">
                <a:solidFill>
                  <a:srgbClr val="3F3F3F"/>
                </a:solidFill>
                <a:latin typeface="Times New Roman"/>
                <a:cs typeface="Times New Roman"/>
              </a:rPr>
              <a:t>s</a:t>
            </a:r>
            <a:r>
              <a:rPr sz="2200" b="1" spc="2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3F3F3F"/>
                </a:solidFill>
                <a:latin typeface="Times New Roman"/>
                <a:cs typeface="Times New Roman"/>
              </a:rPr>
              <a:t>of</a:t>
            </a:r>
            <a:r>
              <a:rPr sz="2200" b="1" spc="1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200" b="1" spc="-20" dirty="0">
                <a:solidFill>
                  <a:srgbClr val="3F3F3F"/>
                </a:solidFill>
                <a:latin typeface="Times New Roman"/>
                <a:cs typeface="Times New Roman"/>
              </a:rPr>
              <a:t>F</a:t>
            </a:r>
            <a:r>
              <a:rPr sz="2200" b="1" spc="-10" dirty="0">
                <a:solidFill>
                  <a:srgbClr val="3F3F3F"/>
                </a:solidFill>
                <a:latin typeface="Times New Roman"/>
                <a:cs typeface="Times New Roman"/>
              </a:rPr>
              <a:t>in</a:t>
            </a:r>
            <a:r>
              <a:rPr sz="2200" b="1" spc="-30" dirty="0">
                <a:solidFill>
                  <a:srgbClr val="3F3F3F"/>
                </a:solidFill>
                <a:latin typeface="Times New Roman"/>
                <a:cs typeface="Times New Roman"/>
              </a:rPr>
              <a:t>d</a:t>
            </a:r>
            <a:r>
              <a:rPr sz="2200" b="1" spc="-10" dirty="0">
                <a:solidFill>
                  <a:srgbClr val="3F3F3F"/>
                </a:solidFill>
                <a:latin typeface="Times New Roman"/>
                <a:cs typeface="Times New Roman"/>
              </a:rPr>
              <a:t>in</a:t>
            </a:r>
            <a:r>
              <a:rPr sz="2200" b="1" spc="-14" dirty="0">
                <a:solidFill>
                  <a:srgbClr val="3F3F3F"/>
                </a:solidFill>
                <a:latin typeface="Times New Roman"/>
                <a:cs typeface="Times New Roman"/>
              </a:rPr>
              <a:t>g</a:t>
            </a:r>
            <a:r>
              <a:rPr sz="2200" b="1" spc="-4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3F3F3F"/>
                </a:solidFill>
                <a:latin typeface="Times New Roman"/>
                <a:cs typeface="Times New Roman"/>
              </a:rPr>
              <a:t>y</a:t>
            </a:r>
            <a:r>
              <a:rPr sz="2200" b="1" spc="-14" dirty="0">
                <a:solidFill>
                  <a:srgbClr val="3F3F3F"/>
                </a:solidFill>
                <a:latin typeface="Times New Roman"/>
                <a:cs typeface="Times New Roman"/>
              </a:rPr>
              <a:t>o</a:t>
            </a:r>
            <a:r>
              <a:rPr sz="2200" b="1" spc="-10" dirty="0">
                <a:solidFill>
                  <a:srgbClr val="3F3F3F"/>
                </a:solidFill>
                <a:latin typeface="Times New Roman"/>
                <a:cs typeface="Times New Roman"/>
              </a:rPr>
              <a:t>ur</a:t>
            </a:r>
            <a:r>
              <a:rPr sz="2200" b="1" spc="-5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3F3F3F"/>
                </a:solidFill>
                <a:latin typeface="Times New Roman"/>
                <a:cs typeface="Times New Roman"/>
              </a:rPr>
              <a:t>F</a:t>
            </a:r>
            <a:r>
              <a:rPr sz="2200" b="1" spc="-30" dirty="0">
                <a:solidFill>
                  <a:srgbClr val="3F3F3F"/>
                </a:solidFill>
                <a:latin typeface="Times New Roman"/>
                <a:cs typeface="Times New Roman"/>
              </a:rPr>
              <a:t>l</a:t>
            </a:r>
            <a:r>
              <a:rPr sz="2200" b="1" dirty="0">
                <a:solidFill>
                  <a:srgbClr val="3F3F3F"/>
                </a:solidFill>
                <a:latin typeface="Times New Roman"/>
                <a:cs typeface="Times New Roman"/>
              </a:rPr>
              <a:t>o</a:t>
            </a:r>
            <a:r>
              <a:rPr sz="2200" b="1" spc="-20" dirty="0">
                <a:solidFill>
                  <a:srgbClr val="3F3F3F"/>
                </a:solidFill>
                <a:latin typeface="Times New Roman"/>
                <a:cs typeface="Times New Roman"/>
              </a:rPr>
              <a:t>w</a:t>
            </a:r>
            <a:endParaRPr sz="2200">
              <a:latin typeface="Times New Roman"/>
              <a:cs typeface="Times New Roman"/>
            </a:endParaRPr>
          </a:p>
          <a:p>
            <a:pPr marL="469845">
              <a:spcBef>
                <a:spcPts val="994"/>
              </a:spcBef>
            </a:pPr>
            <a:r>
              <a:rPr sz="2200" spc="-20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2200" spc="-254" dirty="0">
                <a:solidFill>
                  <a:srgbClr val="A42F0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Times New Roman"/>
                <a:cs typeface="Times New Roman"/>
              </a:rPr>
              <a:t>F</a:t>
            </a:r>
            <a:r>
              <a:rPr sz="2200" spc="-14" dirty="0">
                <a:solidFill>
                  <a:srgbClr val="3F3F3F"/>
                </a:solidFill>
                <a:latin typeface="Times New Roman"/>
                <a:cs typeface="Times New Roman"/>
              </a:rPr>
              <a:t>o</a:t>
            </a:r>
            <a:r>
              <a:rPr sz="2200" spc="-20" dirty="0">
                <a:solidFill>
                  <a:srgbClr val="3F3F3F"/>
                </a:solidFill>
                <a:latin typeface="Times New Roman"/>
                <a:cs typeface="Times New Roman"/>
              </a:rPr>
              <a:t>c</a:t>
            </a:r>
            <a:r>
              <a:rPr sz="2200" dirty="0">
                <a:solidFill>
                  <a:srgbClr val="3F3F3F"/>
                </a:solidFill>
                <a:latin typeface="Times New Roman"/>
                <a:cs typeface="Times New Roman"/>
              </a:rPr>
              <a:t>u</a:t>
            </a:r>
            <a:r>
              <a:rPr sz="2200" spc="-30" dirty="0">
                <a:solidFill>
                  <a:srgbClr val="3F3F3F"/>
                </a:solidFill>
                <a:latin typeface="Times New Roman"/>
                <a:cs typeface="Times New Roman"/>
              </a:rPr>
              <a:t>s</a:t>
            </a:r>
            <a:r>
              <a:rPr sz="2200" dirty="0">
                <a:solidFill>
                  <a:srgbClr val="3F3F3F"/>
                </a:solidFill>
                <a:latin typeface="Times New Roman"/>
                <a:cs typeface="Times New Roman"/>
              </a:rPr>
              <a:t>e</a:t>
            </a:r>
            <a:r>
              <a:rPr sz="2200" spc="-10" dirty="0">
                <a:solidFill>
                  <a:srgbClr val="3F3F3F"/>
                </a:solidFill>
                <a:latin typeface="Times New Roman"/>
                <a:cs typeface="Times New Roman"/>
              </a:rPr>
              <a:t>s</a:t>
            </a:r>
            <a:r>
              <a:rPr sz="2200" spc="-2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200" spc="-14" dirty="0">
                <a:solidFill>
                  <a:srgbClr val="3F3F3F"/>
                </a:solidFill>
                <a:latin typeface="Times New Roman"/>
                <a:cs typeface="Times New Roman"/>
              </a:rPr>
              <a:t>o</a:t>
            </a:r>
            <a:r>
              <a:rPr sz="2200" dirty="0">
                <a:solidFill>
                  <a:srgbClr val="3F3F3F"/>
                </a:solidFill>
                <a:latin typeface="Times New Roman"/>
                <a:cs typeface="Times New Roman"/>
              </a:rPr>
              <a:t>n</a:t>
            </a:r>
            <a:r>
              <a:rPr sz="2200" spc="-20" dirty="0">
                <a:solidFill>
                  <a:srgbClr val="3F3F3F"/>
                </a:solidFill>
                <a:latin typeface="Times New Roman"/>
                <a:cs typeface="Times New Roman"/>
              </a:rPr>
              <a:t>e</a:t>
            </a:r>
            <a:r>
              <a:rPr sz="2200" spc="-130" dirty="0">
                <a:solidFill>
                  <a:srgbClr val="3F3F3F"/>
                </a:solidFill>
                <a:latin typeface="Times New Roman"/>
                <a:cs typeface="Times New Roman"/>
              </a:rPr>
              <a:t>’</a:t>
            </a:r>
            <a:r>
              <a:rPr sz="2200" spc="-10" dirty="0">
                <a:solidFill>
                  <a:srgbClr val="3F3F3F"/>
                </a:solidFill>
                <a:latin typeface="Times New Roman"/>
                <a:cs typeface="Times New Roman"/>
              </a:rPr>
              <a:t>s</a:t>
            </a:r>
            <a:r>
              <a:rPr sz="220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3F3F3F"/>
                </a:solidFill>
                <a:latin typeface="Times New Roman"/>
                <a:cs typeface="Times New Roman"/>
              </a:rPr>
              <a:t>a</a:t>
            </a:r>
            <a:r>
              <a:rPr sz="2200" spc="-10" dirty="0">
                <a:solidFill>
                  <a:srgbClr val="3F3F3F"/>
                </a:solidFill>
                <a:latin typeface="Times New Roman"/>
                <a:cs typeface="Times New Roman"/>
              </a:rPr>
              <a:t>tt</a:t>
            </a:r>
            <a:r>
              <a:rPr sz="2200" spc="-20" dirty="0">
                <a:solidFill>
                  <a:srgbClr val="3F3F3F"/>
                </a:solidFill>
                <a:latin typeface="Times New Roman"/>
                <a:cs typeface="Times New Roman"/>
              </a:rPr>
              <a:t>e</a:t>
            </a:r>
            <a:r>
              <a:rPr sz="2200" spc="-10" dirty="0">
                <a:solidFill>
                  <a:srgbClr val="3F3F3F"/>
                </a:solidFill>
                <a:latin typeface="Times New Roman"/>
                <a:cs typeface="Times New Roman"/>
              </a:rPr>
              <a:t>ntion</a:t>
            </a:r>
            <a:r>
              <a:rPr sz="2200" spc="2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200" spc="-14" dirty="0">
                <a:solidFill>
                  <a:srgbClr val="3F3F3F"/>
                </a:solidFill>
                <a:latin typeface="Times New Roman"/>
                <a:cs typeface="Times New Roman"/>
              </a:rPr>
              <a:t>on</a:t>
            </a:r>
            <a:r>
              <a:rPr sz="2200" spc="-4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200" spc="-25" dirty="0">
                <a:solidFill>
                  <a:srgbClr val="3F3F3F"/>
                </a:solidFill>
                <a:latin typeface="Times New Roman"/>
                <a:cs typeface="Times New Roman"/>
              </a:rPr>
              <a:t>w</a:t>
            </a:r>
            <a:r>
              <a:rPr sz="2200" spc="-14" dirty="0">
                <a:solidFill>
                  <a:srgbClr val="3F3F3F"/>
                </a:solidFill>
                <a:latin typeface="Times New Roman"/>
                <a:cs typeface="Times New Roman"/>
              </a:rPr>
              <a:t>h</a:t>
            </a:r>
            <a:r>
              <a:rPr sz="2200" spc="-20" dirty="0">
                <a:solidFill>
                  <a:srgbClr val="3F3F3F"/>
                </a:solidFill>
                <a:latin typeface="Times New Roman"/>
                <a:cs typeface="Times New Roman"/>
              </a:rPr>
              <a:t>a</a:t>
            </a:r>
            <a:r>
              <a:rPr sz="2200" spc="-10" dirty="0">
                <a:solidFill>
                  <a:srgbClr val="3F3F3F"/>
                </a:solidFill>
                <a:latin typeface="Times New Roman"/>
                <a:cs typeface="Times New Roman"/>
              </a:rPr>
              <a:t>t</a:t>
            </a:r>
            <a:r>
              <a:rPr sz="2200" spc="-105" dirty="0">
                <a:solidFill>
                  <a:srgbClr val="3F3F3F"/>
                </a:solidFill>
                <a:latin typeface="Times New Roman"/>
                <a:cs typeface="Times New Roman"/>
              </a:rPr>
              <a:t>’</a:t>
            </a:r>
            <a:r>
              <a:rPr sz="2200" spc="-10" dirty="0">
                <a:solidFill>
                  <a:srgbClr val="3F3F3F"/>
                </a:solidFill>
                <a:latin typeface="Times New Roman"/>
                <a:cs typeface="Times New Roman"/>
              </a:rPr>
              <a:t>s</a:t>
            </a:r>
            <a:r>
              <a:rPr sz="2200" spc="-2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Times New Roman"/>
                <a:cs typeface="Times New Roman"/>
              </a:rPr>
              <a:t>i</a:t>
            </a:r>
            <a:r>
              <a:rPr sz="2200" spc="-40" dirty="0">
                <a:solidFill>
                  <a:srgbClr val="3F3F3F"/>
                </a:solidFill>
                <a:latin typeface="Times New Roman"/>
                <a:cs typeface="Times New Roman"/>
              </a:rPr>
              <a:t>m</a:t>
            </a:r>
            <a:r>
              <a:rPr sz="2200" spc="-14" dirty="0">
                <a:solidFill>
                  <a:srgbClr val="3F3F3F"/>
                </a:solidFill>
                <a:latin typeface="Times New Roman"/>
                <a:cs typeface="Times New Roman"/>
              </a:rPr>
              <a:t>po</a:t>
            </a:r>
            <a:r>
              <a:rPr sz="2200" dirty="0">
                <a:solidFill>
                  <a:srgbClr val="3F3F3F"/>
                </a:solidFill>
                <a:latin typeface="Times New Roman"/>
                <a:cs typeface="Times New Roman"/>
              </a:rPr>
              <a:t>r</a:t>
            </a:r>
            <a:r>
              <a:rPr sz="2200" spc="-10" dirty="0">
                <a:solidFill>
                  <a:srgbClr val="3F3F3F"/>
                </a:solidFill>
                <a:latin typeface="Times New Roman"/>
                <a:cs typeface="Times New Roman"/>
              </a:rPr>
              <a:t>t</a:t>
            </a:r>
            <a:r>
              <a:rPr sz="2200" spc="-20" dirty="0">
                <a:solidFill>
                  <a:srgbClr val="3F3F3F"/>
                </a:solidFill>
                <a:latin typeface="Times New Roman"/>
                <a:cs typeface="Times New Roman"/>
              </a:rPr>
              <a:t>a</a:t>
            </a:r>
            <a:r>
              <a:rPr sz="2200" spc="-10" dirty="0">
                <a:solidFill>
                  <a:srgbClr val="3F3F3F"/>
                </a:solidFill>
                <a:latin typeface="Times New Roman"/>
                <a:cs typeface="Times New Roman"/>
              </a:rPr>
              <a:t>nt</a:t>
            </a:r>
            <a:endParaRPr sz="2200">
              <a:latin typeface="Times New Roman"/>
              <a:cs typeface="Times New Roman"/>
            </a:endParaRPr>
          </a:p>
          <a:p>
            <a:pPr marL="469845">
              <a:spcBef>
                <a:spcPts val="1005"/>
              </a:spcBef>
            </a:pPr>
            <a:r>
              <a:rPr sz="2200" spc="-20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2200" spc="-254" dirty="0">
                <a:solidFill>
                  <a:srgbClr val="A42F0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Times New Roman"/>
                <a:cs typeface="Times New Roman"/>
              </a:rPr>
              <a:t>P</a:t>
            </a:r>
            <a:r>
              <a:rPr sz="2200" spc="-20" dirty="0">
                <a:solidFill>
                  <a:srgbClr val="3F3F3F"/>
                </a:solidFill>
                <a:latin typeface="Times New Roman"/>
                <a:cs typeface="Times New Roman"/>
              </a:rPr>
              <a:t>ea</a:t>
            </a:r>
            <a:r>
              <a:rPr sz="2200" spc="-14" dirty="0">
                <a:solidFill>
                  <a:srgbClr val="3F3F3F"/>
                </a:solidFill>
                <a:latin typeface="Times New Roman"/>
                <a:cs typeface="Times New Roman"/>
              </a:rPr>
              <a:t>k</a:t>
            </a:r>
            <a:r>
              <a:rPr sz="2200" spc="2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200" spc="-30" dirty="0">
                <a:solidFill>
                  <a:srgbClr val="3F3F3F"/>
                </a:solidFill>
                <a:latin typeface="Times New Roman"/>
                <a:cs typeface="Times New Roman"/>
              </a:rPr>
              <a:t>P</a:t>
            </a:r>
            <a:r>
              <a:rPr sz="2200" dirty="0">
                <a:solidFill>
                  <a:srgbClr val="3F3F3F"/>
                </a:solidFill>
                <a:latin typeface="Times New Roman"/>
                <a:cs typeface="Times New Roman"/>
              </a:rPr>
              <a:t>e</a:t>
            </a:r>
            <a:r>
              <a:rPr sz="2200" spc="-20" dirty="0">
                <a:solidFill>
                  <a:srgbClr val="3F3F3F"/>
                </a:solidFill>
                <a:latin typeface="Times New Roman"/>
                <a:cs typeface="Times New Roman"/>
              </a:rPr>
              <a:t>rf</a:t>
            </a:r>
            <a:r>
              <a:rPr sz="2200" dirty="0">
                <a:solidFill>
                  <a:srgbClr val="3F3F3F"/>
                </a:solidFill>
                <a:latin typeface="Times New Roman"/>
                <a:cs typeface="Times New Roman"/>
              </a:rPr>
              <a:t>o</a:t>
            </a:r>
            <a:r>
              <a:rPr sz="2200" spc="-20" dirty="0">
                <a:solidFill>
                  <a:srgbClr val="3F3F3F"/>
                </a:solidFill>
                <a:latin typeface="Times New Roman"/>
                <a:cs typeface="Times New Roman"/>
              </a:rPr>
              <a:t>r</a:t>
            </a:r>
            <a:r>
              <a:rPr sz="2200" spc="-40" dirty="0">
                <a:solidFill>
                  <a:srgbClr val="3F3F3F"/>
                </a:solidFill>
                <a:latin typeface="Times New Roman"/>
                <a:cs typeface="Times New Roman"/>
              </a:rPr>
              <a:t>m</a:t>
            </a:r>
            <a:r>
              <a:rPr sz="2200" spc="-20" dirty="0">
                <a:solidFill>
                  <a:srgbClr val="3F3F3F"/>
                </a:solidFill>
                <a:latin typeface="Times New Roman"/>
                <a:cs typeface="Times New Roman"/>
              </a:rPr>
              <a:t>a</a:t>
            </a:r>
            <a:r>
              <a:rPr sz="2200" dirty="0">
                <a:solidFill>
                  <a:srgbClr val="3F3F3F"/>
                </a:solidFill>
                <a:latin typeface="Times New Roman"/>
                <a:cs typeface="Times New Roman"/>
              </a:rPr>
              <a:t>n</a:t>
            </a:r>
            <a:r>
              <a:rPr sz="2200" spc="-20" dirty="0">
                <a:solidFill>
                  <a:srgbClr val="3F3F3F"/>
                </a:solidFill>
                <a:latin typeface="Times New Roman"/>
                <a:cs typeface="Times New Roman"/>
              </a:rPr>
              <a:t>c</a:t>
            </a:r>
            <a:r>
              <a:rPr sz="2200" spc="-10" dirty="0">
                <a:solidFill>
                  <a:srgbClr val="3F3F3F"/>
                </a:solidFill>
                <a:latin typeface="Times New Roman"/>
                <a:cs typeface="Times New Roman"/>
              </a:rPr>
              <a:t>e</a:t>
            </a:r>
            <a:r>
              <a:rPr sz="2200" spc="3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3F3F3F"/>
                </a:solidFill>
                <a:latin typeface="Times New Roman"/>
                <a:cs typeface="Times New Roman"/>
              </a:rPr>
              <a:t>&amp;</a:t>
            </a:r>
            <a:r>
              <a:rPr sz="2200" spc="-4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F3F3F"/>
                </a:solidFill>
                <a:latin typeface="Times New Roman"/>
                <a:cs typeface="Times New Roman"/>
              </a:rPr>
              <a:t>T</a:t>
            </a:r>
            <a:r>
              <a:rPr sz="2200" spc="-14" dirty="0">
                <a:solidFill>
                  <a:srgbClr val="3F3F3F"/>
                </a:solidFill>
                <a:latin typeface="Times New Roman"/>
                <a:cs typeface="Times New Roman"/>
              </a:rPr>
              <a:t>h</a:t>
            </a:r>
            <a:r>
              <a:rPr sz="2200" spc="-20" dirty="0">
                <a:solidFill>
                  <a:srgbClr val="3F3F3F"/>
                </a:solidFill>
                <a:latin typeface="Times New Roman"/>
                <a:cs typeface="Times New Roman"/>
              </a:rPr>
              <a:t>r</a:t>
            </a:r>
            <a:r>
              <a:rPr sz="2200" spc="-10" dirty="0">
                <a:solidFill>
                  <a:srgbClr val="3F3F3F"/>
                </a:solidFill>
                <a:latin typeface="Times New Roman"/>
                <a:cs typeface="Times New Roman"/>
              </a:rPr>
              <a:t>ivi</a:t>
            </a:r>
            <a:r>
              <a:rPr sz="2200" dirty="0">
                <a:solidFill>
                  <a:srgbClr val="3F3F3F"/>
                </a:solidFill>
                <a:latin typeface="Times New Roman"/>
                <a:cs typeface="Times New Roman"/>
              </a:rPr>
              <a:t>n</a:t>
            </a:r>
            <a:r>
              <a:rPr sz="2200" spc="-14" dirty="0">
                <a:solidFill>
                  <a:srgbClr val="3F3F3F"/>
                </a:solidFill>
                <a:latin typeface="Times New Roman"/>
                <a:cs typeface="Times New Roman"/>
              </a:rPr>
              <a:t>g</a:t>
            </a:r>
            <a:r>
              <a:rPr sz="2200" spc="-2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Times New Roman"/>
                <a:cs typeface="Times New Roman"/>
              </a:rPr>
              <a:t>in</a:t>
            </a:r>
            <a:r>
              <a:rPr sz="2200" spc="2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Times New Roman"/>
                <a:cs typeface="Times New Roman"/>
              </a:rPr>
              <a:t>the </a:t>
            </a:r>
            <a:r>
              <a:rPr sz="2200" spc="-25" dirty="0">
                <a:solidFill>
                  <a:srgbClr val="3F3F3F"/>
                </a:solidFill>
                <a:latin typeface="Times New Roman"/>
                <a:cs typeface="Times New Roman"/>
              </a:rPr>
              <a:t>N</a:t>
            </a:r>
            <a:r>
              <a:rPr sz="2200" dirty="0">
                <a:solidFill>
                  <a:srgbClr val="3F3F3F"/>
                </a:solidFill>
                <a:latin typeface="Times New Roman"/>
                <a:cs typeface="Times New Roman"/>
              </a:rPr>
              <a:t>e</a:t>
            </a:r>
            <a:r>
              <a:rPr sz="2200" spc="-20" dirty="0">
                <a:solidFill>
                  <a:srgbClr val="3F3F3F"/>
                </a:solidFill>
                <a:latin typeface="Times New Roman"/>
                <a:cs typeface="Times New Roman"/>
              </a:rPr>
              <a:t>w</a:t>
            </a:r>
            <a:r>
              <a:rPr sz="2200" spc="-1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3F3F3F"/>
                </a:solidFill>
                <a:latin typeface="Times New Roman"/>
                <a:cs typeface="Times New Roman"/>
              </a:rPr>
              <a:t>Ec</a:t>
            </a:r>
            <a:r>
              <a:rPr sz="2200" dirty="0">
                <a:solidFill>
                  <a:srgbClr val="3F3F3F"/>
                </a:solidFill>
                <a:latin typeface="Times New Roman"/>
                <a:cs typeface="Times New Roman"/>
              </a:rPr>
              <a:t>o</a:t>
            </a:r>
            <a:r>
              <a:rPr sz="2200" spc="-14" dirty="0">
                <a:solidFill>
                  <a:srgbClr val="3F3F3F"/>
                </a:solidFill>
                <a:latin typeface="Times New Roman"/>
                <a:cs typeface="Times New Roman"/>
              </a:rPr>
              <a:t>no</a:t>
            </a:r>
            <a:r>
              <a:rPr sz="2200" spc="-40" dirty="0">
                <a:solidFill>
                  <a:srgbClr val="3F3F3F"/>
                </a:solidFill>
                <a:latin typeface="Times New Roman"/>
                <a:cs typeface="Times New Roman"/>
              </a:rPr>
              <a:t>m</a:t>
            </a:r>
            <a:r>
              <a:rPr sz="2200" spc="-14" dirty="0">
                <a:solidFill>
                  <a:srgbClr val="3F3F3F"/>
                </a:solidFill>
                <a:latin typeface="Times New Roman"/>
                <a:cs typeface="Times New Roman"/>
              </a:rPr>
              <a:t>y</a:t>
            </a:r>
            <a:endParaRPr sz="2200">
              <a:latin typeface="Times New Roman"/>
              <a:cs typeface="Times New Roman"/>
            </a:endParaRPr>
          </a:p>
          <a:p>
            <a:pPr marL="469845">
              <a:spcBef>
                <a:spcPts val="994"/>
              </a:spcBef>
            </a:pPr>
            <a:r>
              <a:rPr sz="2200" spc="-20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2200" spc="-254" dirty="0">
                <a:solidFill>
                  <a:srgbClr val="A42F0F"/>
                </a:solidFill>
                <a:latin typeface="Times New Roman"/>
                <a:cs typeface="Times New Roman"/>
              </a:rPr>
              <a:t> </a:t>
            </a:r>
            <a:r>
              <a:rPr sz="2200" spc="-25" dirty="0">
                <a:solidFill>
                  <a:srgbClr val="3F3F3F"/>
                </a:solidFill>
                <a:latin typeface="Times New Roman"/>
                <a:cs typeface="Times New Roman"/>
              </a:rPr>
              <a:t>A</a:t>
            </a:r>
            <a:r>
              <a:rPr sz="2200" spc="-20" dirty="0">
                <a:solidFill>
                  <a:srgbClr val="3F3F3F"/>
                </a:solidFill>
                <a:latin typeface="Times New Roman"/>
                <a:cs typeface="Times New Roman"/>
              </a:rPr>
              <a:t>c</a:t>
            </a:r>
            <a:r>
              <a:rPr sz="2200" dirty="0">
                <a:solidFill>
                  <a:srgbClr val="3F3F3F"/>
                </a:solidFill>
                <a:latin typeface="Times New Roman"/>
                <a:cs typeface="Times New Roman"/>
              </a:rPr>
              <a:t>c</a:t>
            </a:r>
            <a:r>
              <a:rPr sz="2200" spc="-20" dirty="0">
                <a:solidFill>
                  <a:srgbClr val="3F3F3F"/>
                </a:solidFill>
                <a:latin typeface="Times New Roman"/>
                <a:cs typeface="Times New Roman"/>
              </a:rPr>
              <a:t>e</a:t>
            </a:r>
            <a:r>
              <a:rPr sz="2200" spc="-10" dirty="0">
                <a:solidFill>
                  <a:srgbClr val="3F3F3F"/>
                </a:solidFill>
                <a:latin typeface="Times New Roman"/>
                <a:cs typeface="Times New Roman"/>
              </a:rPr>
              <a:t>l</a:t>
            </a:r>
            <a:r>
              <a:rPr sz="2200" spc="-20" dirty="0">
                <a:solidFill>
                  <a:srgbClr val="3F3F3F"/>
                </a:solidFill>
                <a:latin typeface="Times New Roman"/>
                <a:cs typeface="Times New Roman"/>
              </a:rPr>
              <a:t>er</a:t>
            </a:r>
            <a:r>
              <a:rPr sz="2200" dirty="0">
                <a:solidFill>
                  <a:srgbClr val="3F3F3F"/>
                </a:solidFill>
                <a:latin typeface="Times New Roman"/>
                <a:cs typeface="Times New Roman"/>
              </a:rPr>
              <a:t>a</a:t>
            </a:r>
            <a:r>
              <a:rPr sz="2200" spc="-10" dirty="0">
                <a:solidFill>
                  <a:srgbClr val="3F3F3F"/>
                </a:solidFill>
                <a:latin typeface="Times New Roman"/>
                <a:cs typeface="Times New Roman"/>
              </a:rPr>
              <a:t>t</a:t>
            </a:r>
            <a:r>
              <a:rPr sz="2200" spc="-20" dirty="0">
                <a:solidFill>
                  <a:srgbClr val="3F3F3F"/>
                </a:solidFill>
                <a:latin typeface="Times New Roman"/>
                <a:cs typeface="Times New Roman"/>
              </a:rPr>
              <a:t>e</a:t>
            </a:r>
            <a:r>
              <a:rPr sz="2200" spc="-14" dirty="0">
                <a:solidFill>
                  <a:srgbClr val="3F3F3F"/>
                </a:solidFill>
                <a:latin typeface="Times New Roman"/>
                <a:cs typeface="Times New Roman"/>
              </a:rPr>
              <a:t>d</a:t>
            </a:r>
            <a:r>
              <a:rPr sz="2200" spc="2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3F3F3F"/>
                </a:solidFill>
                <a:latin typeface="Times New Roman"/>
                <a:cs typeface="Times New Roman"/>
              </a:rPr>
              <a:t>L</a:t>
            </a:r>
            <a:r>
              <a:rPr sz="2200" dirty="0">
                <a:solidFill>
                  <a:srgbClr val="3F3F3F"/>
                </a:solidFill>
                <a:latin typeface="Times New Roman"/>
                <a:cs typeface="Times New Roman"/>
              </a:rPr>
              <a:t>e</a:t>
            </a:r>
            <a:r>
              <a:rPr sz="2200" spc="-20" dirty="0">
                <a:solidFill>
                  <a:srgbClr val="3F3F3F"/>
                </a:solidFill>
                <a:latin typeface="Times New Roman"/>
                <a:cs typeface="Times New Roman"/>
              </a:rPr>
              <a:t>ar</a:t>
            </a:r>
            <a:r>
              <a:rPr sz="2200" dirty="0">
                <a:solidFill>
                  <a:srgbClr val="3F3F3F"/>
                </a:solidFill>
                <a:latin typeface="Times New Roman"/>
                <a:cs typeface="Times New Roman"/>
              </a:rPr>
              <a:t>n</a:t>
            </a:r>
            <a:r>
              <a:rPr sz="2200" spc="-30" dirty="0">
                <a:solidFill>
                  <a:srgbClr val="3F3F3F"/>
                </a:solidFill>
                <a:latin typeface="Times New Roman"/>
                <a:cs typeface="Times New Roman"/>
              </a:rPr>
              <a:t>i</a:t>
            </a:r>
            <a:r>
              <a:rPr sz="2200" dirty="0">
                <a:solidFill>
                  <a:srgbClr val="3F3F3F"/>
                </a:solidFill>
                <a:latin typeface="Times New Roman"/>
                <a:cs typeface="Times New Roman"/>
              </a:rPr>
              <a:t>n</a:t>
            </a:r>
            <a:r>
              <a:rPr sz="2200" spc="-14" dirty="0">
                <a:solidFill>
                  <a:srgbClr val="3F3F3F"/>
                </a:solidFill>
                <a:latin typeface="Times New Roman"/>
                <a:cs typeface="Times New Roman"/>
              </a:rPr>
              <a:t>g</a:t>
            </a:r>
            <a:r>
              <a:rPr sz="2200" spc="-4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3F3F3F"/>
                </a:solidFill>
                <a:latin typeface="Times New Roman"/>
                <a:cs typeface="Times New Roman"/>
              </a:rPr>
              <a:t>a</a:t>
            </a:r>
            <a:r>
              <a:rPr sz="2200" dirty="0">
                <a:solidFill>
                  <a:srgbClr val="3F3F3F"/>
                </a:solidFill>
                <a:latin typeface="Times New Roman"/>
                <a:cs typeface="Times New Roman"/>
              </a:rPr>
              <a:t>n</a:t>
            </a:r>
            <a:r>
              <a:rPr sz="2200" spc="-14" dirty="0">
                <a:solidFill>
                  <a:srgbClr val="3F3F3F"/>
                </a:solidFill>
                <a:latin typeface="Times New Roman"/>
                <a:cs typeface="Times New Roman"/>
              </a:rPr>
              <a:t>d</a:t>
            </a:r>
            <a:r>
              <a:rPr sz="2200" spc="-4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Times New Roman"/>
                <a:cs typeface="Times New Roman"/>
              </a:rPr>
              <a:t>Skill</a:t>
            </a:r>
            <a:r>
              <a:rPr sz="2200" spc="-2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200" spc="-25" dirty="0">
                <a:solidFill>
                  <a:srgbClr val="3F3F3F"/>
                </a:solidFill>
                <a:latin typeface="Times New Roman"/>
                <a:cs typeface="Times New Roman"/>
              </a:rPr>
              <a:t>D</a:t>
            </a:r>
            <a:r>
              <a:rPr sz="2200" dirty="0">
                <a:solidFill>
                  <a:srgbClr val="3F3F3F"/>
                </a:solidFill>
                <a:latin typeface="Times New Roman"/>
                <a:cs typeface="Times New Roman"/>
              </a:rPr>
              <a:t>e</a:t>
            </a:r>
            <a:r>
              <a:rPr sz="2200" spc="-14" dirty="0">
                <a:solidFill>
                  <a:srgbClr val="3F3F3F"/>
                </a:solidFill>
                <a:latin typeface="Times New Roman"/>
                <a:cs typeface="Times New Roman"/>
              </a:rPr>
              <a:t>v</a:t>
            </a:r>
            <a:r>
              <a:rPr sz="2200" spc="-20" dirty="0">
                <a:solidFill>
                  <a:srgbClr val="3F3F3F"/>
                </a:solidFill>
                <a:latin typeface="Times New Roman"/>
                <a:cs typeface="Times New Roman"/>
              </a:rPr>
              <a:t>e</a:t>
            </a:r>
            <a:r>
              <a:rPr sz="2200" spc="-10" dirty="0">
                <a:solidFill>
                  <a:srgbClr val="3F3F3F"/>
                </a:solidFill>
                <a:latin typeface="Times New Roman"/>
                <a:cs typeface="Times New Roman"/>
              </a:rPr>
              <a:t>lo</a:t>
            </a:r>
            <a:r>
              <a:rPr sz="2200" dirty="0">
                <a:solidFill>
                  <a:srgbClr val="3F3F3F"/>
                </a:solidFill>
                <a:latin typeface="Times New Roman"/>
                <a:cs typeface="Times New Roman"/>
              </a:rPr>
              <a:t>p</a:t>
            </a:r>
            <a:r>
              <a:rPr sz="2200" spc="-40" dirty="0">
                <a:solidFill>
                  <a:srgbClr val="3F3F3F"/>
                </a:solidFill>
                <a:latin typeface="Times New Roman"/>
                <a:cs typeface="Times New Roman"/>
              </a:rPr>
              <a:t>m</a:t>
            </a:r>
            <a:r>
              <a:rPr sz="2200" spc="-20" dirty="0">
                <a:solidFill>
                  <a:srgbClr val="3F3F3F"/>
                </a:solidFill>
                <a:latin typeface="Times New Roman"/>
                <a:cs typeface="Times New Roman"/>
              </a:rPr>
              <a:t>e</a:t>
            </a:r>
            <a:r>
              <a:rPr sz="2200" spc="-10" dirty="0">
                <a:solidFill>
                  <a:srgbClr val="3F3F3F"/>
                </a:solidFill>
                <a:latin typeface="Times New Roman"/>
                <a:cs typeface="Times New Roman"/>
              </a:rPr>
              <a:t>nt</a:t>
            </a:r>
            <a:endParaRPr sz="2200">
              <a:latin typeface="Times New Roman"/>
              <a:cs typeface="Times New Roman"/>
            </a:endParaRPr>
          </a:p>
          <a:p>
            <a:pPr marL="469845">
              <a:spcBef>
                <a:spcPts val="994"/>
              </a:spcBef>
            </a:pPr>
            <a:r>
              <a:rPr sz="2200" spc="-20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2200" spc="-254" dirty="0">
                <a:solidFill>
                  <a:srgbClr val="A42F0F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3F3F3F"/>
                </a:solidFill>
                <a:latin typeface="Times New Roman"/>
                <a:cs typeface="Times New Roman"/>
              </a:rPr>
              <a:t>Ma</a:t>
            </a:r>
            <a:r>
              <a:rPr sz="2200" dirty="0">
                <a:solidFill>
                  <a:srgbClr val="3F3F3F"/>
                </a:solidFill>
                <a:latin typeface="Times New Roman"/>
                <a:cs typeface="Times New Roman"/>
              </a:rPr>
              <a:t>x</a:t>
            </a:r>
            <a:r>
              <a:rPr sz="2200" spc="-30" dirty="0">
                <a:solidFill>
                  <a:srgbClr val="3F3F3F"/>
                </a:solidFill>
                <a:latin typeface="Times New Roman"/>
                <a:cs typeface="Times New Roman"/>
              </a:rPr>
              <a:t>i</a:t>
            </a:r>
            <a:r>
              <a:rPr sz="2200" spc="-20" dirty="0">
                <a:solidFill>
                  <a:srgbClr val="3F3F3F"/>
                </a:solidFill>
                <a:latin typeface="Times New Roman"/>
                <a:cs typeface="Times New Roman"/>
              </a:rPr>
              <a:t>m</a:t>
            </a:r>
            <a:r>
              <a:rPr sz="2200" spc="-30" dirty="0">
                <a:solidFill>
                  <a:srgbClr val="3F3F3F"/>
                </a:solidFill>
                <a:latin typeface="Times New Roman"/>
                <a:cs typeface="Times New Roman"/>
              </a:rPr>
              <a:t>i</a:t>
            </a:r>
            <a:r>
              <a:rPr sz="2200" spc="-10" dirty="0">
                <a:solidFill>
                  <a:srgbClr val="3F3F3F"/>
                </a:solidFill>
                <a:latin typeface="Times New Roman"/>
                <a:cs typeface="Times New Roman"/>
              </a:rPr>
              <a:t>s</a:t>
            </a:r>
            <a:r>
              <a:rPr sz="2200" spc="-20" dirty="0">
                <a:solidFill>
                  <a:srgbClr val="3F3F3F"/>
                </a:solidFill>
                <a:latin typeface="Times New Roman"/>
                <a:cs typeface="Times New Roman"/>
              </a:rPr>
              <a:t>e</a:t>
            </a:r>
            <a:r>
              <a:rPr sz="2200" spc="-14" dirty="0">
                <a:solidFill>
                  <a:srgbClr val="3F3F3F"/>
                </a:solidFill>
                <a:latin typeface="Times New Roman"/>
                <a:cs typeface="Times New Roman"/>
              </a:rPr>
              <a:t>d</a:t>
            </a:r>
            <a:r>
              <a:rPr sz="2200" spc="2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Times New Roman"/>
                <a:cs typeface="Times New Roman"/>
              </a:rPr>
              <a:t>P</a:t>
            </a:r>
            <a:r>
              <a:rPr sz="2200" spc="-20" dirty="0">
                <a:solidFill>
                  <a:srgbClr val="3F3F3F"/>
                </a:solidFill>
                <a:latin typeface="Times New Roman"/>
                <a:cs typeface="Times New Roman"/>
              </a:rPr>
              <a:t>r</a:t>
            </a:r>
            <a:r>
              <a:rPr sz="2200" dirty="0">
                <a:solidFill>
                  <a:srgbClr val="3F3F3F"/>
                </a:solidFill>
                <a:latin typeface="Times New Roman"/>
                <a:cs typeface="Times New Roman"/>
              </a:rPr>
              <a:t>o</a:t>
            </a:r>
            <a:r>
              <a:rPr sz="2200" spc="-14" dirty="0">
                <a:solidFill>
                  <a:srgbClr val="3F3F3F"/>
                </a:solidFill>
                <a:latin typeface="Times New Roman"/>
                <a:cs typeface="Times New Roman"/>
              </a:rPr>
              <a:t>du</a:t>
            </a:r>
            <a:r>
              <a:rPr sz="2200" dirty="0">
                <a:solidFill>
                  <a:srgbClr val="3F3F3F"/>
                </a:solidFill>
                <a:latin typeface="Times New Roman"/>
                <a:cs typeface="Times New Roman"/>
              </a:rPr>
              <a:t>c</a:t>
            </a:r>
            <a:r>
              <a:rPr sz="2200" spc="-30" dirty="0">
                <a:solidFill>
                  <a:srgbClr val="3F3F3F"/>
                </a:solidFill>
                <a:latin typeface="Times New Roman"/>
                <a:cs typeface="Times New Roman"/>
              </a:rPr>
              <a:t>t</a:t>
            </a:r>
            <a:r>
              <a:rPr sz="2200" spc="-10" dirty="0">
                <a:solidFill>
                  <a:srgbClr val="3F3F3F"/>
                </a:solidFill>
                <a:latin typeface="Times New Roman"/>
                <a:cs typeface="Times New Roman"/>
              </a:rPr>
              <a:t>i</a:t>
            </a:r>
            <a:r>
              <a:rPr sz="2200" dirty="0">
                <a:solidFill>
                  <a:srgbClr val="3F3F3F"/>
                </a:solidFill>
                <a:latin typeface="Times New Roman"/>
                <a:cs typeface="Times New Roman"/>
              </a:rPr>
              <a:t>v</a:t>
            </a:r>
            <a:r>
              <a:rPr sz="2200" spc="-30" dirty="0">
                <a:solidFill>
                  <a:srgbClr val="3F3F3F"/>
                </a:solidFill>
                <a:latin typeface="Times New Roman"/>
                <a:cs typeface="Times New Roman"/>
              </a:rPr>
              <a:t>i</a:t>
            </a:r>
            <a:r>
              <a:rPr sz="2200" spc="-10" dirty="0">
                <a:solidFill>
                  <a:srgbClr val="3F3F3F"/>
                </a:solidFill>
                <a:latin typeface="Times New Roman"/>
                <a:cs typeface="Times New Roman"/>
              </a:rPr>
              <a:t>ty</a:t>
            </a:r>
            <a:r>
              <a:rPr sz="2200" spc="-4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3F3F3F"/>
                </a:solidFill>
                <a:latin typeface="Times New Roman"/>
                <a:cs typeface="Times New Roman"/>
              </a:rPr>
              <a:t>a</a:t>
            </a:r>
            <a:r>
              <a:rPr sz="2200" dirty="0">
                <a:solidFill>
                  <a:srgbClr val="3F3F3F"/>
                </a:solidFill>
                <a:latin typeface="Times New Roman"/>
                <a:cs typeface="Times New Roman"/>
              </a:rPr>
              <a:t>n</a:t>
            </a:r>
            <a:r>
              <a:rPr sz="2200" spc="-14" dirty="0">
                <a:solidFill>
                  <a:srgbClr val="3F3F3F"/>
                </a:solidFill>
                <a:latin typeface="Times New Roman"/>
                <a:cs typeface="Times New Roman"/>
              </a:rPr>
              <a:t>d</a:t>
            </a:r>
            <a:r>
              <a:rPr sz="2200" spc="-4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200" spc="-25" dirty="0">
                <a:solidFill>
                  <a:srgbClr val="3F3F3F"/>
                </a:solidFill>
                <a:latin typeface="Times New Roman"/>
                <a:cs typeface="Times New Roman"/>
              </a:rPr>
              <a:t>O</a:t>
            </a:r>
            <a:r>
              <a:rPr sz="2200" spc="-10" dirty="0">
                <a:solidFill>
                  <a:srgbClr val="3F3F3F"/>
                </a:solidFill>
                <a:latin typeface="Times New Roman"/>
                <a:cs typeface="Times New Roman"/>
              </a:rPr>
              <a:t>utput</a:t>
            </a:r>
            <a:r>
              <a:rPr sz="220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Times New Roman"/>
                <a:cs typeface="Times New Roman"/>
              </a:rPr>
              <a:t>in</a:t>
            </a:r>
            <a:r>
              <a:rPr sz="2200" spc="-4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Times New Roman"/>
                <a:cs typeface="Times New Roman"/>
              </a:rPr>
              <a:t>a</a:t>
            </a:r>
            <a:r>
              <a:rPr sz="2200" spc="1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Times New Roman"/>
                <a:cs typeface="Times New Roman"/>
              </a:rPr>
              <a:t>giv</a:t>
            </a:r>
            <a:r>
              <a:rPr sz="2200" spc="-20" dirty="0">
                <a:solidFill>
                  <a:srgbClr val="3F3F3F"/>
                </a:solidFill>
                <a:latin typeface="Times New Roman"/>
                <a:cs typeface="Times New Roman"/>
              </a:rPr>
              <a:t>e</a:t>
            </a:r>
            <a:r>
              <a:rPr sz="2200" spc="-14" dirty="0">
                <a:solidFill>
                  <a:srgbClr val="3F3F3F"/>
                </a:solidFill>
                <a:latin typeface="Times New Roman"/>
                <a:cs typeface="Times New Roman"/>
              </a:rPr>
              <a:t>n</a:t>
            </a:r>
            <a:r>
              <a:rPr sz="2200" spc="-4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Times New Roman"/>
                <a:cs typeface="Times New Roman"/>
              </a:rPr>
              <a:t>ti</a:t>
            </a:r>
            <a:r>
              <a:rPr sz="2200" spc="-40" dirty="0">
                <a:solidFill>
                  <a:srgbClr val="3F3F3F"/>
                </a:solidFill>
                <a:latin typeface="Times New Roman"/>
                <a:cs typeface="Times New Roman"/>
              </a:rPr>
              <a:t>m</a:t>
            </a:r>
            <a:r>
              <a:rPr sz="2200" spc="-10" dirty="0">
                <a:solidFill>
                  <a:srgbClr val="3F3F3F"/>
                </a:solidFill>
                <a:latin typeface="Times New Roman"/>
                <a:cs typeface="Times New Roman"/>
              </a:rPr>
              <a:t>e</a:t>
            </a:r>
            <a:r>
              <a:rPr sz="2200" spc="1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F3F3F"/>
                </a:solidFill>
                <a:latin typeface="Times New Roman"/>
                <a:cs typeface="Times New Roman"/>
              </a:rPr>
              <a:t>f</a:t>
            </a:r>
            <a:r>
              <a:rPr sz="2200" spc="-20" dirty="0">
                <a:solidFill>
                  <a:srgbClr val="3F3F3F"/>
                </a:solidFill>
                <a:latin typeface="Times New Roman"/>
                <a:cs typeface="Times New Roman"/>
              </a:rPr>
              <a:t>ra</a:t>
            </a:r>
            <a:r>
              <a:rPr sz="2200" spc="-40" dirty="0">
                <a:solidFill>
                  <a:srgbClr val="3F3F3F"/>
                </a:solidFill>
                <a:latin typeface="Times New Roman"/>
                <a:cs typeface="Times New Roman"/>
              </a:rPr>
              <a:t>m</a:t>
            </a:r>
            <a:r>
              <a:rPr sz="2200" spc="-10" dirty="0">
                <a:solidFill>
                  <a:srgbClr val="3F3F3F"/>
                </a:solidFill>
                <a:latin typeface="Times New Roman"/>
                <a:cs typeface="Times New Roman"/>
              </a:rPr>
              <a:t>e</a:t>
            </a:r>
            <a:endParaRPr sz="2200">
              <a:latin typeface="Times New Roman"/>
              <a:cs typeface="Times New Roman"/>
            </a:endParaRPr>
          </a:p>
          <a:p>
            <a:pPr marL="469845">
              <a:spcBef>
                <a:spcPts val="1005"/>
              </a:spcBef>
            </a:pPr>
            <a:r>
              <a:rPr sz="2200" spc="-20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2200" spc="-254" dirty="0">
                <a:solidFill>
                  <a:srgbClr val="A42F0F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3F3F3F"/>
                </a:solidFill>
                <a:latin typeface="Times New Roman"/>
                <a:cs typeface="Times New Roman"/>
              </a:rPr>
              <a:t>I</a:t>
            </a:r>
            <a:r>
              <a:rPr sz="2200" dirty="0">
                <a:solidFill>
                  <a:srgbClr val="3F3F3F"/>
                </a:solidFill>
                <a:latin typeface="Times New Roman"/>
                <a:cs typeface="Times New Roman"/>
              </a:rPr>
              <a:t>n</a:t>
            </a:r>
            <a:r>
              <a:rPr sz="2200" spc="-20" dirty="0">
                <a:solidFill>
                  <a:srgbClr val="3F3F3F"/>
                </a:solidFill>
                <a:latin typeface="Times New Roman"/>
                <a:cs typeface="Times New Roman"/>
              </a:rPr>
              <a:t>cre</a:t>
            </a:r>
            <a:r>
              <a:rPr sz="2200" dirty="0">
                <a:solidFill>
                  <a:srgbClr val="3F3F3F"/>
                </a:solidFill>
                <a:latin typeface="Times New Roman"/>
                <a:cs typeface="Times New Roman"/>
              </a:rPr>
              <a:t>a</a:t>
            </a:r>
            <a:r>
              <a:rPr sz="2200" spc="-10" dirty="0">
                <a:solidFill>
                  <a:srgbClr val="3F3F3F"/>
                </a:solidFill>
                <a:latin typeface="Times New Roman"/>
                <a:cs typeface="Times New Roman"/>
              </a:rPr>
              <a:t>s</a:t>
            </a:r>
            <a:r>
              <a:rPr sz="2200" spc="-20" dirty="0">
                <a:solidFill>
                  <a:srgbClr val="3F3F3F"/>
                </a:solidFill>
                <a:latin typeface="Times New Roman"/>
                <a:cs typeface="Times New Roman"/>
              </a:rPr>
              <a:t>e</a:t>
            </a:r>
            <a:r>
              <a:rPr sz="2200" spc="-14" dirty="0">
                <a:solidFill>
                  <a:srgbClr val="3F3F3F"/>
                </a:solidFill>
                <a:latin typeface="Times New Roman"/>
                <a:cs typeface="Times New Roman"/>
              </a:rPr>
              <a:t>d</a:t>
            </a:r>
            <a:r>
              <a:rPr sz="2200" spc="2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200" spc="-35" dirty="0">
                <a:solidFill>
                  <a:srgbClr val="3F3F3F"/>
                </a:solidFill>
                <a:latin typeface="Times New Roman"/>
                <a:cs typeface="Times New Roman"/>
              </a:rPr>
              <a:t>C</a:t>
            </a:r>
            <a:r>
              <a:rPr sz="2200" dirty="0">
                <a:solidFill>
                  <a:srgbClr val="3F3F3F"/>
                </a:solidFill>
                <a:latin typeface="Times New Roman"/>
                <a:cs typeface="Times New Roman"/>
              </a:rPr>
              <a:t>r</a:t>
            </a:r>
            <a:r>
              <a:rPr sz="2200" spc="-20" dirty="0">
                <a:solidFill>
                  <a:srgbClr val="3F3F3F"/>
                </a:solidFill>
                <a:latin typeface="Times New Roman"/>
                <a:cs typeface="Times New Roman"/>
              </a:rPr>
              <a:t>ea</a:t>
            </a:r>
            <a:r>
              <a:rPr sz="2200" spc="-10" dirty="0">
                <a:solidFill>
                  <a:srgbClr val="3F3F3F"/>
                </a:solidFill>
                <a:latin typeface="Times New Roman"/>
                <a:cs typeface="Times New Roman"/>
              </a:rPr>
              <a:t>tivity</a:t>
            </a:r>
            <a:endParaRPr sz="2200">
              <a:latin typeface="Times New Roman"/>
              <a:cs typeface="Times New Roman"/>
            </a:endParaRPr>
          </a:p>
          <a:p>
            <a:pPr marL="469845">
              <a:spcBef>
                <a:spcPts val="994"/>
              </a:spcBef>
            </a:pPr>
            <a:r>
              <a:rPr sz="2200" spc="-20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2200" spc="-254" dirty="0">
                <a:solidFill>
                  <a:srgbClr val="A42F0F"/>
                </a:solidFill>
                <a:latin typeface="Times New Roman"/>
                <a:cs typeface="Times New Roman"/>
              </a:rPr>
              <a:t> </a:t>
            </a:r>
            <a:r>
              <a:rPr sz="2200" spc="-25" dirty="0">
                <a:solidFill>
                  <a:srgbClr val="3F3F3F"/>
                </a:solidFill>
                <a:latin typeface="Times New Roman"/>
                <a:cs typeface="Times New Roman"/>
              </a:rPr>
              <a:t>H</a:t>
            </a:r>
            <a:r>
              <a:rPr sz="2200" spc="-20" dirty="0">
                <a:solidFill>
                  <a:srgbClr val="3F3F3F"/>
                </a:solidFill>
                <a:latin typeface="Times New Roman"/>
                <a:cs typeface="Times New Roman"/>
              </a:rPr>
              <a:t>a</a:t>
            </a:r>
            <a:r>
              <a:rPr sz="2200" dirty="0">
                <a:solidFill>
                  <a:srgbClr val="3F3F3F"/>
                </a:solidFill>
                <a:latin typeface="Times New Roman"/>
                <a:cs typeface="Times New Roman"/>
              </a:rPr>
              <a:t>p</a:t>
            </a:r>
            <a:r>
              <a:rPr sz="2200" spc="-10" dirty="0">
                <a:solidFill>
                  <a:srgbClr val="3F3F3F"/>
                </a:solidFill>
                <a:latin typeface="Times New Roman"/>
                <a:cs typeface="Times New Roman"/>
              </a:rPr>
              <a:t>pin</a:t>
            </a:r>
            <a:r>
              <a:rPr sz="2200" spc="-20" dirty="0">
                <a:solidFill>
                  <a:srgbClr val="3F3F3F"/>
                </a:solidFill>
                <a:latin typeface="Times New Roman"/>
                <a:cs typeface="Times New Roman"/>
              </a:rPr>
              <a:t>e</a:t>
            </a:r>
            <a:r>
              <a:rPr sz="2200" spc="-10" dirty="0">
                <a:solidFill>
                  <a:srgbClr val="3F3F3F"/>
                </a:solidFill>
                <a:latin typeface="Times New Roman"/>
                <a:cs typeface="Times New Roman"/>
              </a:rPr>
              <a:t>ss</a:t>
            </a:r>
            <a:r>
              <a:rPr sz="220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3F3F3F"/>
                </a:solidFill>
                <a:latin typeface="Times New Roman"/>
                <a:cs typeface="Times New Roman"/>
              </a:rPr>
              <a:t>&amp;</a:t>
            </a:r>
            <a:r>
              <a:rPr sz="220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Times New Roman"/>
                <a:cs typeface="Times New Roman"/>
              </a:rPr>
              <a:t>Ful</a:t>
            </a:r>
            <a:r>
              <a:rPr sz="2200" spc="-20" dirty="0">
                <a:solidFill>
                  <a:srgbClr val="3F3F3F"/>
                </a:solidFill>
                <a:latin typeface="Times New Roman"/>
                <a:cs typeface="Times New Roman"/>
              </a:rPr>
              <a:t>f</a:t>
            </a:r>
            <a:r>
              <a:rPr sz="2200" spc="-10" dirty="0">
                <a:solidFill>
                  <a:srgbClr val="3F3F3F"/>
                </a:solidFill>
                <a:latin typeface="Times New Roman"/>
                <a:cs typeface="Times New Roman"/>
              </a:rPr>
              <a:t>ill</a:t>
            </a:r>
            <a:r>
              <a:rPr sz="2200" spc="-40" dirty="0">
                <a:solidFill>
                  <a:srgbClr val="3F3F3F"/>
                </a:solidFill>
                <a:latin typeface="Times New Roman"/>
                <a:cs typeface="Times New Roman"/>
              </a:rPr>
              <a:t>m</a:t>
            </a:r>
            <a:r>
              <a:rPr sz="2200" spc="-20" dirty="0">
                <a:solidFill>
                  <a:srgbClr val="3F3F3F"/>
                </a:solidFill>
                <a:latin typeface="Times New Roman"/>
                <a:cs typeface="Times New Roman"/>
              </a:rPr>
              <a:t>e</a:t>
            </a:r>
            <a:r>
              <a:rPr sz="2200" spc="-10" dirty="0">
                <a:solidFill>
                  <a:srgbClr val="3F3F3F"/>
                </a:solidFill>
                <a:latin typeface="Times New Roman"/>
                <a:cs typeface="Times New Roman"/>
              </a:rPr>
              <a:t>nt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8440" y="716628"/>
            <a:ext cx="3647441" cy="5581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9"/>
            <a:r>
              <a:rPr sz="3600" b="1" spc="-4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3600" b="1" spc="4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3600" b="1" spc="-2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3600" b="1" spc="10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3600" b="1" spc="4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3600" b="1" spc="-2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3600" b="1" dirty="0">
                <a:solidFill>
                  <a:srgbClr val="252525"/>
                </a:solidFill>
                <a:latin typeface="Times New Roman"/>
                <a:cs typeface="Times New Roman"/>
              </a:rPr>
              <a:t>g yo</a:t>
            </a:r>
            <a:r>
              <a:rPr sz="3600" b="1" spc="10" dirty="0">
                <a:solidFill>
                  <a:srgbClr val="252525"/>
                </a:solidFill>
                <a:latin typeface="Times New Roman"/>
                <a:cs typeface="Times New Roman"/>
              </a:rPr>
              <a:t>u</a:t>
            </a:r>
            <a:r>
              <a:rPr sz="3600" b="1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3600" b="1" spc="-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3600" b="1" spc="-4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3600" b="1" spc="-30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3600" b="1" dirty="0">
                <a:solidFill>
                  <a:srgbClr val="252525"/>
                </a:solidFill>
                <a:latin typeface="Times New Roman"/>
                <a:cs typeface="Times New Roman"/>
              </a:rPr>
              <a:t>ow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62000" y="1295400"/>
            <a:ext cx="8686800" cy="5867400"/>
          </a:xfrm>
          <a:custGeom>
            <a:avLst/>
            <a:gdLst/>
            <a:ahLst/>
            <a:cxnLst/>
            <a:rect l="l" t="t" r="r" b="b"/>
            <a:pathLst>
              <a:path w="8686800" h="5867400">
                <a:moveTo>
                  <a:pt x="0" y="5867399"/>
                </a:moveTo>
                <a:lnTo>
                  <a:pt x="8686799" y="5867399"/>
                </a:lnTo>
                <a:lnTo>
                  <a:pt x="8686799" y="0"/>
                </a:lnTo>
                <a:lnTo>
                  <a:pt x="0" y="0"/>
                </a:lnTo>
                <a:lnTo>
                  <a:pt x="0" y="58673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62000" y="1295400"/>
            <a:ext cx="8686800" cy="5867400"/>
          </a:xfrm>
          <a:custGeom>
            <a:avLst/>
            <a:gdLst/>
            <a:ahLst/>
            <a:cxnLst/>
            <a:rect l="l" t="t" r="r" b="b"/>
            <a:pathLst>
              <a:path w="8686800" h="5867400">
                <a:moveTo>
                  <a:pt x="0" y="5867399"/>
                </a:moveTo>
                <a:lnTo>
                  <a:pt x="8686799" y="5867399"/>
                </a:lnTo>
                <a:lnTo>
                  <a:pt x="8686799" y="0"/>
                </a:lnTo>
                <a:lnTo>
                  <a:pt x="0" y="0"/>
                </a:lnTo>
                <a:lnTo>
                  <a:pt x="0" y="5867399"/>
                </a:lnTo>
                <a:close/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775666" y="1202282"/>
            <a:ext cx="8507066" cy="4928635"/>
          </a:xfrm>
          <a:prstGeom prst="rect">
            <a:avLst/>
          </a:prstGeom>
        </p:spPr>
        <p:txBody>
          <a:bodyPr vert="horz" wrap="square" lIns="0" tIns="171406" rIns="0" bIns="0" rtlCol="0">
            <a:spAutoFit/>
          </a:bodyPr>
          <a:lstStyle/>
          <a:p>
            <a:pPr marL="78730"/>
            <a:r>
              <a:rPr b="1" spc="-10" dirty="0">
                <a:solidFill>
                  <a:srgbClr val="3F3F3F"/>
                </a:solidFill>
              </a:rPr>
              <a:t>S</a:t>
            </a:r>
            <a:r>
              <a:rPr b="1" spc="-20" dirty="0">
                <a:solidFill>
                  <a:srgbClr val="3F3F3F"/>
                </a:solidFill>
              </a:rPr>
              <a:t>te</a:t>
            </a:r>
            <a:r>
              <a:rPr b="1" spc="-10" dirty="0">
                <a:solidFill>
                  <a:srgbClr val="3F3F3F"/>
                </a:solidFill>
              </a:rPr>
              <a:t>ps</a:t>
            </a:r>
            <a:r>
              <a:rPr b="1" spc="20" dirty="0">
                <a:solidFill>
                  <a:srgbClr val="3F3F3F"/>
                </a:solidFill>
              </a:rPr>
              <a:t> </a:t>
            </a:r>
            <a:r>
              <a:rPr b="1" spc="-20" dirty="0">
                <a:solidFill>
                  <a:srgbClr val="3F3F3F"/>
                </a:solidFill>
              </a:rPr>
              <a:t>t</a:t>
            </a:r>
            <a:r>
              <a:rPr b="1" spc="-14" dirty="0">
                <a:solidFill>
                  <a:srgbClr val="3F3F3F"/>
                </a:solidFill>
              </a:rPr>
              <a:t>o</a:t>
            </a:r>
            <a:r>
              <a:rPr b="1" spc="-4" dirty="0">
                <a:solidFill>
                  <a:srgbClr val="3F3F3F"/>
                </a:solidFill>
              </a:rPr>
              <a:t> </a:t>
            </a:r>
            <a:r>
              <a:rPr b="1" spc="-20" dirty="0">
                <a:solidFill>
                  <a:srgbClr val="3F3F3F"/>
                </a:solidFill>
              </a:rPr>
              <a:t>F</a:t>
            </a:r>
            <a:r>
              <a:rPr b="1" spc="-10" dirty="0">
                <a:solidFill>
                  <a:srgbClr val="3F3F3F"/>
                </a:solidFill>
              </a:rPr>
              <a:t>in</a:t>
            </a:r>
            <a:r>
              <a:rPr b="1" spc="-14" dirty="0">
                <a:solidFill>
                  <a:srgbClr val="3F3F3F"/>
                </a:solidFill>
              </a:rPr>
              <a:t>d</a:t>
            </a:r>
            <a:r>
              <a:rPr b="1" spc="4" dirty="0">
                <a:solidFill>
                  <a:srgbClr val="3F3F3F"/>
                </a:solidFill>
              </a:rPr>
              <a:t> </a:t>
            </a:r>
            <a:r>
              <a:rPr b="1" spc="-14" dirty="0">
                <a:solidFill>
                  <a:srgbClr val="3F3F3F"/>
                </a:solidFill>
              </a:rPr>
              <a:t>y</a:t>
            </a:r>
            <a:r>
              <a:rPr b="1" dirty="0">
                <a:solidFill>
                  <a:srgbClr val="3F3F3F"/>
                </a:solidFill>
              </a:rPr>
              <a:t>o</a:t>
            </a:r>
            <a:r>
              <a:rPr b="1" spc="-30" dirty="0">
                <a:solidFill>
                  <a:srgbClr val="3F3F3F"/>
                </a:solidFill>
              </a:rPr>
              <a:t>u</a:t>
            </a:r>
            <a:r>
              <a:rPr b="1" spc="-10" dirty="0">
                <a:solidFill>
                  <a:srgbClr val="3F3F3F"/>
                </a:solidFill>
              </a:rPr>
              <a:t>r</a:t>
            </a:r>
            <a:r>
              <a:rPr b="1" spc="-55" dirty="0">
                <a:solidFill>
                  <a:srgbClr val="3F3F3F"/>
                </a:solidFill>
              </a:rPr>
              <a:t> </a:t>
            </a:r>
            <a:r>
              <a:rPr b="1" dirty="0">
                <a:solidFill>
                  <a:srgbClr val="3F3F3F"/>
                </a:solidFill>
                <a:latin typeface="Times New Roman"/>
                <a:cs typeface="Times New Roman"/>
              </a:rPr>
              <a:t>F</a:t>
            </a:r>
            <a:r>
              <a:rPr b="1" spc="-14" dirty="0">
                <a:solidFill>
                  <a:srgbClr val="3F3F3F"/>
                </a:solidFill>
              </a:rPr>
              <a:t>low</a:t>
            </a:r>
          </a:p>
          <a:p>
            <a:pPr marL="535878">
              <a:spcBef>
                <a:spcPts val="994"/>
              </a:spcBef>
            </a:pPr>
            <a:r>
              <a:rPr spc="-20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pc="-254" dirty="0">
                <a:solidFill>
                  <a:srgbClr val="A42F0F"/>
                </a:solidFill>
              </a:rPr>
              <a:t> </a:t>
            </a:r>
            <a:r>
              <a:rPr spc="-10" dirty="0">
                <a:solidFill>
                  <a:srgbClr val="3F3F3F"/>
                </a:solidFill>
              </a:rPr>
              <a:t>St</a:t>
            </a:r>
            <a:r>
              <a:rPr spc="-20" dirty="0">
                <a:solidFill>
                  <a:srgbClr val="3F3F3F"/>
                </a:solidFill>
              </a:rPr>
              <a:t>e</a:t>
            </a:r>
            <a:r>
              <a:rPr spc="-14" dirty="0">
                <a:solidFill>
                  <a:srgbClr val="3F3F3F"/>
                </a:solidFill>
              </a:rPr>
              <a:t>p</a:t>
            </a:r>
            <a:r>
              <a:rPr spc="-4" dirty="0">
                <a:solidFill>
                  <a:srgbClr val="3F3F3F"/>
                </a:solidFill>
              </a:rPr>
              <a:t> </a:t>
            </a:r>
            <a:r>
              <a:rPr dirty="0">
                <a:solidFill>
                  <a:srgbClr val="3F3F3F"/>
                </a:solidFill>
              </a:rPr>
              <a:t>1</a:t>
            </a:r>
            <a:r>
              <a:rPr spc="-10" dirty="0">
                <a:solidFill>
                  <a:srgbClr val="3F3F3F"/>
                </a:solidFill>
              </a:rPr>
              <a:t>:</a:t>
            </a:r>
            <a:r>
              <a:rPr spc="-20" dirty="0">
                <a:solidFill>
                  <a:srgbClr val="3F3F3F"/>
                </a:solidFill>
              </a:rPr>
              <a:t> </a:t>
            </a:r>
            <a:r>
              <a:rPr spc="-10" dirty="0">
                <a:solidFill>
                  <a:srgbClr val="3F3F3F"/>
                </a:solidFill>
              </a:rPr>
              <a:t>C</a:t>
            </a:r>
            <a:r>
              <a:rPr spc="-14" dirty="0">
                <a:solidFill>
                  <a:srgbClr val="3F3F3F"/>
                </a:solidFill>
              </a:rPr>
              <a:t>hoose</a:t>
            </a:r>
            <a:r>
              <a:rPr spc="-10" dirty="0">
                <a:solidFill>
                  <a:srgbClr val="3F3F3F"/>
                </a:solidFill>
              </a:rPr>
              <a:t> </a:t>
            </a:r>
            <a:r>
              <a:rPr spc="-20" dirty="0">
                <a:solidFill>
                  <a:srgbClr val="3F3F3F"/>
                </a:solidFill>
              </a:rPr>
              <a:t>a</a:t>
            </a:r>
            <a:r>
              <a:rPr spc="-14" dirty="0">
                <a:solidFill>
                  <a:srgbClr val="3F3F3F"/>
                </a:solidFill>
              </a:rPr>
              <a:t>n</a:t>
            </a:r>
            <a:r>
              <a:rPr spc="20" dirty="0">
                <a:solidFill>
                  <a:srgbClr val="3F3F3F"/>
                </a:solidFill>
              </a:rPr>
              <a:t> </a:t>
            </a:r>
            <a:r>
              <a:rPr spc="-10" dirty="0">
                <a:solidFill>
                  <a:srgbClr val="3F3F3F"/>
                </a:solidFill>
              </a:rPr>
              <a:t>i</a:t>
            </a:r>
            <a:r>
              <a:rPr spc="-40" dirty="0">
                <a:solidFill>
                  <a:srgbClr val="3F3F3F"/>
                </a:solidFill>
              </a:rPr>
              <a:t>m</a:t>
            </a:r>
            <a:r>
              <a:rPr spc="-14" dirty="0">
                <a:solidFill>
                  <a:srgbClr val="3F3F3F"/>
                </a:solidFill>
              </a:rPr>
              <a:t>po</a:t>
            </a:r>
            <a:r>
              <a:rPr dirty="0">
                <a:solidFill>
                  <a:srgbClr val="3F3F3F"/>
                </a:solidFill>
              </a:rPr>
              <a:t>r</a:t>
            </a:r>
            <a:r>
              <a:rPr spc="-30" dirty="0">
                <a:solidFill>
                  <a:srgbClr val="3F3F3F"/>
                </a:solidFill>
              </a:rPr>
              <a:t>t</a:t>
            </a:r>
            <a:r>
              <a:rPr dirty="0">
                <a:solidFill>
                  <a:srgbClr val="3F3F3F"/>
                </a:solidFill>
              </a:rPr>
              <a:t>a</a:t>
            </a:r>
            <a:r>
              <a:rPr spc="-10" dirty="0">
                <a:solidFill>
                  <a:srgbClr val="3F3F3F"/>
                </a:solidFill>
              </a:rPr>
              <a:t>nt</a:t>
            </a:r>
            <a:r>
              <a:rPr spc="25" dirty="0">
                <a:solidFill>
                  <a:srgbClr val="3F3F3F"/>
                </a:solidFill>
              </a:rPr>
              <a:t> </a:t>
            </a:r>
            <a:r>
              <a:rPr spc="-30" dirty="0">
                <a:solidFill>
                  <a:srgbClr val="3F3F3F"/>
                </a:solidFill>
              </a:rPr>
              <a:t>t</a:t>
            </a:r>
            <a:r>
              <a:rPr dirty="0">
                <a:solidFill>
                  <a:srgbClr val="3F3F3F"/>
                </a:solidFill>
              </a:rPr>
              <a:t>a</a:t>
            </a:r>
            <a:r>
              <a:rPr spc="-30" dirty="0">
                <a:solidFill>
                  <a:srgbClr val="3F3F3F"/>
                </a:solidFill>
              </a:rPr>
              <a:t>s</a:t>
            </a:r>
            <a:r>
              <a:rPr spc="-14" dirty="0">
                <a:solidFill>
                  <a:srgbClr val="3F3F3F"/>
                </a:solidFill>
              </a:rPr>
              <a:t>k</a:t>
            </a:r>
            <a:r>
              <a:rPr spc="20" dirty="0">
                <a:solidFill>
                  <a:srgbClr val="3F3F3F"/>
                </a:solidFill>
              </a:rPr>
              <a:t> </a:t>
            </a:r>
            <a:r>
              <a:rPr spc="-14" dirty="0">
                <a:solidFill>
                  <a:srgbClr val="3F3F3F"/>
                </a:solidFill>
              </a:rPr>
              <a:t>b</a:t>
            </a:r>
            <a:r>
              <a:rPr spc="-20" dirty="0">
                <a:solidFill>
                  <a:srgbClr val="3F3F3F"/>
                </a:solidFill>
              </a:rPr>
              <a:t>e</a:t>
            </a:r>
            <a:r>
              <a:rPr spc="-10" dirty="0">
                <a:solidFill>
                  <a:srgbClr val="3F3F3F"/>
                </a:solidFill>
              </a:rPr>
              <a:t>l</a:t>
            </a:r>
            <a:r>
              <a:rPr dirty="0">
                <a:solidFill>
                  <a:srgbClr val="3F3F3F"/>
                </a:solidFill>
              </a:rPr>
              <a:t>o</a:t>
            </a:r>
            <a:r>
              <a:rPr spc="-10" dirty="0">
                <a:solidFill>
                  <a:srgbClr val="3F3F3F"/>
                </a:solidFill>
              </a:rPr>
              <a:t>nging</a:t>
            </a:r>
            <a:r>
              <a:rPr spc="-4" dirty="0">
                <a:solidFill>
                  <a:srgbClr val="3F3F3F"/>
                </a:solidFill>
              </a:rPr>
              <a:t> </a:t>
            </a:r>
            <a:r>
              <a:rPr spc="-30" dirty="0">
                <a:solidFill>
                  <a:srgbClr val="3F3F3F"/>
                </a:solidFill>
              </a:rPr>
              <a:t>t</a:t>
            </a:r>
            <a:r>
              <a:rPr spc="-14" dirty="0">
                <a:solidFill>
                  <a:srgbClr val="3F3F3F"/>
                </a:solidFill>
              </a:rPr>
              <a:t>o</a:t>
            </a:r>
            <a:r>
              <a:rPr spc="20" dirty="0">
                <a:solidFill>
                  <a:srgbClr val="3F3F3F"/>
                </a:solidFill>
              </a:rPr>
              <a:t> </a:t>
            </a:r>
            <a:r>
              <a:rPr spc="-10" dirty="0">
                <a:solidFill>
                  <a:srgbClr val="3F3F3F"/>
                </a:solidFill>
              </a:rPr>
              <a:t>the </a:t>
            </a:r>
            <a:r>
              <a:rPr spc="-25" dirty="0">
                <a:solidFill>
                  <a:srgbClr val="3F3F3F"/>
                </a:solidFill>
              </a:rPr>
              <a:t>w</a:t>
            </a:r>
            <a:r>
              <a:rPr spc="-14" dirty="0">
                <a:solidFill>
                  <a:srgbClr val="3F3F3F"/>
                </a:solidFill>
              </a:rPr>
              <a:t>o</a:t>
            </a:r>
            <a:r>
              <a:rPr dirty="0">
                <a:solidFill>
                  <a:srgbClr val="3F3F3F"/>
                </a:solidFill>
              </a:rPr>
              <a:t>r</a:t>
            </a:r>
            <a:r>
              <a:rPr spc="-14" dirty="0">
                <a:solidFill>
                  <a:srgbClr val="3F3F3F"/>
                </a:solidFill>
              </a:rPr>
              <a:t>k</a:t>
            </a:r>
            <a:r>
              <a:rPr spc="-4" dirty="0">
                <a:solidFill>
                  <a:srgbClr val="3F3F3F"/>
                </a:solidFill>
              </a:rPr>
              <a:t> </a:t>
            </a:r>
            <a:r>
              <a:rPr dirty="0">
                <a:solidFill>
                  <a:srgbClr val="3F3F3F"/>
                </a:solidFill>
              </a:rPr>
              <a:t>y</a:t>
            </a:r>
            <a:r>
              <a:rPr spc="-14" dirty="0">
                <a:solidFill>
                  <a:srgbClr val="3F3F3F"/>
                </a:solidFill>
              </a:rPr>
              <a:t>ou</a:t>
            </a:r>
            <a:r>
              <a:rPr spc="-25" dirty="0">
                <a:solidFill>
                  <a:srgbClr val="3F3F3F"/>
                </a:solidFill>
              </a:rPr>
              <a:t> </a:t>
            </a:r>
            <a:r>
              <a:rPr spc="-10" dirty="0">
                <a:solidFill>
                  <a:srgbClr val="3F3F3F"/>
                </a:solidFill>
              </a:rPr>
              <a:t>l</a:t>
            </a:r>
            <a:r>
              <a:rPr dirty="0">
                <a:solidFill>
                  <a:srgbClr val="3F3F3F"/>
                </a:solidFill>
              </a:rPr>
              <a:t>o</a:t>
            </a:r>
            <a:r>
              <a:rPr spc="-14" dirty="0">
                <a:solidFill>
                  <a:srgbClr val="3F3F3F"/>
                </a:solidFill>
              </a:rPr>
              <a:t>v</a:t>
            </a:r>
            <a:r>
              <a:rPr spc="-20" dirty="0">
                <a:solidFill>
                  <a:srgbClr val="3F3F3F"/>
                </a:solidFill>
              </a:rPr>
              <a:t>e</a:t>
            </a:r>
            <a:r>
              <a:rPr spc="-10" dirty="0">
                <a:solidFill>
                  <a:srgbClr val="3F3F3F"/>
                </a:solidFill>
              </a:rPr>
              <a:t>.</a:t>
            </a:r>
          </a:p>
          <a:p>
            <a:pPr marL="822228"/>
            <a:r>
              <a:rPr spc="-20" dirty="0">
                <a:solidFill>
                  <a:srgbClr val="3F3F3F"/>
                </a:solidFill>
              </a:rPr>
              <a:t>Ma</a:t>
            </a:r>
            <a:r>
              <a:rPr dirty="0">
                <a:solidFill>
                  <a:srgbClr val="3F3F3F"/>
                </a:solidFill>
              </a:rPr>
              <a:t>k</a:t>
            </a:r>
            <a:r>
              <a:rPr spc="-10" dirty="0">
                <a:solidFill>
                  <a:srgbClr val="3F3F3F"/>
                </a:solidFill>
              </a:rPr>
              <a:t>e</a:t>
            </a:r>
            <a:r>
              <a:rPr spc="-35" dirty="0">
                <a:solidFill>
                  <a:srgbClr val="3F3F3F"/>
                </a:solidFill>
              </a:rPr>
              <a:t> </a:t>
            </a:r>
            <a:r>
              <a:rPr spc="-10" dirty="0">
                <a:solidFill>
                  <a:srgbClr val="3F3F3F"/>
                </a:solidFill>
              </a:rPr>
              <a:t>s</a:t>
            </a:r>
            <a:r>
              <a:rPr dirty="0">
                <a:solidFill>
                  <a:srgbClr val="3F3F3F"/>
                </a:solidFill>
              </a:rPr>
              <a:t>u</a:t>
            </a:r>
            <a:r>
              <a:rPr spc="-20" dirty="0">
                <a:solidFill>
                  <a:srgbClr val="3F3F3F"/>
                </a:solidFill>
              </a:rPr>
              <a:t>r</a:t>
            </a:r>
            <a:r>
              <a:rPr spc="-10" dirty="0">
                <a:solidFill>
                  <a:srgbClr val="3F3F3F"/>
                </a:solidFill>
              </a:rPr>
              <a:t>e</a:t>
            </a:r>
            <a:r>
              <a:rPr spc="10" dirty="0">
                <a:solidFill>
                  <a:srgbClr val="3F3F3F"/>
                </a:solidFill>
              </a:rPr>
              <a:t> </a:t>
            </a:r>
            <a:r>
              <a:rPr spc="-10" dirty="0">
                <a:solidFill>
                  <a:srgbClr val="3F3F3F"/>
                </a:solidFill>
              </a:rPr>
              <a:t>it</a:t>
            </a:r>
            <a:r>
              <a:rPr spc="-130" dirty="0">
                <a:solidFill>
                  <a:srgbClr val="3F3F3F"/>
                </a:solidFill>
              </a:rPr>
              <a:t>’</a:t>
            </a:r>
            <a:r>
              <a:rPr spc="-10" dirty="0">
                <a:solidFill>
                  <a:srgbClr val="3F3F3F"/>
                </a:solidFill>
              </a:rPr>
              <a:t>s</a:t>
            </a:r>
            <a:r>
              <a:rPr spc="-25" dirty="0">
                <a:solidFill>
                  <a:srgbClr val="3F3F3F"/>
                </a:solidFill>
              </a:rPr>
              <a:t> </a:t>
            </a:r>
            <a:r>
              <a:rPr dirty="0">
                <a:solidFill>
                  <a:srgbClr val="3F3F3F"/>
                </a:solidFill>
              </a:rPr>
              <a:t>c</a:t>
            </a:r>
            <a:r>
              <a:rPr spc="-14" dirty="0">
                <a:solidFill>
                  <a:srgbClr val="3F3F3F"/>
                </a:solidFill>
              </a:rPr>
              <a:t>h</a:t>
            </a:r>
            <a:r>
              <a:rPr spc="-20" dirty="0">
                <a:solidFill>
                  <a:srgbClr val="3F3F3F"/>
                </a:solidFill>
              </a:rPr>
              <a:t>a</a:t>
            </a:r>
            <a:r>
              <a:rPr spc="-10" dirty="0">
                <a:solidFill>
                  <a:srgbClr val="3F3F3F"/>
                </a:solidFill>
              </a:rPr>
              <a:t>ll</a:t>
            </a:r>
            <a:r>
              <a:rPr spc="-20" dirty="0">
                <a:solidFill>
                  <a:srgbClr val="3F3F3F"/>
                </a:solidFill>
              </a:rPr>
              <a:t>e</a:t>
            </a:r>
            <a:r>
              <a:rPr spc="-14" dirty="0">
                <a:solidFill>
                  <a:srgbClr val="3F3F3F"/>
                </a:solidFill>
              </a:rPr>
              <a:t>n</a:t>
            </a:r>
            <a:r>
              <a:rPr dirty="0">
                <a:solidFill>
                  <a:srgbClr val="3F3F3F"/>
                </a:solidFill>
              </a:rPr>
              <a:t>g</a:t>
            </a:r>
            <a:r>
              <a:rPr spc="-10" dirty="0">
                <a:solidFill>
                  <a:srgbClr val="3F3F3F"/>
                </a:solidFill>
              </a:rPr>
              <a:t>ing,</a:t>
            </a:r>
            <a:r>
              <a:rPr spc="-4" dirty="0">
                <a:solidFill>
                  <a:srgbClr val="3F3F3F"/>
                </a:solidFill>
              </a:rPr>
              <a:t> </a:t>
            </a:r>
            <a:r>
              <a:rPr spc="-10" dirty="0">
                <a:solidFill>
                  <a:srgbClr val="3F3F3F"/>
                </a:solidFill>
              </a:rPr>
              <a:t>but</a:t>
            </a:r>
            <a:r>
              <a:rPr dirty="0">
                <a:solidFill>
                  <a:srgbClr val="3F3F3F"/>
                </a:solidFill>
              </a:rPr>
              <a:t> </a:t>
            </a:r>
            <a:r>
              <a:rPr spc="-10" dirty="0">
                <a:solidFill>
                  <a:srgbClr val="3F3F3F"/>
                </a:solidFill>
              </a:rPr>
              <a:t>not</a:t>
            </a:r>
            <a:r>
              <a:rPr dirty="0">
                <a:solidFill>
                  <a:srgbClr val="3F3F3F"/>
                </a:solidFill>
              </a:rPr>
              <a:t> </a:t>
            </a:r>
            <a:r>
              <a:rPr spc="-10" dirty="0">
                <a:solidFill>
                  <a:srgbClr val="3F3F3F"/>
                </a:solidFill>
              </a:rPr>
              <a:t>too</a:t>
            </a:r>
            <a:r>
              <a:rPr spc="-4" dirty="0">
                <a:solidFill>
                  <a:srgbClr val="3F3F3F"/>
                </a:solidFill>
              </a:rPr>
              <a:t> </a:t>
            </a:r>
            <a:r>
              <a:rPr spc="-14" dirty="0">
                <a:solidFill>
                  <a:srgbClr val="3F3F3F"/>
                </a:solidFill>
              </a:rPr>
              <a:t>h</a:t>
            </a:r>
            <a:r>
              <a:rPr spc="-20" dirty="0">
                <a:solidFill>
                  <a:srgbClr val="3F3F3F"/>
                </a:solidFill>
              </a:rPr>
              <a:t>a</a:t>
            </a:r>
            <a:r>
              <a:rPr dirty="0">
                <a:solidFill>
                  <a:srgbClr val="3F3F3F"/>
                </a:solidFill>
              </a:rPr>
              <a:t>r</a:t>
            </a:r>
            <a:r>
              <a:rPr spc="-10" dirty="0">
                <a:solidFill>
                  <a:srgbClr val="3F3F3F"/>
                </a:solidFill>
              </a:rPr>
              <a:t>d.</a:t>
            </a:r>
          </a:p>
          <a:p>
            <a:pPr marL="822228" marR="234922" indent="-286987">
              <a:spcBef>
                <a:spcPts val="1005"/>
              </a:spcBef>
            </a:pPr>
            <a:r>
              <a:rPr spc="-20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pc="-254" dirty="0">
                <a:solidFill>
                  <a:srgbClr val="A42F0F"/>
                </a:solidFill>
              </a:rPr>
              <a:t> </a:t>
            </a:r>
            <a:r>
              <a:rPr spc="-10" dirty="0">
                <a:solidFill>
                  <a:srgbClr val="3F3F3F"/>
                </a:solidFill>
              </a:rPr>
              <a:t>St</a:t>
            </a:r>
            <a:r>
              <a:rPr spc="-20" dirty="0">
                <a:solidFill>
                  <a:srgbClr val="3F3F3F"/>
                </a:solidFill>
              </a:rPr>
              <a:t>e</a:t>
            </a:r>
            <a:r>
              <a:rPr spc="-14" dirty="0">
                <a:solidFill>
                  <a:srgbClr val="3F3F3F"/>
                </a:solidFill>
              </a:rPr>
              <a:t>p</a:t>
            </a:r>
            <a:r>
              <a:rPr spc="-4" dirty="0">
                <a:solidFill>
                  <a:srgbClr val="3F3F3F"/>
                </a:solidFill>
              </a:rPr>
              <a:t> </a:t>
            </a:r>
            <a:r>
              <a:rPr dirty="0">
                <a:solidFill>
                  <a:srgbClr val="3F3F3F"/>
                </a:solidFill>
              </a:rPr>
              <a:t>2</a:t>
            </a:r>
            <a:r>
              <a:rPr spc="-10" dirty="0">
                <a:solidFill>
                  <a:srgbClr val="3F3F3F"/>
                </a:solidFill>
              </a:rPr>
              <a:t>:</a:t>
            </a:r>
            <a:r>
              <a:rPr spc="-20" dirty="0">
                <a:solidFill>
                  <a:srgbClr val="3F3F3F"/>
                </a:solidFill>
              </a:rPr>
              <a:t> </a:t>
            </a:r>
            <a:r>
              <a:rPr spc="-10" dirty="0">
                <a:solidFill>
                  <a:srgbClr val="3F3F3F"/>
                </a:solidFill>
              </a:rPr>
              <a:t>S</a:t>
            </a:r>
            <a:r>
              <a:rPr spc="-20" dirty="0">
                <a:solidFill>
                  <a:srgbClr val="3F3F3F"/>
                </a:solidFill>
              </a:rPr>
              <a:t>e</a:t>
            </a:r>
            <a:r>
              <a:rPr spc="-10" dirty="0">
                <a:solidFill>
                  <a:srgbClr val="3F3F3F"/>
                </a:solidFill>
              </a:rPr>
              <a:t>t</a:t>
            </a:r>
            <a:r>
              <a:rPr spc="25" dirty="0">
                <a:solidFill>
                  <a:srgbClr val="3F3F3F"/>
                </a:solidFill>
              </a:rPr>
              <a:t> </a:t>
            </a:r>
            <a:r>
              <a:rPr spc="-20" dirty="0">
                <a:solidFill>
                  <a:srgbClr val="3F3F3F"/>
                </a:solidFill>
              </a:rPr>
              <a:t>c</a:t>
            </a:r>
            <a:r>
              <a:rPr spc="-10" dirty="0">
                <a:solidFill>
                  <a:srgbClr val="3F3F3F"/>
                </a:solidFill>
              </a:rPr>
              <a:t>l</a:t>
            </a:r>
            <a:r>
              <a:rPr spc="-20" dirty="0">
                <a:solidFill>
                  <a:srgbClr val="3F3F3F"/>
                </a:solidFill>
              </a:rPr>
              <a:t>ea</a:t>
            </a:r>
            <a:r>
              <a:rPr spc="-10" dirty="0">
                <a:solidFill>
                  <a:srgbClr val="3F3F3F"/>
                </a:solidFill>
              </a:rPr>
              <a:t>r</a:t>
            </a:r>
            <a:r>
              <a:rPr spc="10" dirty="0">
                <a:solidFill>
                  <a:srgbClr val="3F3F3F"/>
                </a:solidFill>
              </a:rPr>
              <a:t> </a:t>
            </a:r>
            <a:r>
              <a:rPr spc="-14" dirty="0">
                <a:solidFill>
                  <a:srgbClr val="3F3F3F"/>
                </a:solidFill>
              </a:rPr>
              <a:t>g</a:t>
            </a:r>
            <a:r>
              <a:rPr dirty="0">
                <a:solidFill>
                  <a:srgbClr val="3F3F3F"/>
                </a:solidFill>
              </a:rPr>
              <a:t>o</a:t>
            </a:r>
            <a:r>
              <a:rPr spc="-20" dirty="0">
                <a:solidFill>
                  <a:srgbClr val="3F3F3F"/>
                </a:solidFill>
              </a:rPr>
              <a:t>a</a:t>
            </a:r>
            <a:r>
              <a:rPr spc="-10" dirty="0">
                <a:solidFill>
                  <a:srgbClr val="3F3F3F"/>
                </a:solidFill>
              </a:rPr>
              <a:t>ls,</a:t>
            </a:r>
            <a:r>
              <a:rPr spc="-25" dirty="0">
                <a:solidFill>
                  <a:srgbClr val="3F3F3F"/>
                </a:solidFill>
              </a:rPr>
              <a:t> </a:t>
            </a:r>
            <a:r>
              <a:rPr dirty="0">
                <a:solidFill>
                  <a:srgbClr val="3F3F3F"/>
                </a:solidFill>
              </a:rPr>
              <a:t>a</a:t>
            </a:r>
            <a:r>
              <a:rPr spc="-14" dirty="0">
                <a:solidFill>
                  <a:srgbClr val="3F3F3F"/>
                </a:solidFill>
              </a:rPr>
              <a:t>nd</a:t>
            </a:r>
            <a:r>
              <a:rPr spc="-4" dirty="0">
                <a:solidFill>
                  <a:srgbClr val="3F3F3F"/>
                </a:solidFill>
              </a:rPr>
              <a:t> </a:t>
            </a:r>
            <a:r>
              <a:rPr spc="-14" dirty="0">
                <a:solidFill>
                  <a:srgbClr val="3F3F3F"/>
                </a:solidFill>
              </a:rPr>
              <a:t>d</a:t>
            </a:r>
            <a:r>
              <a:rPr spc="-20" dirty="0">
                <a:solidFill>
                  <a:srgbClr val="3F3F3F"/>
                </a:solidFill>
              </a:rPr>
              <a:t>e</a:t>
            </a:r>
            <a:r>
              <a:rPr dirty="0">
                <a:solidFill>
                  <a:srgbClr val="3F3F3F"/>
                </a:solidFill>
              </a:rPr>
              <a:t>v</a:t>
            </a:r>
            <a:r>
              <a:rPr spc="-20" dirty="0">
                <a:solidFill>
                  <a:srgbClr val="3F3F3F"/>
                </a:solidFill>
              </a:rPr>
              <a:t>e</a:t>
            </a:r>
            <a:r>
              <a:rPr spc="-10" dirty="0">
                <a:solidFill>
                  <a:srgbClr val="3F3F3F"/>
                </a:solidFill>
              </a:rPr>
              <a:t>lop</a:t>
            </a:r>
            <a:r>
              <a:rPr spc="-4" dirty="0">
                <a:solidFill>
                  <a:srgbClr val="3F3F3F"/>
                </a:solidFill>
              </a:rPr>
              <a:t> </a:t>
            </a:r>
            <a:r>
              <a:rPr spc="-10" dirty="0">
                <a:solidFill>
                  <a:srgbClr val="3F3F3F"/>
                </a:solidFill>
              </a:rPr>
              <a:t>the s</a:t>
            </a:r>
            <a:r>
              <a:rPr dirty="0">
                <a:solidFill>
                  <a:srgbClr val="3F3F3F"/>
                </a:solidFill>
              </a:rPr>
              <a:t>k</a:t>
            </a:r>
            <a:r>
              <a:rPr spc="-30" dirty="0">
                <a:solidFill>
                  <a:srgbClr val="3F3F3F"/>
                </a:solidFill>
              </a:rPr>
              <a:t>i</a:t>
            </a:r>
            <a:r>
              <a:rPr spc="-10" dirty="0">
                <a:solidFill>
                  <a:srgbClr val="3F3F3F"/>
                </a:solidFill>
              </a:rPr>
              <a:t>lls</a:t>
            </a:r>
            <a:r>
              <a:rPr spc="-25" dirty="0">
                <a:solidFill>
                  <a:srgbClr val="3F3F3F"/>
                </a:solidFill>
              </a:rPr>
              <a:t> </a:t>
            </a:r>
            <a:r>
              <a:rPr dirty="0">
                <a:solidFill>
                  <a:srgbClr val="3F3F3F"/>
                </a:solidFill>
              </a:rPr>
              <a:t>r</a:t>
            </a:r>
            <a:r>
              <a:rPr spc="-20" dirty="0">
                <a:solidFill>
                  <a:srgbClr val="3F3F3F"/>
                </a:solidFill>
              </a:rPr>
              <a:t>e</a:t>
            </a:r>
            <a:r>
              <a:rPr spc="-14" dirty="0">
                <a:solidFill>
                  <a:srgbClr val="3F3F3F"/>
                </a:solidFill>
              </a:rPr>
              <a:t>q</a:t>
            </a:r>
            <a:r>
              <a:rPr dirty="0">
                <a:solidFill>
                  <a:srgbClr val="3F3F3F"/>
                </a:solidFill>
              </a:rPr>
              <a:t>u</a:t>
            </a:r>
            <a:r>
              <a:rPr spc="-10" dirty="0">
                <a:solidFill>
                  <a:srgbClr val="3F3F3F"/>
                </a:solidFill>
              </a:rPr>
              <a:t>i</a:t>
            </a:r>
            <a:r>
              <a:rPr spc="-20" dirty="0">
                <a:solidFill>
                  <a:srgbClr val="3F3F3F"/>
                </a:solidFill>
              </a:rPr>
              <a:t>re</a:t>
            </a:r>
            <a:r>
              <a:rPr spc="-14" dirty="0">
                <a:solidFill>
                  <a:srgbClr val="3F3F3F"/>
                </a:solidFill>
              </a:rPr>
              <a:t>d</a:t>
            </a:r>
            <a:r>
              <a:rPr spc="20" dirty="0">
                <a:solidFill>
                  <a:srgbClr val="3F3F3F"/>
                </a:solidFill>
              </a:rPr>
              <a:t> </a:t>
            </a:r>
            <a:r>
              <a:rPr spc="-10" dirty="0">
                <a:solidFill>
                  <a:srgbClr val="3F3F3F"/>
                </a:solidFill>
              </a:rPr>
              <a:t>to</a:t>
            </a:r>
            <a:r>
              <a:rPr spc="-4" dirty="0">
                <a:solidFill>
                  <a:srgbClr val="3F3F3F"/>
                </a:solidFill>
              </a:rPr>
              <a:t> </a:t>
            </a:r>
            <a:r>
              <a:rPr spc="-40" dirty="0">
                <a:solidFill>
                  <a:srgbClr val="3F3F3F"/>
                </a:solidFill>
              </a:rPr>
              <a:t>m</a:t>
            </a:r>
            <a:r>
              <a:rPr spc="-20" dirty="0">
                <a:solidFill>
                  <a:srgbClr val="3F3F3F"/>
                </a:solidFill>
              </a:rPr>
              <a:t>ee</a:t>
            </a:r>
            <a:r>
              <a:rPr spc="-10" dirty="0">
                <a:solidFill>
                  <a:srgbClr val="3F3F3F"/>
                </a:solidFill>
              </a:rPr>
              <a:t>t</a:t>
            </a:r>
            <a:r>
              <a:rPr spc="25" dirty="0">
                <a:solidFill>
                  <a:srgbClr val="3F3F3F"/>
                </a:solidFill>
              </a:rPr>
              <a:t> </a:t>
            </a:r>
            <a:r>
              <a:rPr spc="-10" dirty="0">
                <a:solidFill>
                  <a:srgbClr val="3F3F3F"/>
                </a:solidFill>
              </a:rPr>
              <a:t>t</a:t>
            </a:r>
            <a:r>
              <a:rPr dirty="0">
                <a:solidFill>
                  <a:srgbClr val="3F3F3F"/>
                </a:solidFill>
              </a:rPr>
              <a:t>h</a:t>
            </a:r>
            <a:r>
              <a:rPr spc="-10" dirty="0">
                <a:solidFill>
                  <a:srgbClr val="3F3F3F"/>
                </a:solidFill>
              </a:rPr>
              <a:t>e d</a:t>
            </a:r>
            <a:r>
              <a:rPr dirty="0">
                <a:solidFill>
                  <a:srgbClr val="3F3F3F"/>
                </a:solidFill>
              </a:rPr>
              <a:t>e</a:t>
            </a:r>
            <a:r>
              <a:rPr spc="-40" dirty="0">
                <a:solidFill>
                  <a:srgbClr val="3F3F3F"/>
                </a:solidFill>
              </a:rPr>
              <a:t>m</a:t>
            </a:r>
            <a:r>
              <a:rPr spc="-20" dirty="0">
                <a:solidFill>
                  <a:srgbClr val="3F3F3F"/>
                </a:solidFill>
              </a:rPr>
              <a:t>a</a:t>
            </a:r>
            <a:r>
              <a:rPr spc="-14" dirty="0">
                <a:solidFill>
                  <a:srgbClr val="3F3F3F"/>
                </a:solidFill>
              </a:rPr>
              <a:t>nds</a:t>
            </a:r>
            <a:r>
              <a:rPr spc="20" dirty="0">
                <a:solidFill>
                  <a:srgbClr val="3F3F3F"/>
                </a:solidFill>
              </a:rPr>
              <a:t> </a:t>
            </a:r>
            <a:r>
              <a:rPr spc="-10" dirty="0">
                <a:solidFill>
                  <a:srgbClr val="3F3F3F"/>
                </a:solidFill>
              </a:rPr>
              <a:t>of</a:t>
            </a:r>
            <a:r>
              <a:rPr spc="10" dirty="0">
                <a:solidFill>
                  <a:srgbClr val="3F3F3F"/>
                </a:solidFill>
              </a:rPr>
              <a:t> </a:t>
            </a:r>
            <a:r>
              <a:rPr spc="-30" dirty="0">
                <a:solidFill>
                  <a:srgbClr val="3F3F3F"/>
                </a:solidFill>
              </a:rPr>
              <a:t>t</a:t>
            </a:r>
            <a:r>
              <a:rPr dirty="0">
                <a:solidFill>
                  <a:srgbClr val="3F3F3F"/>
                </a:solidFill>
              </a:rPr>
              <a:t>h</a:t>
            </a:r>
            <a:r>
              <a:rPr spc="-10" dirty="0">
                <a:solidFill>
                  <a:srgbClr val="3F3F3F"/>
                </a:solidFill>
              </a:rPr>
              <a:t>e t</a:t>
            </a:r>
            <a:r>
              <a:rPr spc="-20" dirty="0">
                <a:solidFill>
                  <a:srgbClr val="3F3F3F"/>
                </a:solidFill>
              </a:rPr>
              <a:t>a</a:t>
            </a:r>
            <a:r>
              <a:rPr spc="-10" dirty="0">
                <a:solidFill>
                  <a:srgbClr val="3F3F3F"/>
                </a:solidFill>
              </a:rPr>
              <a:t>sk.</a:t>
            </a:r>
          </a:p>
          <a:p>
            <a:pPr marL="535878">
              <a:spcBef>
                <a:spcPts val="994"/>
              </a:spcBef>
            </a:pPr>
            <a:r>
              <a:rPr spc="-20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pc="-254" dirty="0">
                <a:solidFill>
                  <a:srgbClr val="A42F0F"/>
                </a:solidFill>
              </a:rPr>
              <a:t> </a:t>
            </a:r>
            <a:r>
              <a:rPr spc="-10" dirty="0">
                <a:solidFill>
                  <a:srgbClr val="3F3F3F"/>
                </a:solidFill>
              </a:rPr>
              <a:t>St</a:t>
            </a:r>
            <a:r>
              <a:rPr spc="-20" dirty="0">
                <a:solidFill>
                  <a:srgbClr val="3F3F3F"/>
                </a:solidFill>
              </a:rPr>
              <a:t>e</a:t>
            </a:r>
            <a:r>
              <a:rPr spc="-14" dirty="0">
                <a:solidFill>
                  <a:srgbClr val="3F3F3F"/>
                </a:solidFill>
              </a:rPr>
              <a:t>p</a:t>
            </a:r>
            <a:r>
              <a:rPr spc="-4" dirty="0">
                <a:solidFill>
                  <a:srgbClr val="3F3F3F"/>
                </a:solidFill>
              </a:rPr>
              <a:t> </a:t>
            </a:r>
            <a:r>
              <a:rPr dirty="0">
                <a:solidFill>
                  <a:srgbClr val="3F3F3F"/>
                </a:solidFill>
              </a:rPr>
              <a:t>3</a:t>
            </a:r>
            <a:r>
              <a:rPr spc="-10" dirty="0">
                <a:solidFill>
                  <a:srgbClr val="3F3F3F"/>
                </a:solidFill>
              </a:rPr>
              <a:t>:</a:t>
            </a:r>
            <a:r>
              <a:rPr spc="-20" dirty="0">
                <a:solidFill>
                  <a:srgbClr val="3F3F3F"/>
                </a:solidFill>
              </a:rPr>
              <a:t> </a:t>
            </a:r>
            <a:r>
              <a:rPr spc="-10" dirty="0">
                <a:solidFill>
                  <a:srgbClr val="3F3F3F"/>
                </a:solidFill>
              </a:rPr>
              <a:t>Find</a:t>
            </a:r>
            <a:r>
              <a:rPr spc="-4" dirty="0">
                <a:solidFill>
                  <a:srgbClr val="3F3F3F"/>
                </a:solidFill>
              </a:rPr>
              <a:t> </a:t>
            </a:r>
            <a:r>
              <a:rPr dirty="0">
                <a:solidFill>
                  <a:srgbClr val="3F3F3F"/>
                </a:solidFill>
              </a:rPr>
              <a:t>y</a:t>
            </a:r>
            <a:r>
              <a:rPr spc="-14" dirty="0">
                <a:solidFill>
                  <a:srgbClr val="3F3F3F"/>
                </a:solidFill>
              </a:rPr>
              <a:t>o</a:t>
            </a:r>
            <a:r>
              <a:rPr dirty="0">
                <a:solidFill>
                  <a:srgbClr val="3F3F3F"/>
                </a:solidFill>
              </a:rPr>
              <a:t>u</a:t>
            </a:r>
            <a:r>
              <a:rPr spc="-10" dirty="0">
                <a:solidFill>
                  <a:srgbClr val="3F3F3F"/>
                </a:solidFill>
              </a:rPr>
              <a:t>r</a:t>
            </a:r>
            <a:r>
              <a:rPr spc="-30" dirty="0">
                <a:solidFill>
                  <a:srgbClr val="3F3F3F"/>
                </a:solidFill>
              </a:rPr>
              <a:t> </a:t>
            </a:r>
            <a:r>
              <a:rPr spc="-14" dirty="0">
                <a:solidFill>
                  <a:srgbClr val="3F3F3F"/>
                </a:solidFill>
              </a:rPr>
              <a:t>q</a:t>
            </a:r>
            <a:r>
              <a:rPr dirty="0">
                <a:solidFill>
                  <a:srgbClr val="3F3F3F"/>
                </a:solidFill>
              </a:rPr>
              <a:t>u</a:t>
            </a:r>
            <a:r>
              <a:rPr spc="-30" dirty="0">
                <a:solidFill>
                  <a:srgbClr val="3F3F3F"/>
                </a:solidFill>
              </a:rPr>
              <a:t>i</a:t>
            </a:r>
            <a:r>
              <a:rPr dirty="0">
                <a:solidFill>
                  <a:srgbClr val="3F3F3F"/>
                </a:solidFill>
              </a:rPr>
              <a:t>e</a:t>
            </a:r>
            <a:r>
              <a:rPr spc="-10" dirty="0">
                <a:solidFill>
                  <a:srgbClr val="3F3F3F"/>
                </a:solidFill>
              </a:rPr>
              <a:t>t,</a:t>
            </a:r>
            <a:r>
              <a:rPr spc="-25" dirty="0">
                <a:solidFill>
                  <a:srgbClr val="3F3F3F"/>
                </a:solidFill>
              </a:rPr>
              <a:t> </a:t>
            </a:r>
            <a:r>
              <a:rPr dirty="0">
                <a:solidFill>
                  <a:srgbClr val="3F3F3F"/>
                </a:solidFill>
              </a:rPr>
              <a:t>p</a:t>
            </a:r>
            <a:r>
              <a:rPr spc="-20" dirty="0">
                <a:solidFill>
                  <a:srgbClr val="3F3F3F"/>
                </a:solidFill>
              </a:rPr>
              <a:t>ea</a:t>
            </a:r>
            <a:r>
              <a:rPr spc="-14" dirty="0">
                <a:solidFill>
                  <a:srgbClr val="3F3F3F"/>
                </a:solidFill>
              </a:rPr>
              <a:t>k</a:t>
            </a:r>
            <a:r>
              <a:rPr spc="20" dirty="0">
                <a:solidFill>
                  <a:srgbClr val="3F3F3F"/>
                </a:solidFill>
              </a:rPr>
              <a:t> </a:t>
            </a:r>
            <a:r>
              <a:rPr spc="-30" dirty="0">
                <a:solidFill>
                  <a:srgbClr val="3F3F3F"/>
                </a:solidFill>
              </a:rPr>
              <a:t>t</a:t>
            </a:r>
            <a:r>
              <a:rPr spc="-10" dirty="0">
                <a:solidFill>
                  <a:srgbClr val="3F3F3F"/>
                </a:solidFill>
              </a:rPr>
              <a:t>i</a:t>
            </a:r>
            <a:r>
              <a:rPr spc="-40" dirty="0">
                <a:solidFill>
                  <a:srgbClr val="3F3F3F"/>
                </a:solidFill>
              </a:rPr>
              <a:t>m</a:t>
            </a:r>
            <a:r>
              <a:rPr dirty="0">
                <a:solidFill>
                  <a:srgbClr val="3F3F3F"/>
                </a:solidFill>
              </a:rPr>
              <a:t>e</a:t>
            </a:r>
            <a:r>
              <a:rPr spc="-10" dirty="0">
                <a:solidFill>
                  <a:srgbClr val="3F3F3F"/>
                </a:solidFill>
              </a:rPr>
              <a:t>.</a:t>
            </a:r>
          </a:p>
          <a:p>
            <a:pPr marL="822228" marR="5080" indent="-286987">
              <a:spcBef>
                <a:spcPts val="994"/>
              </a:spcBef>
            </a:pPr>
            <a:r>
              <a:rPr spc="-20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pc="-254" dirty="0">
                <a:solidFill>
                  <a:srgbClr val="A42F0F"/>
                </a:solidFill>
              </a:rPr>
              <a:t> </a:t>
            </a:r>
            <a:r>
              <a:rPr spc="-10" dirty="0">
                <a:solidFill>
                  <a:srgbClr val="3F3F3F"/>
                </a:solidFill>
              </a:rPr>
              <a:t>St</a:t>
            </a:r>
            <a:r>
              <a:rPr spc="-20" dirty="0">
                <a:solidFill>
                  <a:srgbClr val="3F3F3F"/>
                </a:solidFill>
              </a:rPr>
              <a:t>e</a:t>
            </a:r>
            <a:r>
              <a:rPr spc="-14" dirty="0">
                <a:solidFill>
                  <a:srgbClr val="3F3F3F"/>
                </a:solidFill>
              </a:rPr>
              <a:t>p</a:t>
            </a:r>
            <a:r>
              <a:rPr spc="-4" dirty="0">
                <a:solidFill>
                  <a:srgbClr val="3F3F3F"/>
                </a:solidFill>
              </a:rPr>
              <a:t> </a:t>
            </a:r>
            <a:r>
              <a:rPr dirty="0">
                <a:solidFill>
                  <a:srgbClr val="3F3F3F"/>
                </a:solidFill>
              </a:rPr>
              <a:t>4</a:t>
            </a:r>
            <a:r>
              <a:rPr spc="-10" dirty="0">
                <a:solidFill>
                  <a:srgbClr val="3F3F3F"/>
                </a:solidFill>
              </a:rPr>
              <a:t>:</a:t>
            </a:r>
            <a:r>
              <a:rPr spc="-20" dirty="0">
                <a:solidFill>
                  <a:srgbClr val="3F3F3F"/>
                </a:solidFill>
              </a:rPr>
              <a:t> </a:t>
            </a:r>
            <a:r>
              <a:rPr spc="-10" dirty="0">
                <a:solidFill>
                  <a:srgbClr val="3F3F3F"/>
                </a:solidFill>
              </a:rPr>
              <a:t>Cl</a:t>
            </a:r>
            <a:r>
              <a:rPr spc="-20" dirty="0">
                <a:solidFill>
                  <a:srgbClr val="3F3F3F"/>
                </a:solidFill>
              </a:rPr>
              <a:t>ea</a:t>
            </a:r>
            <a:r>
              <a:rPr spc="-10" dirty="0">
                <a:solidFill>
                  <a:srgbClr val="3F3F3F"/>
                </a:solidFill>
              </a:rPr>
              <a:t>r</a:t>
            </a:r>
            <a:r>
              <a:rPr spc="10" dirty="0">
                <a:solidFill>
                  <a:srgbClr val="3F3F3F"/>
                </a:solidFill>
              </a:rPr>
              <a:t> </a:t>
            </a:r>
            <a:r>
              <a:rPr spc="-20" dirty="0">
                <a:solidFill>
                  <a:srgbClr val="3F3F3F"/>
                </a:solidFill>
              </a:rPr>
              <a:t>a</a:t>
            </a:r>
            <a:r>
              <a:rPr spc="-25" dirty="0">
                <a:solidFill>
                  <a:srgbClr val="3F3F3F"/>
                </a:solidFill>
              </a:rPr>
              <a:t>w</a:t>
            </a:r>
            <a:r>
              <a:rPr dirty="0">
                <a:solidFill>
                  <a:srgbClr val="3F3F3F"/>
                </a:solidFill>
              </a:rPr>
              <a:t>a</a:t>
            </a:r>
            <a:r>
              <a:rPr spc="-14" dirty="0">
                <a:solidFill>
                  <a:srgbClr val="3F3F3F"/>
                </a:solidFill>
              </a:rPr>
              <a:t>y</a:t>
            </a:r>
            <a:r>
              <a:rPr spc="-4" dirty="0">
                <a:solidFill>
                  <a:srgbClr val="3F3F3F"/>
                </a:solidFill>
              </a:rPr>
              <a:t> </a:t>
            </a:r>
            <a:r>
              <a:rPr spc="-10" dirty="0">
                <a:solidFill>
                  <a:srgbClr val="3F3F3F"/>
                </a:solidFill>
              </a:rPr>
              <a:t>dist</a:t>
            </a:r>
            <a:r>
              <a:rPr spc="-20" dirty="0">
                <a:solidFill>
                  <a:srgbClr val="3F3F3F"/>
                </a:solidFill>
              </a:rPr>
              <a:t>r</a:t>
            </a:r>
            <a:r>
              <a:rPr dirty="0">
                <a:solidFill>
                  <a:srgbClr val="3F3F3F"/>
                </a:solidFill>
              </a:rPr>
              <a:t>a</a:t>
            </a:r>
            <a:r>
              <a:rPr spc="-20" dirty="0">
                <a:solidFill>
                  <a:srgbClr val="3F3F3F"/>
                </a:solidFill>
              </a:rPr>
              <a:t>c</a:t>
            </a:r>
            <a:r>
              <a:rPr spc="-10" dirty="0">
                <a:solidFill>
                  <a:srgbClr val="3F3F3F"/>
                </a:solidFill>
              </a:rPr>
              <a:t>tions</a:t>
            </a:r>
            <a:r>
              <a:rPr dirty="0">
                <a:solidFill>
                  <a:srgbClr val="3F3F3F"/>
                </a:solidFill>
              </a:rPr>
              <a:t> </a:t>
            </a:r>
            <a:r>
              <a:rPr spc="-20" dirty="0">
                <a:solidFill>
                  <a:srgbClr val="3F3F3F"/>
                </a:solidFill>
              </a:rPr>
              <a:t>a</a:t>
            </a:r>
            <a:r>
              <a:rPr dirty="0">
                <a:solidFill>
                  <a:srgbClr val="3F3F3F"/>
                </a:solidFill>
              </a:rPr>
              <a:t>n</a:t>
            </a:r>
            <a:r>
              <a:rPr spc="-14" dirty="0">
                <a:solidFill>
                  <a:srgbClr val="3F3F3F"/>
                </a:solidFill>
              </a:rPr>
              <a:t>d</a:t>
            </a:r>
            <a:r>
              <a:rPr spc="-25" dirty="0">
                <a:solidFill>
                  <a:srgbClr val="3F3F3F"/>
                </a:solidFill>
              </a:rPr>
              <a:t> </a:t>
            </a:r>
            <a:r>
              <a:rPr spc="-10" dirty="0">
                <a:solidFill>
                  <a:srgbClr val="3F3F3F"/>
                </a:solidFill>
              </a:rPr>
              <a:t>l</a:t>
            </a:r>
            <a:r>
              <a:rPr dirty="0">
                <a:solidFill>
                  <a:srgbClr val="3F3F3F"/>
                </a:solidFill>
              </a:rPr>
              <a:t>e</a:t>
            </a:r>
            <a:r>
              <a:rPr spc="-20" dirty="0">
                <a:solidFill>
                  <a:srgbClr val="3F3F3F"/>
                </a:solidFill>
              </a:rPr>
              <a:t>ar</a:t>
            </a:r>
            <a:r>
              <a:rPr spc="-14" dirty="0">
                <a:solidFill>
                  <a:srgbClr val="3F3F3F"/>
                </a:solidFill>
              </a:rPr>
              <a:t>n</a:t>
            </a:r>
            <a:r>
              <a:rPr spc="20" dirty="0">
                <a:solidFill>
                  <a:srgbClr val="3F3F3F"/>
                </a:solidFill>
              </a:rPr>
              <a:t> </a:t>
            </a:r>
            <a:r>
              <a:rPr spc="-10" dirty="0">
                <a:solidFill>
                  <a:srgbClr val="3F3F3F"/>
                </a:solidFill>
              </a:rPr>
              <a:t>to</a:t>
            </a:r>
            <a:r>
              <a:rPr spc="-4" dirty="0">
                <a:solidFill>
                  <a:srgbClr val="3F3F3F"/>
                </a:solidFill>
              </a:rPr>
              <a:t> </a:t>
            </a:r>
            <a:r>
              <a:rPr dirty="0">
                <a:solidFill>
                  <a:srgbClr val="3F3F3F"/>
                </a:solidFill>
              </a:rPr>
              <a:t>f</a:t>
            </a:r>
            <a:r>
              <a:rPr spc="-14" dirty="0">
                <a:solidFill>
                  <a:srgbClr val="3F3F3F"/>
                </a:solidFill>
              </a:rPr>
              <a:t>o</a:t>
            </a:r>
            <a:r>
              <a:rPr spc="-20" dirty="0">
                <a:solidFill>
                  <a:srgbClr val="3F3F3F"/>
                </a:solidFill>
              </a:rPr>
              <a:t>c</a:t>
            </a:r>
            <a:r>
              <a:rPr dirty="0">
                <a:solidFill>
                  <a:srgbClr val="3F3F3F"/>
                </a:solidFill>
              </a:rPr>
              <a:t>u</a:t>
            </a:r>
            <a:r>
              <a:rPr spc="-10" dirty="0">
                <a:solidFill>
                  <a:srgbClr val="3F3F3F"/>
                </a:solidFill>
              </a:rPr>
              <a:t>s</a:t>
            </a:r>
            <a:r>
              <a:rPr spc="-25" dirty="0">
                <a:solidFill>
                  <a:srgbClr val="3F3F3F"/>
                </a:solidFill>
              </a:rPr>
              <a:t> </a:t>
            </a:r>
            <a:r>
              <a:rPr spc="-14" dirty="0">
                <a:solidFill>
                  <a:srgbClr val="3F3F3F"/>
                </a:solidFill>
              </a:rPr>
              <a:t>on</a:t>
            </a:r>
            <a:r>
              <a:rPr spc="-4" dirty="0">
                <a:solidFill>
                  <a:srgbClr val="3F3F3F"/>
                </a:solidFill>
              </a:rPr>
              <a:t> </a:t>
            </a:r>
            <a:r>
              <a:rPr spc="-10" dirty="0">
                <a:solidFill>
                  <a:srgbClr val="3F3F3F"/>
                </a:solidFill>
              </a:rPr>
              <a:t>th</a:t>
            </a:r>
            <a:r>
              <a:rPr spc="-20" dirty="0">
                <a:solidFill>
                  <a:srgbClr val="3F3F3F"/>
                </a:solidFill>
              </a:rPr>
              <a:t>a</a:t>
            </a:r>
            <a:r>
              <a:rPr spc="-10" dirty="0">
                <a:solidFill>
                  <a:srgbClr val="3F3F3F"/>
                </a:solidFill>
              </a:rPr>
              <a:t>t</a:t>
            </a:r>
            <a:r>
              <a:rPr dirty="0">
                <a:solidFill>
                  <a:srgbClr val="3F3F3F"/>
                </a:solidFill>
              </a:rPr>
              <a:t> </a:t>
            </a:r>
            <a:r>
              <a:rPr spc="-10" dirty="0">
                <a:solidFill>
                  <a:srgbClr val="3F3F3F"/>
                </a:solidFill>
              </a:rPr>
              <a:t>t</a:t>
            </a:r>
            <a:r>
              <a:rPr dirty="0">
                <a:solidFill>
                  <a:srgbClr val="3F3F3F"/>
                </a:solidFill>
              </a:rPr>
              <a:t>a</a:t>
            </a:r>
            <a:r>
              <a:rPr spc="-30" dirty="0">
                <a:solidFill>
                  <a:srgbClr val="3F3F3F"/>
                </a:solidFill>
              </a:rPr>
              <a:t>s</a:t>
            </a:r>
            <a:r>
              <a:rPr spc="-14" dirty="0">
                <a:solidFill>
                  <a:srgbClr val="3F3F3F"/>
                </a:solidFill>
              </a:rPr>
              <a:t>k</a:t>
            </a:r>
            <a:r>
              <a:rPr spc="20" dirty="0">
                <a:solidFill>
                  <a:srgbClr val="3F3F3F"/>
                </a:solidFill>
              </a:rPr>
              <a:t> </a:t>
            </a:r>
            <a:r>
              <a:rPr spc="-20" dirty="0">
                <a:solidFill>
                  <a:srgbClr val="3F3F3F"/>
                </a:solidFill>
              </a:rPr>
              <a:t>f</a:t>
            </a:r>
            <a:r>
              <a:rPr spc="-10" dirty="0">
                <a:solidFill>
                  <a:srgbClr val="3F3F3F"/>
                </a:solidFill>
              </a:rPr>
              <a:t>or</a:t>
            </a:r>
            <a:r>
              <a:rPr spc="10" dirty="0">
                <a:solidFill>
                  <a:srgbClr val="3F3F3F"/>
                </a:solidFill>
              </a:rPr>
              <a:t> </a:t>
            </a:r>
            <a:r>
              <a:rPr spc="-20" dirty="0">
                <a:solidFill>
                  <a:srgbClr val="3F3F3F"/>
                </a:solidFill>
              </a:rPr>
              <a:t>a</a:t>
            </a:r>
            <a:r>
              <a:rPr spc="-10" dirty="0">
                <a:solidFill>
                  <a:srgbClr val="3F3F3F"/>
                </a:solidFill>
              </a:rPr>
              <a:t>s long</a:t>
            </a:r>
            <a:r>
              <a:rPr spc="-4" dirty="0">
                <a:solidFill>
                  <a:srgbClr val="3F3F3F"/>
                </a:solidFill>
              </a:rPr>
              <a:t> </a:t>
            </a:r>
            <a:r>
              <a:rPr dirty="0">
                <a:solidFill>
                  <a:srgbClr val="3F3F3F"/>
                </a:solidFill>
              </a:rPr>
              <a:t>a</a:t>
            </a:r>
            <a:r>
              <a:rPr spc="-10" dirty="0">
                <a:solidFill>
                  <a:srgbClr val="3F3F3F"/>
                </a:solidFill>
              </a:rPr>
              <a:t>s</a:t>
            </a:r>
            <a:r>
              <a:rPr spc="-25" dirty="0">
                <a:solidFill>
                  <a:srgbClr val="3F3F3F"/>
                </a:solidFill>
              </a:rPr>
              <a:t> </a:t>
            </a:r>
            <a:r>
              <a:rPr dirty="0">
                <a:solidFill>
                  <a:srgbClr val="3F3F3F"/>
                </a:solidFill>
              </a:rPr>
              <a:t>p</a:t>
            </a:r>
            <a:r>
              <a:rPr spc="-10" dirty="0">
                <a:solidFill>
                  <a:srgbClr val="3F3F3F"/>
                </a:solidFill>
              </a:rPr>
              <a:t>oss</a:t>
            </a:r>
            <a:r>
              <a:rPr spc="-30" dirty="0">
                <a:solidFill>
                  <a:srgbClr val="3F3F3F"/>
                </a:solidFill>
              </a:rPr>
              <a:t>i</a:t>
            </a:r>
            <a:r>
              <a:rPr dirty="0">
                <a:solidFill>
                  <a:srgbClr val="3F3F3F"/>
                </a:solidFill>
              </a:rPr>
              <a:t>b</a:t>
            </a:r>
            <a:r>
              <a:rPr spc="-10" dirty="0">
                <a:solidFill>
                  <a:srgbClr val="3F3F3F"/>
                </a:solidFill>
              </a:rPr>
              <a:t>l</a:t>
            </a:r>
            <a:r>
              <a:rPr spc="-20" dirty="0">
                <a:solidFill>
                  <a:srgbClr val="3F3F3F"/>
                </a:solidFill>
              </a:rPr>
              <a:t>e</a:t>
            </a:r>
            <a:r>
              <a:rPr spc="-10" dirty="0">
                <a:solidFill>
                  <a:srgbClr val="3F3F3F"/>
                </a:solidFill>
              </a:rPr>
              <a:t>.</a:t>
            </a:r>
          </a:p>
          <a:p>
            <a:pPr marL="535878">
              <a:spcBef>
                <a:spcPts val="1005"/>
              </a:spcBef>
            </a:pPr>
            <a:r>
              <a:rPr spc="-20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pc="-254" dirty="0">
                <a:solidFill>
                  <a:srgbClr val="A42F0F"/>
                </a:solidFill>
              </a:rPr>
              <a:t> </a:t>
            </a:r>
            <a:r>
              <a:rPr spc="-10" dirty="0">
                <a:solidFill>
                  <a:srgbClr val="3F3F3F"/>
                </a:solidFill>
              </a:rPr>
              <a:t>St</a:t>
            </a:r>
            <a:r>
              <a:rPr spc="-20" dirty="0">
                <a:solidFill>
                  <a:srgbClr val="3F3F3F"/>
                </a:solidFill>
              </a:rPr>
              <a:t>e</a:t>
            </a:r>
            <a:r>
              <a:rPr spc="-14" dirty="0">
                <a:solidFill>
                  <a:srgbClr val="3F3F3F"/>
                </a:solidFill>
              </a:rPr>
              <a:t>p</a:t>
            </a:r>
            <a:r>
              <a:rPr spc="-4" dirty="0">
                <a:solidFill>
                  <a:srgbClr val="3F3F3F"/>
                </a:solidFill>
              </a:rPr>
              <a:t> </a:t>
            </a:r>
            <a:r>
              <a:rPr dirty="0">
                <a:solidFill>
                  <a:srgbClr val="3F3F3F"/>
                </a:solidFill>
              </a:rPr>
              <a:t>5</a:t>
            </a:r>
            <a:r>
              <a:rPr spc="-10" dirty="0">
                <a:solidFill>
                  <a:srgbClr val="3F3F3F"/>
                </a:solidFill>
              </a:rPr>
              <a:t>:</a:t>
            </a:r>
            <a:r>
              <a:rPr spc="-20" dirty="0">
                <a:solidFill>
                  <a:srgbClr val="3F3F3F"/>
                </a:solidFill>
              </a:rPr>
              <a:t> I</a:t>
            </a:r>
            <a:r>
              <a:rPr spc="-40" dirty="0">
                <a:solidFill>
                  <a:srgbClr val="3F3F3F"/>
                </a:solidFill>
              </a:rPr>
              <a:t>mm</a:t>
            </a:r>
            <a:r>
              <a:rPr dirty="0">
                <a:solidFill>
                  <a:srgbClr val="3F3F3F"/>
                </a:solidFill>
              </a:rPr>
              <a:t>e</a:t>
            </a:r>
            <a:r>
              <a:rPr spc="-20" dirty="0">
                <a:solidFill>
                  <a:srgbClr val="3F3F3F"/>
                </a:solidFill>
              </a:rPr>
              <a:t>r</a:t>
            </a:r>
            <a:r>
              <a:rPr spc="-10" dirty="0">
                <a:solidFill>
                  <a:srgbClr val="3F3F3F"/>
                </a:solidFill>
              </a:rPr>
              <a:t>se</a:t>
            </a:r>
            <a:r>
              <a:rPr spc="55" dirty="0">
                <a:solidFill>
                  <a:srgbClr val="3F3F3F"/>
                </a:solidFill>
              </a:rPr>
              <a:t> </a:t>
            </a:r>
            <a:r>
              <a:rPr dirty="0">
                <a:solidFill>
                  <a:srgbClr val="3F3F3F"/>
                </a:solidFill>
              </a:rPr>
              <a:t>y</a:t>
            </a:r>
            <a:r>
              <a:rPr spc="-14" dirty="0">
                <a:solidFill>
                  <a:srgbClr val="3F3F3F"/>
                </a:solidFill>
              </a:rPr>
              <a:t>ou</a:t>
            </a:r>
            <a:r>
              <a:rPr dirty="0">
                <a:solidFill>
                  <a:srgbClr val="3F3F3F"/>
                </a:solidFill>
              </a:rPr>
              <a:t>r</a:t>
            </a:r>
            <a:r>
              <a:rPr spc="-30" dirty="0">
                <a:solidFill>
                  <a:srgbClr val="3F3F3F"/>
                </a:solidFill>
              </a:rPr>
              <a:t>s</a:t>
            </a:r>
            <a:r>
              <a:rPr dirty="0">
                <a:solidFill>
                  <a:srgbClr val="3F3F3F"/>
                </a:solidFill>
              </a:rPr>
              <a:t>e</a:t>
            </a:r>
            <a:r>
              <a:rPr spc="-10" dirty="0">
                <a:solidFill>
                  <a:srgbClr val="3F3F3F"/>
                </a:solidFill>
              </a:rPr>
              <a:t>lf</a:t>
            </a:r>
            <a:r>
              <a:rPr spc="-30" dirty="0">
                <a:solidFill>
                  <a:srgbClr val="3F3F3F"/>
                </a:solidFill>
              </a:rPr>
              <a:t> </a:t>
            </a:r>
            <a:r>
              <a:rPr spc="-10" dirty="0">
                <a:solidFill>
                  <a:srgbClr val="3F3F3F"/>
                </a:solidFill>
              </a:rPr>
              <a:t>in</a:t>
            </a:r>
            <a:r>
              <a:rPr spc="-4" dirty="0">
                <a:solidFill>
                  <a:srgbClr val="3F3F3F"/>
                </a:solidFill>
              </a:rPr>
              <a:t> </a:t>
            </a:r>
            <a:r>
              <a:rPr spc="-10" dirty="0">
                <a:solidFill>
                  <a:srgbClr val="3F3F3F"/>
                </a:solidFill>
              </a:rPr>
              <a:t>the</a:t>
            </a:r>
            <a:r>
              <a:rPr spc="10" dirty="0">
                <a:solidFill>
                  <a:srgbClr val="3F3F3F"/>
                </a:solidFill>
              </a:rPr>
              <a:t> </a:t>
            </a:r>
            <a:r>
              <a:rPr spc="-14" dirty="0">
                <a:solidFill>
                  <a:srgbClr val="3F3F3F"/>
                </a:solidFill>
              </a:rPr>
              <a:t>p</a:t>
            </a:r>
            <a:r>
              <a:rPr spc="-20" dirty="0">
                <a:solidFill>
                  <a:srgbClr val="3F3F3F"/>
                </a:solidFill>
              </a:rPr>
              <a:t>r</a:t>
            </a:r>
            <a:r>
              <a:rPr dirty="0">
                <a:solidFill>
                  <a:srgbClr val="3F3F3F"/>
                </a:solidFill>
              </a:rPr>
              <a:t>e</a:t>
            </a:r>
            <a:r>
              <a:rPr spc="-30" dirty="0">
                <a:solidFill>
                  <a:srgbClr val="3F3F3F"/>
                </a:solidFill>
              </a:rPr>
              <a:t>s</a:t>
            </a:r>
            <a:r>
              <a:rPr dirty="0">
                <a:solidFill>
                  <a:srgbClr val="3F3F3F"/>
                </a:solidFill>
              </a:rPr>
              <a:t>e</a:t>
            </a:r>
            <a:r>
              <a:rPr spc="-10" dirty="0">
                <a:solidFill>
                  <a:srgbClr val="3F3F3F"/>
                </a:solidFill>
              </a:rPr>
              <a:t>nt</a:t>
            </a:r>
            <a:r>
              <a:rPr dirty="0">
                <a:solidFill>
                  <a:srgbClr val="3F3F3F"/>
                </a:solidFill>
              </a:rPr>
              <a:t> </a:t>
            </a:r>
            <a:r>
              <a:rPr spc="-40" dirty="0">
                <a:solidFill>
                  <a:srgbClr val="3F3F3F"/>
                </a:solidFill>
              </a:rPr>
              <a:t>m</a:t>
            </a:r>
            <a:r>
              <a:rPr spc="-14" dirty="0">
                <a:solidFill>
                  <a:srgbClr val="3F3F3F"/>
                </a:solidFill>
              </a:rPr>
              <a:t>o</a:t>
            </a:r>
            <a:r>
              <a:rPr spc="-40" dirty="0">
                <a:solidFill>
                  <a:srgbClr val="3F3F3F"/>
                </a:solidFill>
              </a:rPr>
              <a:t>m</a:t>
            </a:r>
            <a:r>
              <a:rPr dirty="0">
                <a:solidFill>
                  <a:srgbClr val="3F3F3F"/>
                </a:solidFill>
              </a:rPr>
              <a:t>e</a:t>
            </a:r>
            <a:r>
              <a:rPr spc="-10" dirty="0">
                <a:solidFill>
                  <a:srgbClr val="3F3F3F"/>
                </a:solidFill>
              </a:rPr>
              <a:t>nt,</a:t>
            </a:r>
            <a:r>
              <a:rPr spc="40" dirty="0">
                <a:solidFill>
                  <a:srgbClr val="3F3F3F"/>
                </a:solidFill>
              </a:rPr>
              <a:t> </a:t>
            </a:r>
            <a:r>
              <a:rPr spc="-20" dirty="0">
                <a:solidFill>
                  <a:srgbClr val="3F3F3F"/>
                </a:solidFill>
              </a:rPr>
              <a:t>e</a:t>
            </a:r>
            <a:r>
              <a:rPr spc="-10" dirty="0">
                <a:solidFill>
                  <a:srgbClr val="3F3F3F"/>
                </a:solidFill>
              </a:rPr>
              <a:t>njoy</a:t>
            </a:r>
            <a:r>
              <a:rPr spc="-4" dirty="0">
                <a:solidFill>
                  <a:srgbClr val="3F3F3F"/>
                </a:solidFill>
              </a:rPr>
              <a:t> </a:t>
            </a:r>
            <a:r>
              <a:rPr dirty="0">
                <a:solidFill>
                  <a:srgbClr val="3F3F3F"/>
                </a:solidFill>
              </a:rPr>
              <a:t>y</a:t>
            </a:r>
            <a:r>
              <a:rPr spc="-14" dirty="0">
                <a:solidFill>
                  <a:srgbClr val="3F3F3F"/>
                </a:solidFill>
              </a:rPr>
              <a:t>o</a:t>
            </a:r>
            <a:r>
              <a:rPr dirty="0">
                <a:solidFill>
                  <a:srgbClr val="3F3F3F"/>
                </a:solidFill>
              </a:rPr>
              <a:t>u</a:t>
            </a:r>
            <a:r>
              <a:rPr spc="-20" dirty="0">
                <a:solidFill>
                  <a:srgbClr val="3F3F3F"/>
                </a:solidFill>
              </a:rPr>
              <a:t>r</a:t>
            </a:r>
            <a:r>
              <a:rPr spc="-10" dirty="0">
                <a:solidFill>
                  <a:srgbClr val="3F3F3F"/>
                </a:solidFill>
              </a:rPr>
              <a:t>s</a:t>
            </a:r>
            <a:r>
              <a:rPr spc="-20" dirty="0">
                <a:solidFill>
                  <a:srgbClr val="3F3F3F"/>
                </a:solidFill>
              </a:rPr>
              <a:t>e</a:t>
            </a:r>
            <a:r>
              <a:rPr spc="-10" dirty="0">
                <a:solidFill>
                  <a:srgbClr val="3F3F3F"/>
                </a:solidFill>
              </a:rPr>
              <a:t>l</a:t>
            </a:r>
            <a:r>
              <a:rPr spc="-20" dirty="0">
                <a:solidFill>
                  <a:srgbClr val="3F3F3F"/>
                </a:solidFill>
              </a:rPr>
              <a:t>f</a:t>
            </a:r>
            <a:r>
              <a:rPr spc="-10" dirty="0">
                <a:solidFill>
                  <a:srgbClr val="3F3F3F"/>
                </a:solidFill>
              </a:rPr>
              <a:t>.</a:t>
            </a:r>
          </a:p>
          <a:p>
            <a:pPr marL="535878">
              <a:spcBef>
                <a:spcPts val="994"/>
              </a:spcBef>
            </a:pPr>
            <a:r>
              <a:rPr spc="-20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pc="-254" dirty="0">
                <a:solidFill>
                  <a:srgbClr val="A42F0F"/>
                </a:solidFill>
              </a:rPr>
              <a:t> </a:t>
            </a:r>
            <a:r>
              <a:rPr spc="-10" dirty="0">
                <a:solidFill>
                  <a:srgbClr val="3F3F3F"/>
                </a:solidFill>
              </a:rPr>
              <a:t>St</a:t>
            </a:r>
            <a:r>
              <a:rPr spc="-20" dirty="0">
                <a:solidFill>
                  <a:srgbClr val="3F3F3F"/>
                </a:solidFill>
              </a:rPr>
              <a:t>e</a:t>
            </a:r>
            <a:r>
              <a:rPr spc="-14" dirty="0">
                <a:solidFill>
                  <a:srgbClr val="3F3F3F"/>
                </a:solidFill>
              </a:rPr>
              <a:t>p</a:t>
            </a:r>
            <a:r>
              <a:rPr spc="-4" dirty="0">
                <a:solidFill>
                  <a:srgbClr val="3F3F3F"/>
                </a:solidFill>
              </a:rPr>
              <a:t> </a:t>
            </a:r>
            <a:r>
              <a:rPr dirty="0">
                <a:solidFill>
                  <a:srgbClr val="3F3F3F"/>
                </a:solidFill>
              </a:rPr>
              <a:t>6</a:t>
            </a:r>
            <a:r>
              <a:rPr spc="-10" dirty="0">
                <a:solidFill>
                  <a:srgbClr val="3F3F3F"/>
                </a:solidFill>
              </a:rPr>
              <a:t>:</a:t>
            </a:r>
            <a:r>
              <a:rPr spc="-20" dirty="0">
                <a:solidFill>
                  <a:srgbClr val="3F3F3F"/>
                </a:solidFill>
              </a:rPr>
              <a:t> </a:t>
            </a:r>
            <a:r>
              <a:rPr spc="-25" dirty="0">
                <a:solidFill>
                  <a:srgbClr val="3F3F3F"/>
                </a:solidFill>
              </a:rPr>
              <a:t>K</a:t>
            </a:r>
            <a:r>
              <a:rPr spc="-20" dirty="0">
                <a:solidFill>
                  <a:srgbClr val="3F3F3F"/>
                </a:solidFill>
              </a:rPr>
              <a:t>e</a:t>
            </a:r>
            <a:r>
              <a:rPr dirty="0">
                <a:solidFill>
                  <a:srgbClr val="3F3F3F"/>
                </a:solidFill>
              </a:rPr>
              <a:t>e</a:t>
            </a:r>
            <a:r>
              <a:rPr spc="-14" dirty="0">
                <a:solidFill>
                  <a:srgbClr val="3F3F3F"/>
                </a:solidFill>
              </a:rPr>
              <a:t>p</a:t>
            </a:r>
            <a:r>
              <a:rPr spc="20" dirty="0">
                <a:solidFill>
                  <a:srgbClr val="3F3F3F"/>
                </a:solidFill>
              </a:rPr>
              <a:t> </a:t>
            </a:r>
            <a:r>
              <a:rPr spc="-14" dirty="0">
                <a:solidFill>
                  <a:srgbClr val="3F3F3F"/>
                </a:solidFill>
              </a:rPr>
              <a:t>p</a:t>
            </a:r>
            <a:r>
              <a:rPr spc="-20" dirty="0">
                <a:solidFill>
                  <a:srgbClr val="3F3F3F"/>
                </a:solidFill>
              </a:rPr>
              <a:t>ra</a:t>
            </a:r>
            <a:r>
              <a:rPr dirty="0">
                <a:solidFill>
                  <a:srgbClr val="3F3F3F"/>
                </a:solidFill>
              </a:rPr>
              <a:t>c</a:t>
            </a:r>
            <a:r>
              <a:rPr spc="-10" dirty="0">
                <a:solidFill>
                  <a:srgbClr val="3F3F3F"/>
                </a:solidFill>
              </a:rPr>
              <a:t>t</a:t>
            </a:r>
            <a:r>
              <a:rPr spc="-30" dirty="0">
                <a:solidFill>
                  <a:srgbClr val="3F3F3F"/>
                </a:solidFill>
              </a:rPr>
              <a:t>i</a:t>
            </a:r>
            <a:r>
              <a:rPr dirty="0">
                <a:solidFill>
                  <a:srgbClr val="3F3F3F"/>
                </a:solidFill>
              </a:rPr>
              <a:t>c</a:t>
            </a:r>
            <a:r>
              <a:rPr spc="-10" dirty="0">
                <a:solidFill>
                  <a:srgbClr val="3F3F3F"/>
                </a:solidFill>
              </a:rPr>
              <a:t>ing.</a:t>
            </a:r>
          </a:p>
          <a:p>
            <a:pPr marL="535878">
              <a:spcBef>
                <a:spcPts val="994"/>
              </a:spcBef>
            </a:pPr>
            <a:r>
              <a:rPr spc="-20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pc="-254" dirty="0">
                <a:solidFill>
                  <a:srgbClr val="A42F0F"/>
                </a:solidFill>
              </a:rPr>
              <a:t> </a:t>
            </a:r>
            <a:r>
              <a:rPr spc="-10" dirty="0">
                <a:solidFill>
                  <a:srgbClr val="3F3F3F"/>
                </a:solidFill>
              </a:rPr>
              <a:t>St</a:t>
            </a:r>
            <a:r>
              <a:rPr spc="-20" dirty="0">
                <a:solidFill>
                  <a:srgbClr val="3F3F3F"/>
                </a:solidFill>
              </a:rPr>
              <a:t>e</a:t>
            </a:r>
            <a:r>
              <a:rPr spc="-14" dirty="0">
                <a:solidFill>
                  <a:srgbClr val="3F3F3F"/>
                </a:solidFill>
              </a:rPr>
              <a:t>p</a:t>
            </a:r>
            <a:r>
              <a:rPr spc="-4" dirty="0">
                <a:solidFill>
                  <a:srgbClr val="3F3F3F"/>
                </a:solidFill>
              </a:rPr>
              <a:t> </a:t>
            </a:r>
            <a:r>
              <a:rPr spc="-14" dirty="0">
                <a:solidFill>
                  <a:srgbClr val="3F3F3F"/>
                </a:solidFill>
              </a:rPr>
              <a:t>7</a:t>
            </a:r>
            <a:r>
              <a:rPr spc="-4" dirty="0">
                <a:solidFill>
                  <a:srgbClr val="3F3F3F"/>
                </a:solidFill>
              </a:rPr>
              <a:t> </a:t>
            </a:r>
            <a:r>
              <a:rPr spc="-10" dirty="0">
                <a:solidFill>
                  <a:srgbClr val="3F3F3F"/>
                </a:solidFill>
              </a:rPr>
              <a:t>:</a:t>
            </a:r>
            <a:r>
              <a:rPr dirty="0">
                <a:solidFill>
                  <a:srgbClr val="3F3F3F"/>
                </a:solidFill>
              </a:rPr>
              <a:t> </a:t>
            </a:r>
            <a:r>
              <a:rPr spc="-10" dirty="0">
                <a:solidFill>
                  <a:srgbClr val="3F3F3F"/>
                </a:solidFill>
              </a:rPr>
              <a:t>R</a:t>
            </a:r>
            <a:r>
              <a:rPr spc="-20" dirty="0">
                <a:solidFill>
                  <a:srgbClr val="3F3F3F"/>
                </a:solidFill>
              </a:rPr>
              <a:t>ea</a:t>
            </a:r>
            <a:r>
              <a:rPr spc="-14" dirty="0">
                <a:solidFill>
                  <a:srgbClr val="3F3F3F"/>
                </a:solidFill>
              </a:rPr>
              <a:t>p</a:t>
            </a:r>
            <a:r>
              <a:rPr spc="20" dirty="0">
                <a:solidFill>
                  <a:srgbClr val="3F3F3F"/>
                </a:solidFill>
              </a:rPr>
              <a:t> </a:t>
            </a:r>
            <a:r>
              <a:rPr spc="-10" dirty="0">
                <a:solidFill>
                  <a:srgbClr val="3F3F3F"/>
                </a:solidFill>
              </a:rPr>
              <a:t>the </a:t>
            </a:r>
            <a:r>
              <a:rPr dirty="0">
                <a:solidFill>
                  <a:srgbClr val="3F3F3F"/>
                </a:solidFill>
              </a:rPr>
              <a:t>r</a:t>
            </a:r>
            <a:r>
              <a:rPr spc="-20" dirty="0">
                <a:solidFill>
                  <a:srgbClr val="3F3F3F"/>
                </a:solidFill>
              </a:rPr>
              <a:t>e</a:t>
            </a:r>
            <a:r>
              <a:rPr spc="-25" dirty="0">
                <a:solidFill>
                  <a:srgbClr val="3F3F3F"/>
                </a:solidFill>
              </a:rPr>
              <a:t>w</a:t>
            </a:r>
            <a:r>
              <a:rPr spc="-20" dirty="0">
                <a:solidFill>
                  <a:srgbClr val="3F3F3F"/>
                </a:solidFill>
              </a:rPr>
              <a:t>a</a:t>
            </a:r>
            <a:r>
              <a:rPr dirty="0">
                <a:solidFill>
                  <a:srgbClr val="3F3F3F"/>
                </a:solidFill>
              </a:rPr>
              <a:t>r</a:t>
            </a:r>
            <a:r>
              <a:rPr spc="-10" dirty="0">
                <a:solidFill>
                  <a:srgbClr val="3F3F3F"/>
                </a:solidFill>
              </a:rPr>
              <a:t>ds.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8441" y="716628"/>
            <a:ext cx="5547995" cy="5581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9"/>
            <a:r>
              <a:rPr sz="3600" b="1" spc="-35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3600" b="1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3600" b="1" spc="10" dirty="0">
                <a:solidFill>
                  <a:srgbClr val="252525"/>
                </a:solidFill>
                <a:latin typeface="Times New Roman"/>
                <a:cs typeface="Times New Roman"/>
              </a:rPr>
              <a:t>k</a:t>
            </a:r>
            <a:r>
              <a:rPr sz="3600" b="1" spc="4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3600" b="1" spc="-2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3600" b="1" dirty="0">
                <a:solidFill>
                  <a:srgbClr val="252525"/>
                </a:solidFill>
                <a:latin typeface="Times New Roman"/>
                <a:cs typeface="Times New Roman"/>
              </a:rPr>
              <a:t>g </a:t>
            </a:r>
            <a:r>
              <a:rPr sz="3600" b="1" spc="1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3600" b="1" spc="-14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3600" b="1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3600" b="1" spc="2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3600" b="1" dirty="0">
                <a:solidFill>
                  <a:srgbClr val="252525"/>
                </a:solidFill>
                <a:latin typeface="Times New Roman"/>
                <a:cs typeface="Times New Roman"/>
              </a:rPr>
              <a:t>k</a:t>
            </a:r>
            <a:r>
              <a:rPr sz="3600" b="1" spc="-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3600" b="1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3600" b="1" spc="-1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3600" b="1" spc="-404" dirty="0">
                <a:solidFill>
                  <a:srgbClr val="252525"/>
                </a:solidFill>
                <a:latin typeface="Times New Roman"/>
                <a:cs typeface="Times New Roman"/>
              </a:rPr>
              <a:t>Y</a:t>
            </a:r>
            <a:r>
              <a:rPr sz="3600" b="1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3600" b="1" spc="10" dirty="0">
                <a:solidFill>
                  <a:srgbClr val="252525"/>
                </a:solidFill>
                <a:latin typeface="Times New Roman"/>
                <a:cs typeface="Times New Roman"/>
              </a:rPr>
              <a:t>u</a:t>
            </a:r>
            <a:r>
              <a:rPr sz="3600" b="1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3600" b="1" spc="-9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3600" b="1" spc="20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3600" b="1" spc="-14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3600" b="1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3600" b="1" spc="1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3600" b="1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62000" y="1447799"/>
            <a:ext cx="8686800" cy="5638800"/>
          </a:xfrm>
          <a:custGeom>
            <a:avLst/>
            <a:gdLst/>
            <a:ahLst/>
            <a:cxnLst/>
            <a:rect l="l" t="t" r="r" b="b"/>
            <a:pathLst>
              <a:path w="8686800" h="5638800">
                <a:moveTo>
                  <a:pt x="0" y="5638799"/>
                </a:moveTo>
                <a:lnTo>
                  <a:pt x="8686799" y="5638799"/>
                </a:lnTo>
                <a:lnTo>
                  <a:pt x="8686799" y="0"/>
                </a:lnTo>
                <a:lnTo>
                  <a:pt x="0" y="0"/>
                </a:lnTo>
                <a:lnTo>
                  <a:pt x="0" y="56387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62000" y="1447799"/>
            <a:ext cx="8686800" cy="5638800"/>
          </a:xfrm>
          <a:custGeom>
            <a:avLst/>
            <a:gdLst/>
            <a:ahLst/>
            <a:cxnLst/>
            <a:rect l="l" t="t" r="r" b="b"/>
            <a:pathLst>
              <a:path w="8686800" h="5638800">
                <a:moveTo>
                  <a:pt x="0" y="5638799"/>
                </a:moveTo>
                <a:lnTo>
                  <a:pt x="8686799" y="5638799"/>
                </a:lnTo>
                <a:lnTo>
                  <a:pt x="8686799" y="0"/>
                </a:lnTo>
                <a:lnTo>
                  <a:pt x="0" y="0"/>
                </a:lnTo>
                <a:lnTo>
                  <a:pt x="0" y="5638799"/>
                </a:lnTo>
                <a:close/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775666" y="1202282"/>
            <a:ext cx="8507066" cy="3730597"/>
          </a:xfrm>
          <a:prstGeom prst="rect">
            <a:avLst/>
          </a:prstGeom>
        </p:spPr>
        <p:txBody>
          <a:bodyPr vert="horz" wrap="square" lIns="0" tIns="320965" rIns="0" bIns="0" rtlCol="0">
            <a:spAutoFit/>
          </a:bodyPr>
          <a:lstStyle/>
          <a:p>
            <a:pPr marL="421591" marR="51429" indent="-342859"/>
            <a:r>
              <a:rPr spc="-20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pc="191" dirty="0">
                <a:solidFill>
                  <a:srgbClr val="A42F0F"/>
                </a:solidFill>
              </a:rPr>
              <a:t> </a:t>
            </a:r>
            <a:r>
              <a:rPr b="1" spc="-230" dirty="0">
                <a:solidFill>
                  <a:srgbClr val="3F3F3F"/>
                </a:solidFill>
              </a:rPr>
              <a:t>T</a:t>
            </a:r>
            <a:r>
              <a:rPr b="1" dirty="0">
                <a:solidFill>
                  <a:srgbClr val="3F3F3F"/>
                </a:solidFill>
              </a:rPr>
              <a:t>a</a:t>
            </a:r>
            <a:r>
              <a:rPr b="1" spc="-30" dirty="0">
                <a:solidFill>
                  <a:srgbClr val="3F3F3F"/>
                </a:solidFill>
              </a:rPr>
              <a:t>k</a:t>
            </a:r>
            <a:r>
              <a:rPr b="1" spc="-10" dirty="0">
                <a:solidFill>
                  <a:srgbClr val="3F3F3F"/>
                </a:solidFill>
              </a:rPr>
              <a:t>in</a:t>
            </a:r>
            <a:r>
              <a:rPr b="1" spc="-14" dirty="0">
                <a:solidFill>
                  <a:srgbClr val="3F3F3F"/>
                </a:solidFill>
              </a:rPr>
              <a:t>g</a:t>
            </a:r>
            <a:r>
              <a:rPr b="1" spc="-4" dirty="0">
                <a:solidFill>
                  <a:srgbClr val="3F3F3F"/>
                </a:solidFill>
              </a:rPr>
              <a:t> </a:t>
            </a:r>
            <a:r>
              <a:rPr b="1" spc="-10" dirty="0">
                <a:solidFill>
                  <a:srgbClr val="3F3F3F"/>
                </a:solidFill>
              </a:rPr>
              <a:t>S</a:t>
            </a:r>
            <a:r>
              <a:rPr b="1" spc="-20" dirty="0">
                <a:solidFill>
                  <a:srgbClr val="3F3F3F"/>
                </a:solidFill>
              </a:rPr>
              <a:t>t</a:t>
            </a:r>
            <a:r>
              <a:rPr b="1" spc="-14" dirty="0">
                <a:solidFill>
                  <a:srgbClr val="3F3F3F"/>
                </a:solidFill>
              </a:rPr>
              <a:t>o</a:t>
            </a:r>
            <a:r>
              <a:rPr b="1" spc="-20" dirty="0">
                <a:solidFill>
                  <a:srgbClr val="3F3F3F"/>
                </a:solidFill>
              </a:rPr>
              <a:t>c</a:t>
            </a:r>
            <a:r>
              <a:rPr b="1" spc="-14" dirty="0">
                <a:solidFill>
                  <a:srgbClr val="3F3F3F"/>
                </a:solidFill>
              </a:rPr>
              <a:t>k</a:t>
            </a:r>
            <a:r>
              <a:rPr b="1" spc="25" dirty="0">
                <a:solidFill>
                  <a:srgbClr val="3F3F3F"/>
                </a:solidFill>
              </a:rPr>
              <a:t> </a:t>
            </a:r>
            <a:r>
              <a:rPr b="1" spc="-10" dirty="0">
                <a:solidFill>
                  <a:srgbClr val="3F3F3F"/>
                </a:solidFill>
              </a:rPr>
              <a:t>of</a:t>
            </a:r>
            <a:r>
              <a:rPr b="1" spc="-75" dirty="0">
                <a:solidFill>
                  <a:srgbClr val="3F3F3F"/>
                </a:solidFill>
              </a:rPr>
              <a:t> </a:t>
            </a:r>
            <a:r>
              <a:rPr b="1" spc="-270" dirty="0">
                <a:solidFill>
                  <a:srgbClr val="3F3F3F"/>
                </a:solidFill>
              </a:rPr>
              <a:t>Y</a:t>
            </a:r>
            <a:r>
              <a:rPr b="1" spc="-14" dirty="0">
                <a:solidFill>
                  <a:srgbClr val="3F3F3F"/>
                </a:solidFill>
              </a:rPr>
              <a:t>o</a:t>
            </a:r>
            <a:r>
              <a:rPr b="1" spc="-10" dirty="0">
                <a:solidFill>
                  <a:srgbClr val="3F3F3F"/>
                </a:solidFill>
              </a:rPr>
              <a:t>ur</a:t>
            </a:r>
            <a:r>
              <a:rPr b="1" spc="-55" dirty="0">
                <a:solidFill>
                  <a:srgbClr val="3F3F3F"/>
                </a:solidFill>
              </a:rPr>
              <a:t> </a:t>
            </a:r>
            <a:r>
              <a:rPr b="1" spc="-14" dirty="0">
                <a:solidFill>
                  <a:srgbClr val="3F3F3F"/>
                </a:solidFill>
              </a:rPr>
              <a:t>M</a:t>
            </a:r>
            <a:r>
              <a:rPr b="1" spc="-20" dirty="0">
                <a:solidFill>
                  <a:srgbClr val="3F3F3F"/>
                </a:solidFill>
              </a:rPr>
              <a:t>e</a:t>
            </a:r>
            <a:r>
              <a:rPr b="1" spc="-14" dirty="0">
                <a:solidFill>
                  <a:srgbClr val="3F3F3F"/>
                </a:solidFill>
              </a:rPr>
              <a:t>a</a:t>
            </a:r>
            <a:r>
              <a:rPr b="1" spc="-10" dirty="0">
                <a:solidFill>
                  <a:srgbClr val="3F3F3F"/>
                </a:solidFill>
              </a:rPr>
              <a:t>ns</a:t>
            </a:r>
            <a:r>
              <a:rPr b="1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pc="-20" dirty="0">
                <a:solidFill>
                  <a:srgbClr val="3F3F3F"/>
                </a:solidFill>
              </a:rPr>
              <a:t>r</a:t>
            </a:r>
            <a:r>
              <a:rPr dirty="0">
                <a:solidFill>
                  <a:srgbClr val="3F3F3F"/>
                </a:solidFill>
              </a:rPr>
              <a:t>e</a:t>
            </a:r>
            <a:r>
              <a:rPr spc="-20" dirty="0">
                <a:solidFill>
                  <a:srgbClr val="3F3F3F"/>
                </a:solidFill>
              </a:rPr>
              <a:t>fe</a:t>
            </a:r>
            <a:r>
              <a:rPr dirty="0">
                <a:solidFill>
                  <a:srgbClr val="3F3F3F"/>
                </a:solidFill>
              </a:rPr>
              <a:t>r</a:t>
            </a:r>
            <a:r>
              <a:rPr spc="-10" dirty="0">
                <a:solidFill>
                  <a:srgbClr val="3F3F3F"/>
                </a:solidFill>
              </a:rPr>
              <a:t>s</a:t>
            </a:r>
            <a:r>
              <a:rPr spc="20" dirty="0">
                <a:solidFill>
                  <a:srgbClr val="3F3F3F"/>
                </a:solidFill>
              </a:rPr>
              <a:t> </a:t>
            </a:r>
            <a:r>
              <a:rPr spc="-30" dirty="0">
                <a:solidFill>
                  <a:srgbClr val="3F3F3F"/>
                </a:solidFill>
              </a:rPr>
              <a:t>t</a:t>
            </a:r>
            <a:r>
              <a:rPr spc="-14" dirty="0">
                <a:solidFill>
                  <a:srgbClr val="3F3F3F"/>
                </a:solidFill>
              </a:rPr>
              <a:t>o</a:t>
            </a:r>
            <a:r>
              <a:rPr spc="-4" dirty="0">
                <a:solidFill>
                  <a:srgbClr val="3F3F3F"/>
                </a:solidFill>
              </a:rPr>
              <a:t> </a:t>
            </a:r>
            <a:r>
              <a:rPr spc="-10" dirty="0">
                <a:solidFill>
                  <a:srgbClr val="3F3F3F"/>
                </a:solidFill>
              </a:rPr>
              <a:t>the</a:t>
            </a:r>
            <a:r>
              <a:rPr spc="10" dirty="0">
                <a:solidFill>
                  <a:srgbClr val="3F3F3F"/>
                </a:solidFill>
              </a:rPr>
              <a:t> </a:t>
            </a:r>
            <a:r>
              <a:rPr spc="-20" dirty="0">
                <a:solidFill>
                  <a:srgbClr val="3F3F3F"/>
                </a:solidFill>
              </a:rPr>
              <a:t>ac</a:t>
            </a:r>
            <a:r>
              <a:rPr spc="-10" dirty="0">
                <a:solidFill>
                  <a:srgbClr val="3F3F3F"/>
                </a:solidFill>
              </a:rPr>
              <a:t>t</a:t>
            </a:r>
            <a:r>
              <a:rPr dirty="0">
                <a:solidFill>
                  <a:srgbClr val="3F3F3F"/>
                </a:solidFill>
              </a:rPr>
              <a:t> o</a:t>
            </a:r>
            <a:r>
              <a:rPr spc="-10" dirty="0">
                <a:solidFill>
                  <a:srgbClr val="3F3F3F"/>
                </a:solidFill>
              </a:rPr>
              <a:t>f </a:t>
            </a:r>
            <a:r>
              <a:rPr spc="-20" dirty="0">
                <a:solidFill>
                  <a:srgbClr val="3F3F3F"/>
                </a:solidFill>
              </a:rPr>
              <a:t>c</a:t>
            </a:r>
            <a:r>
              <a:rPr dirty="0">
                <a:solidFill>
                  <a:srgbClr val="3F3F3F"/>
                </a:solidFill>
              </a:rPr>
              <a:t>a</a:t>
            </a:r>
            <a:r>
              <a:rPr spc="-20" dirty="0">
                <a:solidFill>
                  <a:srgbClr val="3F3F3F"/>
                </a:solidFill>
              </a:rPr>
              <a:t>re</a:t>
            </a:r>
            <a:r>
              <a:rPr dirty="0">
                <a:solidFill>
                  <a:srgbClr val="3F3F3F"/>
                </a:solidFill>
              </a:rPr>
              <a:t>f</a:t>
            </a:r>
            <a:r>
              <a:rPr spc="-10" dirty="0">
                <a:solidFill>
                  <a:srgbClr val="3F3F3F"/>
                </a:solidFill>
              </a:rPr>
              <a:t>ully</a:t>
            </a:r>
            <a:r>
              <a:rPr spc="-4" dirty="0">
                <a:solidFill>
                  <a:srgbClr val="3F3F3F"/>
                </a:solidFill>
              </a:rPr>
              <a:t> </a:t>
            </a:r>
            <a:r>
              <a:rPr spc="-10" dirty="0">
                <a:solidFill>
                  <a:srgbClr val="3F3F3F"/>
                </a:solidFill>
              </a:rPr>
              <a:t>t</a:t>
            </a:r>
            <a:r>
              <a:rPr dirty="0">
                <a:solidFill>
                  <a:srgbClr val="3F3F3F"/>
                </a:solidFill>
              </a:rPr>
              <a:t>h</a:t>
            </a:r>
            <a:r>
              <a:rPr spc="-10" dirty="0">
                <a:solidFill>
                  <a:srgbClr val="3F3F3F"/>
                </a:solidFill>
              </a:rPr>
              <a:t>inking </a:t>
            </a:r>
            <a:r>
              <a:rPr spc="-20" dirty="0">
                <a:solidFill>
                  <a:srgbClr val="3F3F3F"/>
                </a:solidFill>
              </a:rPr>
              <a:t>a</a:t>
            </a:r>
            <a:r>
              <a:rPr dirty="0">
                <a:solidFill>
                  <a:srgbClr val="3F3F3F"/>
                </a:solidFill>
              </a:rPr>
              <a:t>b</a:t>
            </a:r>
            <a:r>
              <a:rPr spc="-10" dirty="0">
                <a:solidFill>
                  <a:srgbClr val="3F3F3F"/>
                </a:solidFill>
              </a:rPr>
              <a:t>out</a:t>
            </a:r>
            <a:r>
              <a:rPr dirty="0">
                <a:solidFill>
                  <a:srgbClr val="3F3F3F"/>
                </a:solidFill>
              </a:rPr>
              <a:t> </a:t>
            </a:r>
            <a:r>
              <a:rPr spc="-10" dirty="0">
                <a:solidFill>
                  <a:srgbClr val="3F3F3F"/>
                </a:solidFill>
              </a:rPr>
              <a:t>or </a:t>
            </a:r>
            <a:r>
              <a:rPr dirty="0">
                <a:solidFill>
                  <a:srgbClr val="3F3F3F"/>
                </a:solidFill>
              </a:rPr>
              <a:t>e</a:t>
            </a:r>
            <a:r>
              <a:rPr spc="-14" dirty="0">
                <a:solidFill>
                  <a:srgbClr val="3F3F3F"/>
                </a:solidFill>
              </a:rPr>
              <a:t>x</a:t>
            </a:r>
            <a:r>
              <a:rPr spc="-20" dirty="0">
                <a:solidFill>
                  <a:srgbClr val="3F3F3F"/>
                </a:solidFill>
              </a:rPr>
              <a:t>a</a:t>
            </a:r>
            <a:r>
              <a:rPr spc="-40" dirty="0">
                <a:solidFill>
                  <a:srgbClr val="3F3F3F"/>
                </a:solidFill>
              </a:rPr>
              <a:t>m</a:t>
            </a:r>
            <a:r>
              <a:rPr spc="-10" dirty="0">
                <a:solidFill>
                  <a:srgbClr val="3F3F3F"/>
                </a:solidFill>
              </a:rPr>
              <a:t>ining</a:t>
            </a:r>
            <a:r>
              <a:rPr spc="20" dirty="0">
                <a:solidFill>
                  <a:srgbClr val="3F3F3F"/>
                </a:solidFill>
              </a:rPr>
              <a:t> </a:t>
            </a:r>
            <a:r>
              <a:rPr spc="-10" dirty="0">
                <a:solidFill>
                  <a:srgbClr val="3F3F3F"/>
                </a:solidFill>
              </a:rPr>
              <a:t>t</a:t>
            </a:r>
            <a:r>
              <a:rPr dirty="0">
                <a:solidFill>
                  <a:srgbClr val="3F3F3F"/>
                </a:solidFill>
              </a:rPr>
              <a:t>h</a:t>
            </a:r>
            <a:r>
              <a:rPr spc="-10" dirty="0">
                <a:solidFill>
                  <a:srgbClr val="3F3F3F"/>
                </a:solidFill>
              </a:rPr>
              <a:t>e </a:t>
            </a:r>
            <a:r>
              <a:rPr spc="-20" dirty="0">
                <a:solidFill>
                  <a:srgbClr val="3F3F3F"/>
                </a:solidFill>
              </a:rPr>
              <a:t>“</a:t>
            </a:r>
            <a:r>
              <a:rPr spc="-40" dirty="0">
                <a:solidFill>
                  <a:srgbClr val="3F3F3F"/>
                </a:solidFill>
              </a:rPr>
              <a:t>m</a:t>
            </a:r>
            <a:r>
              <a:rPr spc="-20" dirty="0">
                <a:solidFill>
                  <a:srgbClr val="3F3F3F"/>
                </a:solidFill>
              </a:rPr>
              <a:t>e</a:t>
            </a:r>
            <a:r>
              <a:rPr dirty="0">
                <a:solidFill>
                  <a:srgbClr val="3F3F3F"/>
                </a:solidFill>
              </a:rPr>
              <a:t>a</a:t>
            </a:r>
            <a:r>
              <a:rPr spc="-10" dirty="0">
                <a:solidFill>
                  <a:srgbClr val="3F3F3F"/>
                </a:solidFill>
              </a:rPr>
              <a:t>ns”</a:t>
            </a:r>
            <a:r>
              <a:rPr spc="10" dirty="0">
                <a:solidFill>
                  <a:srgbClr val="3F3F3F"/>
                </a:solidFill>
              </a:rPr>
              <a:t> </a:t>
            </a:r>
            <a:r>
              <a:rPr dirty="0">
                <a:solidFill>
                  <a:srgbClr val="3F3F3F"/>
                </a:solidFill>
              </a:rPr>
              <a:t>y</a:t>
            </a:r>
            <a:r>
              <a:rPr spc="-14" dirty="0">
                <a:solidFill>
                  <a:srgbClr val="3F3F3F"/>
                </a:solidFill>
              </a:rPr>
              <a:t>ou</a:t>
            </a:r>
            <a:r>
              <a:rPr spc="-4" dirty="0">
                <a:solidFill>
                  <a:srgbClr val="3F3F3F"/>
                </a:solidFill>
              </a:rPr>
              <a:t> </a:t>
            </a:r>
            <a:r>
              <a:rPr spc="-20" dirty="0">
                <a:solidFill>
                  <a:srgbClr val="3F3F3F"/>
                </a:solidFill>
              </a:rPr>
              <a:t>re</a:t>
            </a:r>
            <a:r>
              <a:rPr spc="-10" dirty="0">
                <a:solidFill>
                  <a:srgbClr val="3F3F3F"/>
                </a:solidFill>
              </a:rPr>
              <a:t>so</a:t>
            </a:r>
            <a:r>
              <a:rPr dirty="0">
                <a:solidFill>
                  <a:srgbClr val="3F3F3F"/>
                </a:solidFill>
              </a:rPr>
              <a:t>r</a:t>
            </a:r>
            <a:r>
              <a:rPr spc="-10" dirty="0">
                <a:solidFill>
                  <a:srgbClr val="3F3F3F"/>
                </a:solidFill>
              </a:rPr>
              <a:t>t</a:t>
            </a:r>
            <a:r>
              <a:rPr dirty="0">
                <a:solidFill>
                  <a:srgbClr val="3F3F3F"/>
                </a:solidFill>
              </a:rPr>
              <a:t> </a:t>
            </a:r>
            <a:r>
              <a:rPr spc="-10" dirty="0">
                <a:solidFill>
                  <a:srgbClr val="3F3F3F"/>
                </a:solidFill>
              </a:rPr>
              <a:t>to</a:t>
            </a:r>
            <a:r>
              <a:rPr spc="-4" dirty="0">
                <a:solidFill>
                  <a:srgbClr val="3F3F3F"/>
                </a:solidFill>
              </a:rPr>
              <a:t> </a:t>
            </a:r>
            <a:r>
              <a:rPr spc="-20" dirty="0">
                <a:solidFill>
                  <a:srgbClr val="3F3F3F"/>
                </a:solidFill>
              </a:rPr>
              <a:t>a</a:t>
            </a:r>
            <a:r>
              <a:rPr dirty="0">
                <a:solidFill>
                  <a:srgbClr val="3F3F3F"/>
                </a:solidFill>
              </a:rPr>
              <a:t>n</a:t>
            </a:r>
            <a:r>
              <a:rPr spc="-10" dirty="0">
                <a:solidFill>
                  <a:srgbClr val="3F3F3F"/>
                </a:solidFill>
              </a:rPr>
              <a:t>d/or </a:t>
            </a:r>
            <a:r>
              <a:rPr spc="-20" dirty="0">
                <a:solidFill>
                  <a:srgbClr val="3F3F3F"/>
                </a:solidFill>
              </a:rPr>
              <a:t>re</a:t>
            </a:r>
            <a:r>
              <a:rPr dirty="0">
                <a:solidFill>
                  <a:srgbClr val="3F3F3F"/>
                </a:solidFill>
              </a:rPr>
              <a:t>q</a:t>
            </a:r>
            <a:r>
              <a:rPr spc="-10" dirty="0">
                <a:solidFill>
                  <a:srgbClr val="3F3F3F"/>
                </a:solidFill>
              </a:rPr>
              <a:t>ui</a:t>
            </a:r>
            <a:r>
              <a:rPr spc="-20" dirty="0">
                <a:solidFill>
                  <a:srgbClr val="3F3F3F"/>
                </a:solidFill>
              </a:rPr>
              <a:t>re</a:t>
            </a:r>
            <a:r>
              <a:rPr spc="-10" dirty="0">
                <a:solidFill>
                  <a:srgbClr val="3F3F3F"/>
                </a:solidFill>
              </a:rPr>
              <a:t>,</a:t>
            </a:r>
            <a:r>
              <a:rPr spc="20" dirty="0">
                <a:solidFill>
                  <a:srgbClr val="3F3F3F"/>
                </a:solidFill>
              </a:rPr>
              <a:t> </a:t>
            </a:r>
            <a:r>
              <a:rPr spc="-10" dirty="0">
                <a:solidFill>
                  <a:srgbClr val="3F3F3F"/>
                </a:solidFill>
              </a:rPr>
              <a:t>in</a:t>
            </a:r>
            <a:r>
              <a:rPr spc="-4" dirty="0">
                <a:solidFill>
                  <a:srgbClr val="3F3F3F"/>
                </a:solidFill>
              </a:rPr>
              <a:t> </a:t>
            </a:r>
            <a:r>
              <a:rPr spc="-14" dirty="0">
                <a:solidFill>
                  <a:srgbClr val="3F3F3F"/>
                </a:solidFill>
              </a:rPr>
              <a:t>o</a:t>
            </a:r>
            <a:r>
              <a:rPr dirty="0">
                <a:solidFill>
                  <a:srgbClr val="3F3F3F"/>
                </a:solidFill>
              </a:rPr>
              <a:t>r</a:t>
            </a:r>
            <a:r>
              <a:rPr spc="-14" dirty="0">
                <a:solidFill>
                  <a:srgbClr val="3F3F3F"/>
                </a:solidFill>
              </a:rPr>
              <a:t>d</a:t>
            </a:r>
            <a:r>
              <a:rPr spc="-20" dirty="0">
                <a:solidFill>
                  <a:srgbClr val="3F3F3F"/>
                </a:solidFill>
              </a:rPr>
              <a:t>e</a:t>
            </a:r>
            <a:r>
              <a:rPr spc="-10" dirty="0">
                <a:solidFill>
                  <a:srgbClr val="3F3F3F"/>
                </a:solidFill>
              </a:rPr>
              <a:t>r</a:t>
            </a:r>
            <a:r>
              <a:rPr spc="10" dirty="0">
                <a:solidFill>
                  <a:srgbClr val="3F3F3F"/>
                </a:solidFill>
              </a:rPr>
              <a:t> </a:t>
            </a:r>
            <a:r>
              <a:rPr spc="-10" dirty="0">
                <a:solidFill>
                  <a:srgbClr val="3F3F3F"/>
                </a:solidFill>
              </a:rPr>
              <a:t>to st</a:t>
            </a:r>
            <a:r>
              <a:rPr spc="-20" dirty="0">
                <a:solidFill>
                  <a:srgbClr val="3F3F3F"/>
                </a:solidFill>
              </a:rPr>
              <a:t>ar</a:t>
            </a:r>
            <a:r>
              <a:rPr spc="-10" dirty="0">
                <a:solidFill>
                  <a:srgbClr val="3F3F3F"/>
                </a:solidFill>
              </a:rPr>
              <a:t>t</a:t>
            </a:r>
            <a:r>
              <a:rPr dirty="0">
                <a:solidFill>
                  <a:srgbClr val="3F3F3F"/>
                </a:solidFill>
              </a:rPr>
              <a:t> o</a:t>
            </a:r>
            <a:r>
              <a:rPr spc="-65" dirty="0">
                <a:solidFill>
                  <a:srgbClr val="3F3F3F"/>
                </a:solidFill>
              </a:rPr>
              <a:t>f</a:t>
            </a:r>
            <a:r>
              <a:rPr spc="-10" dirty="0">
                <a:solidFill>
                  <a:srgbClr val="3F3F3F"/>
                </a:solidFill>
              </a:rPr>
              <a:t>f</a:t>
            </a:r>
            <a:r>
              <a:rPr spc="10" dirty="0">
                <a:solidFill>
                  <a:srgbClr val="3F3F3F"/>
                </a:solidFill>
              </a:rPr>
              <a:t> </a:t>
            </a:r>
            <a:r>
              <a:rPr spc="-25" dirty="0">
                <a:solidFill>
                  <a:srgbClr val="3F3F3F"/>
                </a:solidFill>
              </a:rPr>
              <a:t>w</a:t>
            </a:r>
            <a:r>
              <a:rPr dirty="0">
                <a:solidFill>
                  <a:srgbClr val="3F3F3F"/>
                </a:solidFill>
              </a:rPr>
              <a:t>e</a:t>
            </a:r>
            <a:r>
              <a:rPr spc="-10" dirty="0">
                <a:solidFill>
                  <a:srgbClr val="3F3F3F"/>
                </a:solidFill>
              </a:rPr>
              <a:t>ll</a:t>
            </a:r>
            <a:r>
              <a:rPr dirty="0">
                <a:solidFill>
                  <a:srgbClr val="3F3F3F"/>
                </a:solidFill>
              </a:rPr>
              <a:t> </a:t>
            </a:r>
            <a:r>
              <a:rPr spc="-30" dirty="0">
                <a:solidFill>
                  <a:srgbClr val="3F3F3F"/>
                </a:solidFill>
              </a:rPr>
              <a:t>t</a:t>
            </a:r>
            <a:r>
              <a:rPr spc="-14" dirty="0">
                <a:solidFill>
                  <a:srgbClr val="3F3F3F"/>
                </a:solidFill>
              </a:rPr>
              <a:t>o</a:t>
            </a:r>
            <a:r>
              <a:rPr spc="20" dirty="0">
                <a:solidFill>
                  <a:srgbClr val="3F3F3F"/>
                </a:solidFill>
              </a:rPr>
              <a:t> </a:t>
            </a:r>
            <a:r>
              <a:rPr spc="-14" dirty="0">
                <a:solidFill>
                  <a:srgbClr val="3F3F3F"/>
                </a:solidFill>
              </a:rPr>
              <a:t>b</a:t>
            </a:r>
            <a:r>
              <a:rPr spc="-20" dirty="0">
                <a:solidFill>
                  <a:srgbClr val="3F3F3F"/>
                </a:solidFill>
              </a:rPr>
              <a:t>e</a:t>
            </a:r>
            <a:r>
              <a:rPr dirty="0">
                <a:solidFill>
                  <a:srgbClr val="3F3F3F"/>
                </a:solidFill>
              </a:rPr>
              <a:t>c</a:t>
            </a:r>
            <a:r>
              <a:rPr spc="-14" dirty="0">
                <a:solidFill>
                  <a:srgbClr val="3F3F3F"/>
                </a:solidFill>
              </a:rPr>
              <a:t>o</a:t>
            </a:r>
            <a:r>
              <a:rPr spc="-40" dirty="0">
                <a:solidFill>
                  <a:srgbClr val="3F3F3F"/>
                </a:solidFill>
              </a:rPr>
              <a:t>m</a:t>
            </a:r>
            <a:r>
              <a:rPr spc="-10" dirty="0">
                <a:solidFill>
                  <a:srgbClr val="3F3F3F"/>
                </a:solidFill>
              </a:rPr>
              <a:t>e</a:t>
            </a:r>
            <a:r>
              <a:rPr spc="10" dirty="0">
                <a:solidFill>
                  <a:srgbClr val="3F3F3F"/>
                </a:solidFill>
              </a:rPr>
              <a:t> </a:t>
            </a:r>
            <a:r>
              <a:rPr spc="-10" dirty="0">
                <a:solidFill>
                  <a:srgbClr val="3F3F3F"/>
                </a:solidFill>
              </a:rPr>
              <a:t>a su</a:t>
            </a:r>
            <a:r>
              <a:rPr dirty="0">
                <a:solidFill>
                  <a:srgbClr val="3F3F3F"/>
                </a:solidFill>
              </a:rPr>
              <a:t>c</a:t>
            </a:r>
            <a:r>
              <a:rPr spc="-20" dirty="0">
                <a:solidFill>
                  <a:srgbClr val="3F3F3F"/>
                </a:solidFill>
              </a:rPr>
              <a:t>ce</a:t>
            </a:r>
            <a:r>
              <a:rPr spc="-10" dirty="0">
                <a:solidFill>
                  <a:srgbClr val="3F3F3F"/>
                </a:solidFill>
              </a:rPr>
              <a:t>ss</a:t>
            </a:r>
            <a:r>
              <a:rPr spc="-20" dirty="0">
                <a:solidFill>
                  <a:srgbClr val="3F3F3F"/>
                </a:solidFill>
              </a:rPr>
              <a:t>f</a:t>
            </a:r>
            <a:r>
              <a:rPr spc="-10" dirty="0">
                <a:solidFill>
                  <a:srgbClr val="3F3F3F"/>
                </a:solidFill>
              </a:rPr>
              <a:t>ul</a:t>
            </a:r>
            <a:r>
              <a:rPr dirty="0">
                <a:solidFill>
                  <a:srgbClr val="3F3F3F"/>
                </a:solidFill>
              </a:rPr>
              <a:t> e</a:t>
            </a:r>
            <a:r>
              <a:rPr spc="-10" dirty="0">
                <a:solidFill>
                  <a:srgbClr val="3F3F3F"/>
                </a:solidFill>
              </a:rPr>
              <a:t>nt</a:t>
            </a:r>
            <a:r>
              <a:rPr spc="-20" dirty="0">
                <a:solidFill>
                  <a:srgbClr val="3F3F3F"/>
                </a:solidFill>
              </a:rPr>
              <a:t>re</a:t>
            </a:r>
            <a:r>
              <a:rPr dirty="0">
                <a:solidFill>
                  <a:srgbClr val="3F3F3F"/>
                </a:solidFill>
              </a:rPr>
              <a:t>p</a:t>
            </a:r>
            <a:r>
              <a:rPr spc="-20" dirty="0">
                <a:solidFill>
                  <a:srgbClr val="3F3F3F"/>
                </a:solidFill>
              </a:rPr>
              <a:t>re</a:t>
            </a:r>
            <a:r>
              <a:rPr spc="-14" dirty="0">
                <a:solidFill>
                  <a:srgbClr val="3F3F3F"/>
                </a:solidFill>
              </a:rPr>
              <a:t>n</a:t>
            </a:r>
            <a:r>
              <a:rPr dirty="0">
                <a:solidFill>
                  <a:srgbClr val="3F3F3F"/>
                </a:solidFill>
              </a:rPr>
              <a:t>e</a:t>
            </a:r>
            <a:r>
              <a:rPr spc="-14" dirty="0">
                <a:solidFill>
                  <a:srgbClr val="3F3F3F"/>
                </a:solidFill>
              </a:rPr>
              <a:t>u</a:t>
            </a:r>
            <a:r>
              <a:rPr spc="-85" dirty="0">
                <a:solidFill>
                  <a:srgbClr val="3F3F3F"/>
                </a:solidFill>
              </a:rPr>
              <a:t>r</a:t>
            </a:r>
            <a:r>
              <a:rPr spc="-10" dirty="0">
                <a:solidFill>
                  <a:srgbClr val="3F3F3F"/>
                </a:solidFill>
              </a:rPr>
              <a:t>,</a:t>
            </a:r>
            <a:r>
              <a:rPr spc="-4" dirty="0">
                <a:solidFill>
                  <a:srgbClr val="3F3F3F"/>
                </a:solidFill>
              </a:rPr>
              <a:t> </a:t>
            </a:r>
            <a:r>
              <a:rPr dirty="0">
                <a:solidFill>
                  <a:srgbClr val="3F3F3F"/>
                </a:solidFill>
              </a:rPr>
              <a:t>a</a:t>
            </a:r>
            <a:r>
              <a:rPr spc="-14" dirty="0">
                <a:solidFill>
                  <a:srgbClr val="3F3F3F"/>
                </a:solidFill>
              </a:rPr>
              <a:t>nd</a:t>
            </a:r>
            <a:r>
              <a:rPr spc="-4" dirty="0">
                <a:solidFill>
                  <a:srgbClr val="3F3F3F"/>
                </a:solidFill>
              </a:rPr>
              <a:t> </a:t>
            </a:r>
            <a:r>
              <a:rPr spc="-10" dirty="0">
                <a:solidFill>
                  <a:srgbClr val="3F3F3F"/>
                </a:solidFill>
              </a:rPr>
              <a:t>the </a:t>
            </a:r>
            <a:r>
              <a:rPr dirty="0">
                <a:solidFill>
                  <a:srgbClr val="3F3F3F"/>
                </a:solidFill>
              </a:rPr>
              <a:t>“</a:t>
            </a:r>
            <a:r>
              <a:rPr spc="-40" dirty="0">
                <a:solidFill>
                  <a:srgbClr val="3F3F3F"/>
                </a:solidFill>
              </a:rPr>
              <a:t>m</a:t>
            </a:r>
            <a:r>
              <a:rPr spc="-20" dirty="0">
                <a:solidFill>
                  <a:srgbClr val="3F3F3F"/>
                </a:solidFill>
              </a:rPr>
              <a:t>ea</a:t>
            </a:r>
            <a:r>
              <a:rPr spc="-10" dirty="0">
                <a:solidFill>
                  <a:srgbClr val="3F3F3F"/>
                </a:solidFill>
              </a:rPr>
              <a:t>ns” </a:t>
            </a:r>
            <a:r>
              <a:rPr spc="-40" dirty="0">
                <a:solidFill>
                  <a:srgbClr val="3F3F3F"/>
                </a:solidFill>
              </a:rPr>
              <a:t>m</a:t>
            </a:r>
            <a:r>
              <a:rPr spc="-20" dirty="0">
                <a:solidFill>
                  <a:srgbClr val="3F3F3F"/>
                </a:solidFill>
              </a:rPr>
              <a:t>e</a:t>
            </a:r>
            <a:r>
              <a:rPr dirty="0">
                <a:solidFill>
                  <a:srgbClr val="3F3F3F"/>
                </a:solidFill>
              </a:rPr>
              <a:t>n</a:t>
            </a:r>
            <a:r>
              <a:rPr spc="-30" dirty="0">
                <a:solidFill>
                  <a:srgbClr val="3F3F3F"/>
                </a:solidFill>
              </a:rPr>
              <a:t>t</a:t>
            </a:r>
            <a:r>
              <a:rPr spc="-10" dirty="0">
                <a:solidFill>
                  <a:srgbClr val="3F3F3F"/>
                </a:solidFill>
              </a:rPr>
              <a:t>i</a:t>
            </a:r>
            <a:r>
              <a:rPr dirty="0">
                <a:solidFill>
                  <a:srgbClr val="3F3F3F"/>
                </a:solidFill>
              </a:rPr>
              <a:t>o</a:t>
            </a:r>
            <a:r>
              <a:rPr spc="-14" dirty="0">
                <a:solidFill>
                  <a:srgbClr val="3F3F3F"/>
                </a:solidFill>
              </a:rPr>
              <a:t>n</a:t>
            </a:r>
            <a:r>
              <a:rPr spc="-20" dirty="0">
                <a:solidFill>
                  <a:srgbClr val="3F3F3F"/>
                </a:solidFill>
              </a:rPr>
              <a:t>e</a:t>
            </a:r>
            <a:r>
              <a:rPr spc="-14" dirty="0">
                <a:solidFill>
                  <a:srgbClr val="3F3F3F"/>
                </a:solidFill>
              </a:rPr>
              <a:t>d</a:t>
            </a:r>
            <a:r>
              <a:rPr spc="20" dirty="0">
                <a:solidFill>
                  <a:srgbClr val="3F3F3F"/>
                </a:solidFill>
              </a:rPr>
              <a:t> </a:t>
            </a:r>
            <a:r>
              <a:rPr spc="-14" dirty="0">
                <a:solidFill>
                  <a:srgbClr val="3F3F3F"/>
                </a:solidFill>
              </a:rPr>
              <a:t>h</a:t>
            </a:r>
            <a:r>
              <a:rPr dirty="0">
                <a:solidFill>
                  <a:srgbClr val="3F3F3F"/>
                </a:solidFill>
              </a:rPr>
              <a:t>e</a:t>
            </a:r>
            <a:r>
              <a:rPr spc="-20" dirty="0">
                <a:solidFill>
                  <a:srgbClr val="3F3F3F"/>
                </a:solidFill>
              </a:rPr>
              <a:t>r</a:t>
            </a:r>
            <a:r>
              <a:rPr spc="-10" dirty="0">
                <a:solidFill>
                  <a:srgbClr val="3F3F3F"/>
                </a:solidFill>
              </a:rPr>
              <a:t>e i</a:t>
            </a:r>
            <a:r>
              <a:rPr dirty="0">
                <a:solidFill>
                  <a:srgbClr val="3F3F3F"/>
                </a:solidFill>
              </a:rPr>
              <a:t>n</a:t>
            </a:r>
            <a:r>
              <a:rPr spc="-20" dirty="0">
                <a:solidFill>
                  <a:srgbClr val="3F3F3F"/>
                </a:solidFill>
              </a:rPr>
              <a:t>c</a:t>
            </a:r>
            <a:r>
              <a:rPr spc="-10" dirty="0">
                <a:solidFill>
                  <a:srgbClr val="3F3F3F"/>
                </a:solidFill>
              </a:rPr>
              <a:t>lude</a:t>
            </a:r>
            <a:r>
              <a:rPr spc="10" dirty="0">
                <a:solidFill>
                  <a:srgbClr val="3F3F3F"/>
                </a:solidFill>
              </a:rPr>
              <a:t> </a:t>
            </a:r>
            <a:r>
              <a:rPr spc="-20" dirty="0">
                <a:solidFill>
                  <a:srgbClr val="3F3F3F"/>
                </a:solidFill>
              </a:rPr>
              <a:t>f</a:t>
            </a:r>
            <a:r>
              <a:rPr spc="-10" dirty="0">
                <a:solidFill>
                  <a:srgbClr val="3F3F3F"/>
                </a:solidFill>
              </a:rPr>
              <a:t>in</a:t>
            </a:r>
            <a:r>
              <a:rPr spc="-20" dirty="0">
                <a:solidFill>
                  <a:srgbClr val="3F3F3F"/>
                </a:solidFill>
              </a:rPr>
              <a:t>a</a:t>
            </a:r>
            <a:r>
              <a:rPr dirty="0">
                <a:solidFill>
                  <a:srgbClr val="3F3F3F"/>
                </a:solidFill>
              </a:rPr>
              <a:t>n</a:t>
            </a:r>
            <a:r>
              <a:rPr spc="-20" dirty="0">
                <a:solidFill>
                  <a:srgbClr val="3F3F3F"/>
                </a:solidFill>
              </a:rPr>
              <a:t>ce</a:t>
            </a:r>
            <a:r>
              <a:rPr spc="-10" dirty="0">
                <a:solidFill>
                  <a:srgbClr val="3F3F3F"/>
                </a:solidFill>
              </a:rPr>
              <a:t>,</a:t>
            </a:r>
            <a:r>
              <a:rPr spc="-4" dirty="0">
                <a:solidFill>
                  <a:srgbClr val="3F3F3F"/>
                </a:solidFill>
              </a:rPr>
              <a:t> </a:t>
            </a:r>
            <a:r>
              <a:rPr spc="-10" dirty="0">
                <a:solidFill>
                  <a:srgbClr val="3F3F3F"/>
                </a:solidFill>
              </a:rPr>
              <a:t>skills,</a:t>
            </a:r>
            <a:r>
              <a:rPr spc="-4" dirty="0">
                <a:solidFill>
                  <a:srgbClr val="3F3F3F"/>
                </a:solidFill>
              </a:rPr>
              <a:t> </a:t>
            </a:r>
            <a:r>
              <a:rPr spc="-14" dirty="0">
                <a:solidFill>
                  <a:srgbClr val="3F3F3F"/>
                </a:solidFill>
              </a:rPr>
              <a:t>p</a:t>
            </a:r>
            <a:r>
              <a:rPr spc="-20" dirty="0">
                <a:solidFill>
                  <a:srgbClr val="3F3F3F"/>
                </a:solidFill>
              </a:rPr>
              <a:t>e</a:t>
            </a:r>
            <a:r>
              <a:rPr spc="-14" dirty="0">
                <a:solidFill>
                  <a:srgbClr val="3F3F3F"/>
                </a:solidFill>
              </a:rPr>
              <a:t>o</a:t>
            </a:r>
            <a:r>
              <a:rPr dirty="0">
                <a:solidFill>
                  <a:srgbClr val="3F3F3F"/>
                </a:solidFill>
              </a:rPr>
              <a:t>p</a:t>
            </a:r>
            <a:r>
              <a:rPr spc="-10" dirty="0">
                <a:solidFill>
                  <a:srgbClr val="3F3F3F"/>
                </a:solidFill>
              </a:rPr>
              <a:t>l</a:t>
            </a:r>
            <a:r>
              <a:rPr spc="-20" dirty="0">
                <a:solidFill>
                  <a:srgbClr val="3F3F3F"/>
                </a:solidFill>
              </a:rPr>
              <a:t>e</a:t>
            </a:r>
            <a:r>
              <a:rPr spc="-10" dirty="0">
                <a:solidFill>
                  <a:srgbClr val="3F3F3F"/>
                </a:solidFill>
              </a:rPr>
              <a:t>,</a:t>
            </a:r>
            <a:r>
              <a:rPr spc="-4" dirty="0">
                <a:solidFill>
                  <a:srgbClr val="3F3F3F"/>
                </a:solidFill>
              </a:rPr>
              <a:t> </a:t>
            </a:r>
            <a:r>
              <a:rPr spc="-20" dirty="0">
                <a:solidFill>
                  <a:srgbClr val="3F3F3F"/>
                </a:solidFill>
              </a:rPr>
              <a:t>e</a:t>
            </a:r>
            <a:r>
              <a:rPr spc="-10" dirty="0">
                <a:solidFill>
                  <a:srgbClr val="3F3F3F"/>
                </a:solidFill>
              </a:rPr>
              <a:t>t</a:t>
            </a:r>
            <a:r>
              <a:rPr spc="-20" dirty="0">
                <a:solidFill>
                  <a:srgbClr val="3F3F3F"/>
                </a:solidFill>
              </a:rPr>
              <a:t>c</a:t>
            </a:r>
            <a:r>
              <a:rPr spc="-10" dirty="0">
                <a:solidFill>
                  <a:srgbClr val="3F3F3F"/>
                </a:solidFill>
              </a:rPr>
              <a:t>.</a:t>
            </a:r>
          </a:p>
          <a:p>
            <a:pPr marL="421591" marR="5080" indent="-342859">
              <a:spcBef>
                <a:spcPts val="995"/>
              </a:spcBef>
            </a:pPr>
            <a:r>
              <a:rPr spc="-20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pc="191" dirty="0">
                <a:solidFill>
                  <a:srgbClr val="A42F0F"/>
                </a:solidFill>
              </a:rPr>
              <a:t> </a:t>
            </a:r>
            <a:r>
              <a:rPr spc="-175" dirty="0">
                <a:solidFill>
                  <a:srgbClr val="3F3F3F"/>
                </a:solidFill>
              </a:rPr>
              <a:t>T</a:t>
            </a:r>
            <a:r>
              <a:rPr spc="-20" dirty="0">
                <a:solidFill>
                  <a:srgbClr val="3F3F3F"/>
                </a:solidFill>
              </a:rPr>
              <a:t>a</a:t>
            </a:r>
            <a:r>
              <a:rPr dirty="0">
                <a:solidFill>
                  <a:srgbClr val="3F3F3F"/>
                </a:solidFill>
              </a:rPr>
              <a:t>k</a:t>
            </a:r>
            <a:r>
              <a:rPr spc="-10" dirty="0">
                <a:solidFill>
                  <a:srgbClr val="3F3F3F"/>
                </a:solidFill>
              </a:rPr>
              <a:t>ing</a:t>
            </a:r>
            <a:r>
              <a:rPr spc="-4" dirty="0">
                <a:solidFill>
                  <a:srgbClr val="3F3F3F"/>
                </a:solidFill>
              </a:rPr>
              <a:t> </a:t>
            </a:r>
            <a:r>
              <a:rPr spc="-10" dirty="0">
                <a:solidFill>
                  <a:srgbClr val="3F3F3F"/>
                </a:solidFill>
              </a:rPr>
              <a:t>sto</a:t>
            </a:r>
            <a:r>
              <a:rPr spc="-20" dirty="0">
                <a:solidFill>
                  <a:srgbClr val="3F3F3F"/>
                </a:solidFill>
              </a:rPr>
              <a:t>c</a:t>
            </a:r>
            <a:r>
              <a:rPr spc="-14" dirty="0">
                <a:solidFill>
                  <a:srgbClr val="3F3F3F"/>
                </a:solidFill>
              </a:rPr>
              <a:t>k</a:t>
            </a:r>
            <a:r>
              <a:rPr spc="-4" dirty="0">
                <a:solidFill>
                  <a:srgbClr val="3F3F3F"/>
                </a:solidFill>
              </a:rPr>
              <a:t> </a:t>
            </a:r>
            <a:r>
              <a:rPr dirty="0">
                <a:solidFill>
                  <a:srgbClr val="3F3F3F"/>
                </a:solidFill>
              </a:rPr>
              <a:t>o</a:t>
            </a:r>
            <a:r>
              <a:rPr spc="-10" dirty="0">
                <a:solidFill>
                  <a:srgbClr val="3F3F3F"/>
                </a:solidFill>
              </a:rPr>
              <a:t>f </a:t>
            </a:r>
            <a:r>
              <a:rPr dirty="0">
                <a:solidFill>
                  <a:srgbClr val="3F3F3F"/>
                </a:solidFill>
              </a:rPr>
              <a:t>y</a:t>
            </a:r>
            <a:r>
              <a:rPr spc="-10" dirty="0">
                <a:solidFill>
                  <a:srgbClr val="3F3F3F"/>
                </a:solidFill>
              </a:rPr>
              <a:t>our </a:t>
            </a:r>
            <a:r>
              <a:rPr spc="-40" dirty="0">
                <a:solidFill>
                  <a:srgbClr val="3F3F3F"/>
                </a:solidFill>
              </a:rPr>
              <a:t>m</a:t>
            </a:r>
            <a:r>
              <a:rPr spc="-20" dirty="0">
                <a:solidFill>
                  <a:srgbClr val="3F3F3F"/>
                </a:solidFill>
              </a:rPr>
              <a:t>ea</a:t>
            </a:r>
            <a:r>
              <a:rPr dirty="0">
                <a:solidFill>
                  <a:srgbClr val="3F3F3F"/>
                </a:solidFill>
              </a:rPr>
              <a:t>n</a:t>
            </a:r>
            <a:r>
              <a:rPr spc="-10" dirty="0">
                <a:solidFill>
                  <a:srgbClr val="3F3F3F"/>
                </a:solidFill>
              </a:rPr>
              <a:t>s</a:t>
            </a:r>
            <a:r>
              <a:rPr spc="20" dirty="0">
                <a:solidFill>
                  <a:srgbClr val="3F3F3F"/>
                </a:solidFill>
              </a:rPr>
              <a:t> </a:t>
            </a:r>
            <a:r>
              <a:rPr spc="-10" dirty="0">
                <a:solidFill>
                  <a:srgbClr val="3F3F3F"/>
                </a:solidFill>
              </a:rPr>
              <a:t>is</a:t>
            </a:r>
            <a:r>
              <a:rPr spc="-25" dirty="0">
                <a:solidFill>
                  <a:srgbClr val="3F3F3F"/>
                </a:solidFill>
              </a:rPr>
              <a:t> </a:t>
            </a:r>
            <a:r>
              <a:rPr dirty="0">
                <a:solidFill>
                  <a:srgbClr val="3F3F3F"/>
                </a:solidFill>
              </a:rPr>
              <a:t>c</a:t>
            </a:r>
            <a:r>
              <a:rPr spc="-20" dirty="0">
                <a:solidFill>
                  <a:srgbClr val="3F3F3F"/>
                </a:solidFill>
              </a:rPr>
              <a:t>r</a:t>
            </a:r>
            <a:r>
              <a:rPr spc="-14" dirty="0">
                <a:solidFill>
                  <a:srgbClr val="3F3F3F"/>
                </a:solidFill>
              </a:rPr>
              <a:t>u</a:t>
            </a:r>
            <a:r>
              <a:rPr dirty="0">
                <a:solidFill>
                  <a:srgbClr val="3F3F3F"/>
                </a:solidFill>
              </a:rPr>
              <a:t>c</a:t>
            </a:r>
            <a:r>
              <a:rPr spc="-30" dirty="0">
                <a:solidFill>
                  <a:srgbClr val="3F3F3F"/>
                </a:solidFill>
              </a:rPr>
              <a:t>i</a:t>
            </a:r>
            <a:r>
              <a:rPr dirty="0">
                <a:solidFill>
                  <a:srgbClr val="3F3F3F"/>
                </a:solidFill>
              </a:rPr>
              <a:t>a</a:t>
            </a:r>
            <a:r>
              <a:rPr spc="-10" dirty="0">
                <a:solidFill>
                  <a:srgbClr val="3F3F3F"/>
                </a:solidFill>
              </a:rPr>
              <a:t>l</a:t>
            </a:r>
            <a:r>
              <a:rPr dirty="0">
                <a:solidFill>
                  <a:srgbClr val="3F3F3F"/>
                </a:solidFill>
              </a:rPr>
              <a:t> </a:t>
            </a:r>
            <a:r>
              <a:rPr spc="-10" dirty="0">
                <a:solidFill>
                  <a:srgbClr val="3F3F3F"/>
                </a:solidFill>
              </a:rPr>
              <a:t>to</a:t>
            </a:r>
            <a:r>
              <a:rPr spc="-25" dirty="0">
                <a:solidFill>
                  <a:srgbClr val="3F3F3F"/>
                </a:solidFill>
              </a:rPr>
              <a:t>w</a:t>
            </a:r>
            <a:r>
              <a:rPr spc="-20" dirty="0">
                <a:solidFill>
                  <a:srgbClr val="3F3F3F"/>
                </a:solidFill>
              </a:rPr>
              <a:t>a</a:t>
            </a:r>
            <a:r>
              <a:rPr dirty="0">
                <a:solidFill>
                  <a:srgbClr val="3F3F3F"/>
                </a:solidFill>
              </a:rPr>
              <a:t>r</a:t>
            </a:r>
            <a:r>
              <a:rPr spc="-10" dirty="0">
                <a:solidFill>
                  <a:srgbClr val="3F3F3F"/>
                </a:solidFill>
              </a:rPr>
              <a:t>ds</a:t>
            </a:r>
            <a:r>
              <a:rPr dirty="0">
                <a:solidFill>
                  <a:srgbClr val="3F3F3F"/>
                </a:solidFill>
              </a:rPr>
              <a:t> </a:t>
            </a:r>
            <a:r>
              <a:rPr spc="-10" dirty="0">
                <a:solidFill>
                  <a:srgbClr val="3F3F3F"/>
                </a:solidFill>
              </a:rPr>
              <a:t>the </a:t>
            </a:r>
            <a:r>
              <a:rPr dirty="0">
                <a:solidFill>
                  <a:srgbClr val="3F3F3F"/>
                </a:solidFill>
              </a:rPr>
              <a:t>a</a:t>
            </a:r>
            <a:r>
              <a:rPr spc="-10" dirty="0">
                <a:solidFill>
                  <a:srgbClr val="3F3F3F"/>
                </a:solidFill>
              </a:rPr>
              <a:t>ppli</a:t>
            </a:r>
            <a:r>
              <a:rPr spc="-20" dirty="0">
                <a:solidFill>
                  <a:srgbClr val="3F3F3F"/>
                </a:solidFill>
              </a:rPr>
              <a:t>ca</a:t>
            </a:r>
            <a:r>
              <a:rPr spc="-10" dirty="0">
                <a:solidFill>
                  <a:srgbClr val="3F3F3F"/>
                </a:solidFill>
              </a:rPr>
              <a:t>tion</a:t>
            </a:r>
            <a:r>
              <a:rPr spc="20" dirty="0">
                <a:solidFill>
                  <a:srgbClr val="3F3F3F"/>
                </a:solidFill>
              </a:rPr>
              <a:t> </a:t>
            </a:r>
            <a:r>
              <a:rPr spc="-10" dirty="0">
                <a:solidFill>
                  <a:srgbClr val="3F3F3F"/>
                </a:solidFill>
              </a:rPr>
              <a:t>of</a:t>
            </a:r>
            <a:r>
              <a:rPr spc="10" dirty="0">
                <a:solidFill>
                  <a:srgbClr val="3F3F3F"/>
                </a:solidFill>
              </a:rPr>
              <a:t> </a:t>
            </a:r>
            <a:r>
              <a:rPr spc="-30" dirty="0">
                <a:solidFill>
                  <a:srgbClr val="3F3F3F"/>
                </a:solidFill>
              </a:rPr>
              <a:t>t</a:t>
            </a:r>
            <a:r>
              <a:rPr dirty="0">
                <a:solidFill>
                  <a:srgbClr val="3F3F3F"/>
                </a:solidFill>
              </a:rPr>
              <a:t>h</a:t>
            </a:r>
            <a:r>
              <a:rPr spc="-10" dirty="0">
                <a:solidFill>
                  <a:srgbClr val="3F3F3F"/>
                </a:solidFill>
              </a:rPr>
              <a:t>e </a:t>
            </a:r>
            <a:r>
              <a:rPr spc="-20" dirty="0">
                <a:solidFill>
                  <a:srgbClr val="3F3F3F"/>
                </a:solidFill>
              </a:rPr>
              <a:t>f</a:t>
            </a:r>
            <a:r>
              <a:rPr spc="-10" dirty="0">
                <a:solidFill>
                  <a:srgbClr val="3F3F3F"/>
                </a:solidFill>
              </a:rPr>
              <a:t>i</a:t>
            </a:r>
            <a:r>
              <a:rPr spc="-20" dirty="0">
                <a:solidFill>
                  <a:srgbClr val="3F3F3F"/>
                </a:solidFill>
              </a:rPr>
              <a:t>r</a:t>
            </a:r>
            <a:r>
              <a:rPr spc="-10" dirty="0">
                <a:solidFill>
                  <a:srgbClr val="3F3F3F"/>
                </a:solidFill>
              </a:rPr>
              <a:t>st p</a:t>
            </a:r>
            <a:r>
              <a:rPr dirty="0">
                <a:solidFill>
                  <a:srgbClr val="3F3F3F"/>
                </a:solidFill>
              </a:rPr>
              <a:t>r</a:t>
            </a:r>
            <a:r>
              <a:rPr spc="-30" dirty="0">
                <a:solidFill>
                  <a:srgbClr val="3F3F3F"/>
                </a:solidFill>
              </a:rPr>
              <a:t>i</a:t>
            </a:r>
            <a:r>
              <a:rPr dirty="0">
                <a:solidFill>
                  <a:srgbClr val="3F3F3F"/>
                </a:solidFill>
              </a:rPr>
              <a:t>n</a:t>
            </a:r>
            <a:r>
              <a:rPr spc="-20" dirty="0">
                <a:solidFill>
                  <a:srgbClr val="3F3F3F"/>
                </a:solidFill>
              </a:rPr>
              <a:t>c</a:t>
            </a:r>
            <a:r>
              <a:rPr spc="-10" dirty="0">
                <a:solidFill>
                  <a:srgbClr val="3F3F3F"/>
                </a:solidFill>
              </a:rPr>
              <a:t>iple </a:t>
            </a:r>
            <a:r>
              <a:rPr dirty="0">
                <a:solidFill>
                  <a:srgbClr val="3F3F3F"/>
                </a:solidFill>
              </a:rPr>
              <a:t>o</a:t>
            </a:r>
            <a:r>
              <a:rPr spc="-10" dirty="0">
                <a:solidFill>
                  <a:srgbClr val="3F3F3F"/>
                </a:solidFill>
              </a:rPr>
              <a:t>f </a:t>
            </a:r>
            <a:r>
              <a:rPr spc="-20" dirty="0">
                <a:solidFill>
                  <a:srgbClr val="3F3F3F"/>
                </a:solidFill>
              </a:rPr>
              <a:t>e</a:t>
            </a:r>
            <a:r>
              <a:rPr spc="-40" dirty="0">
                <a:solidFill>
                  <a:srgbClr val="3F3F3F"/>
                </a:solidFill>
              </a:rPr>
              <a:t>f</a:t>
            </a:r>
            <a:r>
              <a:rPr spc="-20" dirty="0">
                <a:solidFill>
                  <a:srgbClr val="3F3F3F"/>
                </a:solidFill>
              </a:rPr>
              <a:t>f</a:t>
            </a:r>
            <a:r>
              <a:rPr dirty="0">
                <a:solidFill>
                  <a:srgbClr val="3F3F3F"/>
                </a:solidFill>
              </a:rPr>
              <a:t>e</a:t>
            </a:r>
            <a:r>
              <a:rPr spc="-20" dirty="0">
                <a:solidFill>
                  <a:srgbClr val="3F3F3F"/>
                </a:solidFill>
              </a:rPr>
              <a:t>c</a:t>
            </a:r>
            <a:r>
              <a:rPr spc="-10" dirty="0">
                <a:solidFill>
                  <a:srgbClr val="3F3F3F"/>
                </a:solidFill>
              </a:rPr>
              <a:t>tu</a:t>
            </a:r>
            <a:r>
              <a:rPr spc="-20" dirty="0">
                <a:solidFill>
                  <a:srgbClr val="3F3F3F"/>
                </a:solidFill>
              </a:rPr>
              <a:t>a</a:t>
            </a:r>
            <a:r>
              <a:rPr spc="-10" dirty="0">
                <a:solidFill>
                  <a:srgbClr val="3F3F3F"/>
                </a:solidFill>
              </a:rPr>
              <a:t>tio</a:t>
            </a:r>
            <a:r>
              <a:rPr dirty="0">
                <a:solidFill>
                  <a:srgbClr val="3F3F3F"/>
                </a:solidFill>
              </a:rPr>
              <a:t>n</a:t>
            </a:r>
            <a:r>
              <a:rPr spc="-10" dirty="0">
                <a:solidFill>
                  <a:srgbClr val="3F3F3F"/>
                </a:solidFill>
              </a:rPr>
              <a:t>,</a:t>
            </a:r>
            <a:r>
              <a:rPr spc="-4" dirty="0">
                <a:solidFill>
                  <a:srgbClr val="3F3F3F"/>
                </a:solidFill>
              </a:rPr>
              <a:t> </a:t>
            </a:r>
            <a:r>
              <a:rPr spc="-20" dirty="0">
                <a:solidFill>
                  <a:srgbClr val="3F3F3F"/>
                </a:solidFill>
              </a:rPr>
              <a:t>“</a:t>
            </a:r>
            <a:r>
              <a:rPr spc="-10" dirty="0">
                <a:solidFill>
                  <a:srgbClr val="3F3F3F"/>
                </a:solidFill>
              </a:rPr>
              <a:t>Bi</a:t>
            </a:r>
            <a:r>
              <a:rPr spc="-20" dirty="0">
                <a:solidFill>
                  <a:srgbClr val="3F3F3F"/>
                </a:solidFill>
              </a:rPr>
              <a:t>r</a:t>
            </a:r>
            <a:r>
              <a:rPr spc="-14" dirty="0">
                <a:solidFill>
                  <a:srgbClr val="3F3F3F"/>
                </a:solidFill>
              </a:rPr>
              <a:t>d</a:t>
            </a:r>
            <a:r>
              <a:rPr dirty="0">
                <a:solidFill>
                  <a:srgbClr val="3F3F3F"/>
                </a:solidFill>
              </a:rPr>
              <a:t>-</a:t>
            </a:r>
            <a:r>
              <a:rPr spc="-20" dirty="0">
                <a:solidFill>
                  <a:srgbClr val="3F3F3F"/>
                </a:solidFill>
              </a:rPr>
              <a:t>I</a:t>
            </a:r>
            <a:r>
              <a:rPr spc="-14" dirty="0">
                <a:solidFill>
                  <a:srgbClr val="3F3F3F"/>
                </a:solidFill>
              </a:rPr>
              <a:t>n</a:t>
            </a:r>
            <a:r>
              <a:rPr dirty="0">
                <a:solidFill>
                  <a:srgbClr val="3F3F3F"/>
                </a:solidFill>
              </a:rPr>
              <a:t>-</a:t>
            </a:r>
            <a:r>
              <a:rPr spc="-25" dirty="0">
                <a:solidFill>
                  <a:srgbClr val="3F3F3F"/>
                </a:solidFill>
              </a:rPr>
              <a:t>H</a:t>
            </a:r>
            <a:r>
              <a:rPr spc="-20" dirty="0">
                <a:solidFill>
                  <a:srgbClr val="3F3F3F"/>
                </a:solidFill>
              </a:rPr>
              <a:t>a</a:t>
            </a:r>
            <a:r>
              <a:rPr spc="-14" dirty="0">
                <a:solidFill>
                  <a:srgbClr val="3F3F3F"/>
                </a:solidFill>
              </a:rPr>
              <a:t>n</a:t>
            </a:r>
            <a:r>
              <a:rPr dirty="0">
                <a:solidFill>
                  <a:srgbClr val="3F3F3F"/>
                </a:solidFill>
              </a:rPr>
              <a:t>d</a:t>
            </a:r>
            <a:r>
              <a:rPr spc="-20" dirty="0">
                <a:solidFill>
                  <a:srgbClr val="3F3F3F"/>
                </a:solidFill>
              </a:rPr>
              <a:t>”</a:t>
            </a:r>
            <a:r>
              <a:rPr spc="-10" dirty="0">
                <a:solidFill>
                  <a:srgbClr val="3F3F3F"/>
                </a:solidFill>
              </a:rPr>
              <a:t>.</a:t>
            </a:r>
            <a:r>
              <a:rPr spc="20" dirty="0">
                <a:solidFill>
                  <a:srgbClr val="3F3F3F"/>
                </a:solidFill>
              </a:rPr>
              <a:t> </a:t>
            </a:r>
            <a:r>
              <a:rPr spc="-20" dirty="0">
                <a:solidFill>
                  <a:srgbClr val="3F3F3F"/>
                </a:solidFill>
              </a:rPr>
              <a:t>(</a:t>
            </a:r>
            <a:r>
              <a:rPr spc="-10" dirty="0">
                <a:solidFill>
                  <a:srgbClr val="3F3F3F"/>
                </a:solidFill>
              </a:rPr>
              <a:t>dis</a:t>
            </a:r>
            <a:r>
              <a:rPr spc="-20" dirty="0">
                <a:solidFill>
                  <a:srgbClr val="3F3F3F"/>
                </a:solidFill>
              </a:rPr>
              <a:t>c</a:t>
            </a:r>
            <a:r>
              <a:rPr spc="-10" dirty="0">
                <a:solidFill>
                  <a:srgbClr val="3F3F3F"/>
                </a:solidFill>
              </a:rPr>
              <a:t>uss</a:t>
            </a:r>
            <a:r>
              <a:rPr spc="-20" dirty="0">
                <a:solidFill>
                  <a:srgbClr val="3F3F3F"/>
                </a:solidFill>
              </a:rPr>
              <a:t>e</a:t>
            </a:r>
            <a:r>
              <a:rPr spc="-14" dirty="0">
                <a:solidFill>
                  <a:srgbClr val="3F3F3F"/>
                </a:solidFill>
              </a:rPr>
              <a:t>d</a:t>
            </a:r>
            <a:r>
              <a:rPr spc="20" dirty="0">
                <a:solidFill>
                  <a:srgbClr val="3F3F3F"/>
                </a:solidFill>
              </a:rPr>
              <a:t> </a:t>
            </a:r>
            <a:r>
              <a:rPr spc="-10" dirty="0">
                <a:solidFill>
                  <a:srgbClr val="3F3F3F"/>
                </a:solidFill>
              </a:rPr>
              <a:t>l</a:t>
            </a:r>
            <a:r>
              <a:rPr spc="-20" dirty="0">
                <a:solidFill>
                  <a:srgbClr val="3F3F3F"/>
                </a:solidFill>
              </a:rPr>
              <a:t>a</a:t>
            </a:r>
            <a:r>
              <a:rPr spc="-10" dirty="0">
                <a:solidFill>
                  <a:srgbClr val="3F3F3F"/>
                </a:solidFill>
              </a:rPr>
              <a:t>t</a:t>
            </a:r>
            <a:r>
              <a:rPr spc="-20" dirty="0">
                <a:solidFill>
                  <a:srgbClr val="3F3F3F"/>
                </a:solidFill>
              </a:rPr>
              <a:t>e</a:t>
            </a:r>
            <a:r>
              <a:rPr spc="-10" dirty="0">
                <a:solidFill>
                  <a:srgbClr val="3F3F3F"/>
                </a:solidFill>
              </a:rPr>
              <a:t>r</a:t>
            </a:r>
            <a:r>
              <a:rPr spc="10" dirty="0">
                <a:solidFill>
                  <a:srgbClr val="3F3F3F"/>
                </a:solidFill>
              </a:rPr>
              <a:t> </a:t>
            </a:r>
            <a:r>
              <a:rPr spc="-10" dirty="0">
                <a:solidFill>
                  <a:srgbClr val="3F3F3F"/>
                </a:solidFill>
              </a:rPr>
              <a:t>in</a:t>
            </a:r>
            <a:r>
              <a:rPr spc="-4" dirty="0">
                <a:solidFill>
                  <a:srgbClr val="3F3F3F"/>
                </a:solidFill>
              </a:rPr>
              <a:t> </a:t>
            </a:r>
            <a:r>
              <a:rPr spc="-10" dirty="0">
                <a:solidFill>
                  <a:srgbClr val="3F3F3F"/>
                </a:solidFill>
              </a:rPr>
              <a:t>this</a:t>
            </a:r>
            <a:r>
              <a:rPr dirty="0">
                <a:solidFill>
                  <a:srgbClr val="3F3F3F"/>
                </a:solidFill>
              </a:rPr>
              <a:t> </a:t>
            </a:r>
            <a:r>
              <a:rPr spc="-25" dirty="0">
                <a:solidFill>
                  <a:srgbClr val="3F3F3F"/>
                </a:solidFill>
              </a:rPr>
              <a:t>U</a:t>
            </a:r>
            <a:r>
              <a:rPr spc="-10" dirty="0">
                <a:solidFill>
                  <a:srgbClr val="3F3F3F"/>
                </a:solidFill>
              </a:rPr>
              <a:t>nit</a:t>
            </a:r>
            <a:r>
              <a:rPr spc="-20" dirty="0">
                <a:solidFill>
                  <a:srgbClr val="3F3F3F"/>
                </a:solidFill>
              </a:rPr>
              <a:t> </a:t>
            </a:r>
            <a:r>
              <a:rPr spc="-10" dirty="0">
                <a:solidFill>
                  <a:srgbClr val="3F3F3F"/>
                </a:solidFill>
              </a:rPr>
              <a:t>) </a:t>
            </a:r>
            <a:r>
              <a:rPr spc="-25" dirty="0">
                <a:solidFill>
                  <a:srgbClr val="3F3F3F"/>
                </a:solidFill>
              </a:rPr>
              <a:t>w</a:t>
            </a:r>
            <a:r>
              <a:rPr spc="-10" dirty="0">
                <a:solidFill>
                  <a:srgbClr val="3F3F3F"/>
                </a:solidFill>
              </a:rPr>
              <a:t>hi</a:t>
            </a:r>
            <a:r>
              <a:rPr dirty="0">
                <a:solidFill>
                  <a:srgbClr val="3F3F3F"/>
                </a:solidFill>
              </a:rPr>
              <a:t>c</a:t>
            </a:r>
            <a:r>
              <a:rPr spc="-14" dirty="0">
                <a:solidFill>
                  <a:srgbClr val="3F3F3F"/>
                </a:solidFill>
              </a:rPr>
              <a:t>h</a:t>
            </a:r>
            <a:r>
              <a:rPr spc="-4" dirty="0">
                <a:solidFill>
                  <a:srgbClr val="3F3F3F"/>
                </a:solidFill>
              </a:rPr>
              <a:t> </a:t>
            </a:r>
            <a:r>
              <a:rPr spc="-10" dirty="0">
                <a:solidFill>
                  <a:srgbClr val="3F3F3F"/>
                </a:solidFill>
              </a:rPr>
              <a:t>st</a:t>
            </a:r>
            <a:r>
              <a:rPr spc="-20" dirty="0">
                <a:solidFill>
                  <a:srgbClr val="3F3F3F"/>
                </a:solidFill>
              </a:rPr>
              <a:t>a</a:t>
            </a:r>
            <a:r>
              <a:rPr spc="-10" dirty="0">
                <a:solidFill>
                  <a:srgbClr val="3F3F3F"/>
                </a:solidFill>
              </a:rPr>
              <a:t>t</a:t>
            </a:r>
            <a:r>
              <a:rPr spc="-20" dirty="0">
                <a:solidFill>
                  <a:srgbClr val="3F3F3F"/>
                </a:solidFill>
              </a:rPr>
              <a:t>e</a:t>
            </a:r>
            <a:r>
              <a:rPr spc="-10" dirty="0">
                <a:solidFill>
                  <a:srgbClr val="3F3F3F"/>
                </a:solidFill>
              </a:rPr>
              <a:t>s</a:t>
            </a:r>
            <a:r>
              <a:rPr dirty="0">
                <a:solidFill>
                  <a:srgbClr val="3F3F3F"/>
                </a:solidFill>
              </a:rPr>
              <a:t> </a:t>
            </a:r>
            <a:r>
              <a:rPr spc="-10" dirty="0">
                <a:solidFill>
                  <a:srgbClr val="3F3F3F"/>
                </a:solidFill>
              </a:rPr>
              <a:t>th</a:t>
            </a:r>
            <a:r>
              <a:rPr spc="-20" dirty="0">
                <a:solidFill>
                  <a:srgbClr val="3F3F3F"/>
                </a:solidFill>
              </a:rPr>
              <a:t>a</a:t>
            </a:r>
            <a:r>
              <a:rPr spc="-10" dirty="0">
                <a:solidFill>
                  <a:srgbClr val="3F3F3F"/>
                </a:solidFill>
              </a:rPr>
              <a:t>t</a:t>
            </a:r>
            <a:r>
              <a:rPr spc="10" dirty="0">
                <a:solidFill>
                  <a:srgbClr val="3F3F3F"/>
                </a:solidFill>
              </a:rPr>
              <a:t> </a:t>
            </a:r>
            <a:r>
              <a:rPr b="1" i="1" spc="-14" dirty="0">
                <a:solidFill>
                  <a:srgbClr val="3F3F3F"/>
                </a:solidFill>
              </a:rPr>
              <a:t>an</a:t>
            </a:r>
            <a:r>
              <a:rPr b="1" i="1" spc="4" dirty="0">
                <a:solidFill>
                  <a:srgbClr val="3F3F3F"/>
                </a:solidFill>
              </a:rPr>
              <a:t> </a:t>
            </a:r>
            <a:r>
              <a:rPr b="1" i="1" spc="-20" dirty="0">
                <a:solidFill>
                  <a:srgbClr val="3F3F3F"/>
                </a:solidFill>
              </a:rPr>
              <a:t>e</a:t>
            </a:r>
            <a:r>
              <a:rPr b="1" i="1" spc="-10" dirty="0">
                <a:solidFill>
                  <a:srgbClr val="3F3F3F"/>
                </a:solidFill>
              </a:rPr>
              <a:t>n</a:t>
            </a:r>
            <a:r>
              <a:rPr b="1" i="1" spc="-30" dirty="0">
                <a:solidFill>
                  <a:srgbClr val="3F3F3F"/>
                </a:solidFill>
              </a:rPr>
              <a:t>t</a:t>
            </a:r>
            <a:r>
              <a:rPr b="1" i="1" spc="-10" dirty="0">
                <a:solidFill>
                  <a:srgbClr val="3F3F3F"/>
                </a:solidFill>
              </a:rPr>
              <a:t>r</a:t>
            </a:r>
            <a:r>
              <a:rPr b="1" i="1" dirty="0">
                <a:solidFill>
                  <a:srgbClr val="3F3F3F"/>
                </a:solidFill>
                <a:latin typeface="Times New Roman"/>
                <a:cs typeface="Times New Roman"/>
              </a:rPr>
              <a:t>e</a:t>
            </a:r>
            <a:r>
              <a:rPr b="1" i="1" spc="-10" dirty="0">
                <a:solidFill>
                  <a:srgbClr val="3F3F3F"/>
                </a:solidFill>
              </a:rPr>
              <a:t>pr</a:t>
            </a:r>
            <a:r>
              <a:rPr b="1" i="1" spc="-20" dirty="0">
                <a:solidFill>
                  <a:srgbClr val="3F3F3F"/>
                </a:solidFill>
              </a:rPr>
              <a:t>e</a:t>
            </a:r>
            <a:r>
              <a:rPr b="1" i="1" spc="-10" dirty="0">
                <a:solidFill>
                  <a:srgbClr val="3F3F3F"/>
                </a:solidFill>
              </a:rPr>
              <a:t>n</a:t>
            </a:r>
            <a:r>
              <a:rPr b="1" i="1" spc="-20" dirty="0">
                <a:solidFill>
                  <a:srgbClr val="3F3F3F"/>
                </a:solidFill>
              </a:rPr>
              <a:t>e</a:t>
            </a:r>
            <a:r>
              <a:rPr b="1" i="1" spc="-10" dirty="0">
                <a:solidFill>
                  <a:srgbClr val="3F3F3F"/>
                </a:solidFill>
              </a:rPr>
              <a:t>ur</a:t>
            </a:r>
            <a:r>
              <a:rPr b="1" i="1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b="1" i="1" spc="-10" dirty="0">
                <a:solidFill>
                  <a:srgbClr val="3F3F3F"/>
                </a:solidFill>
              </a:rPr>
              <a:t>starts</a:t>
            </a:r>
            <a:r>
              <a:rPr b="1" i="1" spc="-25" dirty="0">
                <a:solidFill>
                  <a:srgbClr val="3F3F3F"/>
                </a:solidFill>
              </a:rPr>
              <a:t> </a:t>
            </a:r>
            <a:r>
              <a:rPr b="1" i="1" spc="-10" dirty="0">
                <a:solidFill>
                  <a:srgbClr val="3F3F3F"/>
                </a:solidFill>
              </a:rPr>
              <a:t>wi</a:t>
            </a:r>
            <a:r>
              <a:rPr b="1" i="1" spc="-30" dirty="0">
                <a:solidFill>
                  <a:srgbClr val="3F3F3F"/>
                </a:solidFill>
              </a:rPr>
              <a:t>t</a:t>
            </a:r>
            <a:r>
              <a:rPr b="1" i="1" spc="-14" dirty="0">
                <a:solidFill>
                  <a:srgbClr val="3F3F3F"/>
                </a:solidFill>
              </a:rPr>
              <a:t>h</a:t>
            </a:r>
            <a:r>
              <a:rPr b="1" i="1" spc="4" dirty="0">
                <a:solidFill>
                  <a:srgbClr val="3F3F3F"/>
                </a:solidFill>
              </a:rPr>
              <a:t> </a:t>
            </a:r>
            <a:r>
              <a:rPr b="1" i="1" spc="-10" dirty="0">
                <a:solidFill>
                  <a:srgbClr val="3F3F3F"/>
                </a:solidFill>
              </a:rPr>
              <a:t>what</a:t>
            </a:r>
            <a:r>
              <a:rPr b="1" i="1" spc="-20" dirty="0">
                <a:solidFill>
                  <a:srgbClr val="3F3F3F"/>
                </a:solidFill>
              </a:rPr>
              <a:t> </a:t>
            </a:r>
            <a:r>
              <a:rPr b="1" i="1" spc="-10" dirty="0">
                <a:solidFill>
                  <a:srgbClr val="3F3F3F"/>
                </a:solidFill>
              </a:rPr>
              <a:t>he</a:t>
            </a:r>
            <a:r>
              <a:rPr b="1" i="1" spc="10" dirty="0">
                <a:solidFill>
                  <a:srgbClr val="3F3F3F"/>
                </a:solidFill>
              </a:rPr>
              <a:t> </a:t>
            </a:r>
            <a:r>
              <a:rPr b="1" i="1" spc="-30" dirty="0">
                <a:solidFill>
                  <a:srgbClr val="3F3F3F"/>
                </a:solidFill>
              </a:rPr>
              <a:t>h</a:t>
            </a:r>
            <a:r>
              <a:rPr b="1" i="1" dirty="0">
                <a:solidFill>
                  <a:srgbClr val="3F3F3F"/>
                </a:solidFill>
              </a:rPr>
              <a:t>a</a:t>
            </a:r>
            <a:r>
              <a:rPr b="1" i="1" spc="-10" dirty="0">
                <a:solidFill>
                  <a:srgbClr val="3F3F3F"/>
                </a:solidFill>
              </a:rPr>
              <a:t>s</a:t>
            </a:r>
            <a:r>
              <a:rPr b="1" i="1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b="1" i="1" spc="-30" dirty="0">
                <a:solidFill>
                  <a:srgbClr val="3F3F3F"/>
                </a:solidFill>
              </a:rPr>
              <a:t>i</a:t>
            </a:r>
            <a:r>
              <a:rPr b="1" i="1" spc="-14" dirty="0">
                <a:solidFill>
                  <a:srgbClr val="3F3F3F"/>
                </a:solidFill>
              </a:rPr>
              <a:t>n</a:t>
            </a:r>
            <a:r>
              <a:rPr b="1" i="1" spc="4" dirty="0">
                <a:solidFill>
                  <a:srgbClr val="3F3F3F"/>
                </a:solidFill>
              </a:rPr>
              <a:t> </a:t>
            </a:r>
            <a:r>
              <a:rPr b="1" i="1" spc="-10" dirty="0">
                <a:solidFill>
                  <a:srgbClr val="3F3F3F"/>
                </a:solidFill>
              </a:rPr>
              <a:t>h</a:t>
            </a:r>
            <a:r>
              <a:rPr b="1" i="1" spc="-14" dirty="0">
                <a:solidFill>
                  <a:srgbClr val="3F3F3F"/>
                </a:solidFill>
              </a:rPr>
              <a:t>a</a:t>
            </a:r>
            <a:r>
              <a:rPr b="1" i="1" spc="-10" dirty="0">
                <a:solidFill>
                  <a:srgbClr val="3F3F3F"/>
                </a:solidFill>
              </a:rPr>
              <a:t>nd</a:t>
            </a:r>
            <a:r>
              <a:rPr spc="-10" dirty="0">
                <a:solidFill>
                  <a:srgbClr val="3F3F3F"/>
                </a:solidFill>
              </a:rPr>
              <a:t>,</a:t>
            </a:r>
            <a:r>
              <a:rPr spc="-4" dirty="0">
                <a:solidFill>
                  <a:srgbClr val="3F3F3F"/>
                </a:solidFill>
              </a:rPr>
              <a:t> </a:t>
            </a:r>
            <a:r>
              <a:rPr spc="-10" dirty="0">
                <a:solidFill>
                  <a:srgbClr val="3F3F3F"/>
                </a:solidFill>
              </a:rPr>
              <a:t>i.</a:t>
            </a:r>
            <a:r>
              <a:rPr spc="-20" dirty="0">
                <a:solidFill>
                  <a:srgbClr val="3F3F3F"/>
                </a:solidFill>
              </a:rPr>
              <a:t>e</a:t>
            </a:r>
            <a:r>
              <a:rPr spc="-10" dirty="0">
                <a:solidFill>
                  <a:srgbClr val="3F3F3F"/>
                </a:solidFill>
              </a:rPr>
              <a:t>. </a:t>
            </a:r>
            <a:r>
              <a:rPr spc="-20" dirty="0">
                <a:solidFill>
                  <a:srgbClr val="3F3F3F"/>
                </a:solidFill>
              </a:rPr>
              <a:t>a</a:t>
            </a:r>
            <a:r>
              <a:rPr dirty="0">
                <a:solidFill>
                  <a:srgbClr val="3F3F3F"/>
                </a:solidFill>
              </a:rPr>
              <a:t>f</a:t>
            </a:r>
            <a:r>
              <a:rPr spc="-30" dirty="0">
                <a:solidFill>
                  <a:srgbClr val="3F3F3F"/>
                </a:solidFill>
              </a:rPr>
              <a:t>t</a:t>
            </a:r>
            <a:r>
              <a:rPr dirty="0">
                <a:solidFill>
                  <a:srgbClr val="3F3F3F"/>
                </a:solidFill>
              </a:rPr>
              <a:t>e</a:t>
            </a:r>
            <a:r>
              <a:rPr spc="-10" dirty="0">
                <a:solidFill>
                  <a:srgbClr val="3F3F3F"/>
                </a:solidFill>
              </a:rPr>
              <a:t>r</a:t>
            </a:r>
            <a:r>
              <a:rPr spc="10" dirty="0">
                <a:solidFill>
                  <a:srgbClr val="3F3F3F"/>
                </a:solidFill>
              </a:rPr>
              <a:t> </a:t>
            </a:r>
            <a:r>
              <a:rPr spc="-10" dirty="0">
                <a:solidFill>
                  <a:srgbClr val="3F3F3F"/>
                </a:solidFill>
              </a:rPr>
              <a:t>duly</a:t>
            </a:r>
            <a:r>
              <a:rPr spc="-4" dirty="0">
                <a:solidFill>
                  <a:srgbClr val="3F3F3F"/>
                </a:solidFill>
              </a:rPr>
              <a:t> </a:t>
            </a:r>
            <a:r>
              <a:rPr spc="-10" dirty="0">
                <a:solidFill>
                  <a:srgbClr val="3F3F3F"/>
                </a:solidFill>
              </a:rPr>
              <a:t>t</a:t>
            </a:r>
            <a:r>
              <a:rPr spc="-20" dirty="0">
                <a:solidFill>
                  <a:srgbClr val="3F3F3F"/>
                </a:solidFill>
              </a:rPr>
              <a:t>a</a:t>
            </a:r>
            <a:r>
              <a:rPr spc="-10" dirty="0">
                <a:solidFill>
                  <a:srgbClr val="3F3F3F"/>
                </a:solidFill>
              </a:rPr>
              <a:t>ki</a:t>
            </a:r>
            <a:r>
              <a:rPr dirty="0">
                <a:solidFill>
                  <a:srgbClr val="3F3F3F"/>
                </a:solidFill>
              </a:rPr>
              <a:t>n</a:t>
            </a:r>
            <a:r>
              <a:rPr spc="-14" dirty="0">
                <a:solidFill>
                  <a:srgbClr val="3F3F3F"/>
                </a:solidFill>
              </a:rPr>
              <a:t>g</a:t>
            </a:r>
            <a:r>
              <a:rPr spc="-25" dirty="0">
                <a:solidFill>
                  <a:srgbClr val="3F3F3F"/>
                </a:solidFill>
              </a:rPr>
              <a:t> </a:t>
            </a:r>
            <a:r>
              <a:rPr spc="-10" dirty="0">
                <a:solidFill>
                  <a:srgbClr val="3F3F3F"/>
                </a:solidFill>
              </a:rPr>
              <a:t>sto</a:t>
            </a:r>
            <a:r>
              <a:rPr dirty="0">
                <a:solidFill>
                  <a:srgbClr val="3F3F3F"/>
                </a:solidFill>
              </a:rPr>
              <a:t>c</a:t>
            </a:r>
            <a:r>
              <a:rPr spc="-14" dirty="0">
                <a:solidFill>
                  <a:srgbClr val="3F3F3F"/>
                </a:solidFill>
              </a:rPr>
              <a:t>k</a:t>
            </a:r>
            <a:r>
              <a:rPr spc="-4" dirty="0">
                <a:solidFill>
                  <a:srgbClr val="3F3F3F"/>
                </a:solidFill>
              </a:rPr>
              <a:t> </a:t>
            </a:r>
            <a:r>
              <a:rPr spc="-10" dirty="0">
                <a:solidFill>
                  <a:srgbClr val="3F3F3F"/>
                </a:solidFill>
              </a:rPr>
              <a:t>of</a:t>
            </a:r>
            <a:r>
              <a:rPr spc="10" dirty="0">
                <a:solidFill>
                  <a:srgbClr val="3F3F3F"/>
                </a:solidFill>
              </a:rPr>
              <a:t> </a:t>
            </a:r>
            <a:r>
              <a:rPr spc="-10" dirty="0">
                <a:solidFill>
                  <a:srgbClr val="3F3F3F"/>
                </a:solidFill>
              </a:rPr>
              <a:t>his</a:t>
            </a:r>
            <a:r>
              <a:rPr spc="-25" dirty="0">
                <a:solidFill>
                  <a:srgbClr val="3F3F3F"/>
                </a:solidFill>
              </a:rPr>
              <a:t> </a:t>
            </a:r>
            <a:r>
              <a:rPr spc="-40" dirty="0">
                <a:solidFill>
                  <a:srgbClr val="3F3F3F"/>
                </a:solidFill>
              </a:rPr>
              <a:t>m</a:t>
            </a:r>
            <a:r>
              <a:rPr dirty="0">
                <a:solidFill>
                  <a:srgbClr val="3F3F3F"/>
                </a:solidFill>
              </a:rPr>
              <a:t>e</a:t>
            </a:r>
            <a:r>
              <a:rPr spc="-20" dirty="0">
                <a:solidFill>
                  <a:srgbClr val="3F3F3F"/>
                </a:solidFill>
              </a:rPr>
              <a:t>a</a:t>
            </a:r>
            <a:r>
              <a:rPr spc="-10" dirty="0">
                <a:solidFill>
                  <a:srgbClr val="3F3F3F"/>
                </a:solidFill>
              </a:rPr>
              <a:t>ns.</a:t>
            </a:r>
          </a:p>
          <a:p>
            <a:pPr marL="78730">
              <a:spcBef>
                <a:spcPts val="1005"/>
              </a:spcBef>
            </a:pPr>
            <a:r>
              <a:rPr spc="-20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42218" y="6770460"/>
            <a:ext cx="4722495" cy="3488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9"/>
            <a:r>
              <a:rPr sz="2200" spc="-20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2200" spc="191" dirty="0">
                <a:solidFill>
                  <a:srgbClr val="A42F0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Times New Roman"/>
                <a:cs typeface="Times New Roman"/>
              </a:rPr>
              <a:t>S</a:t>
            </a:r>
            <a:r>
              <a:rPr sz="2200" spc="-14" dirty="0">
                <a:solidFill>
                  <a:srgbClr val="3F3F3F"/>
                </a:solidFill>
                <a:latin typeface="Times New Roman"/>
                <a:cs typeface="Times New Roman"/>
              </a:rPr>
              <a:t>ou</a:t>
            </a:r>
            <a:r>
              <a:rPr sz="2200" dirty="0">
                <a:solidFill>
                  <a:srgbClr val="3F3F3F"/>
                </a:solidFill>
                <a:latin typeface="Times New Roman"/>
                <a:cs typeface="Times New Roman"/>
              </a:rPr>
              <a:t>r</a:t>
            </a:r>
            <a:r>
              <a:rPr sz="2200" spc="-20" dirty="0">
                <a:solidFill>
                  <a:srgbClr val="3F3F3F"/>
                </a:solidFill>
                <a:latin typeface="Times New Roman"/>
                <a:cs typeface="Times New Roman"/>
              </a:rPr>
              <a:t>c</a:t>
            </a:r>
            <a:r>
              <a:rPr sz="2200" spc="-10" dirty="0">
                <a:solidFill>
                  <a:srgbClr val="3F3F3F"/>
                </a:solidFill>
                <a:latin typeface="Times New Roman"/>
                <a:cs typeface="Times New Roman"/>
              </a:rPr>
              <a:t>e :</a:t>
            </a:r>
            <a:r>
              <a:rPr sz="2200" spc="-114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200" u="heavy" spc="-25" dirty="0">
                <a:solidFill>
                  <a:srgbClr val="FB4A18"/>
                </a:solidFill>
                <a:latin typeface="Times New Roman"/>
                <a:cs typeface="Times New Roman"/>
              </a:rPr>
              <a:t>A</a:t>
            </a:r>
            <a:r>
              <a:rPr sz="2200" u="heavy" spc="-14" dirty="0">
                <a:solidFill>
                  <a:srgbClr val="FB4A18"/>
                </a:solidFill>
                <a:latin typeface="Times New Roman"/>
                <a:cs typeface="Times New Roman"/>
              </a:rPr>
              <a:t>n</a:t>
            </a:r>
            <a:r>
              <a:rPr sz="2200" u="heavy" spc="-120" dirty="0">
                <a:solidFill>
                  <a:srgbClr val="FB4A18"/>
                </a:solidFill>
                <a:latin typeface="Times New Roman"/>
                <a:cs typeface="Times New Roman"/>
              </a:rPr>
              <a:t> </a:t>
            </a:r>
            <a:r>
              <a:rPr sz="2200" u="heavy" spc="-25" dirty="0">
                <a:solidFill>
                  <a:srgbClr val="FB4A18"/>
                </a:solidFill>
                <a:latin typeface="Times New Roman"/>
                <a:cs typeface="Times New Roman"/>
              </a:rPr>
              <a:t>A</a:t>
            </a:r>
            <a:r>
              <a:rPr sz="2200" u="heavy" spc="-20" dirty="0">
                <a:solidFill>
                  <a:srgbClr val="FB4A18"/>
                </a:solidFill>
                <a:latin typeface="Times New Roman"/>
                <a:cs typeface="Times New Roman"/>
              </a:rPr>
              <a:t>c</a:t>
            </a:r>
            <a:r>
              <a:rPr sz="2200" u="heavy" spc="-10" dirty="0">
                <a:solidFill>
                  <a:srgbClr val="FB4A18"/>
                </a:solidFill>
                <a:latin typeface="Times New Roman"/>
                <a:cs typeface="Times New Roman"/>
              </a:rPr>
              <a:t>ti</a:t>
            </a:r>
            <a:r>
              <a:rPr sz="2200" u="heavy" dirty="0">
                <a:solidFill>
                  <a:srgbClr val="FB4A18"/>
                </a:solidFill>
                <a:latin typeface="Times New Roman"/>
                <a:cs typeface="Times New Roman"/>
              </a:rPr>
              <a:t>v</a:t>
            </a:r>
            <a:r>
              <a:rPr sz="2200" u="heavy" spc="-30" dirty="0">
                <a:solidFill>
                  <a:srgbClr val="FB4A18"/>
                </a:solidFill>
                <a:latin typeface="Times New Roman"/>
                <a:cs typeface="Times New Roman"/>
              </a:rPr>
              <a:t>i</a:t>
            </a:r>
            <a:r>
              <a:rPr sz="2200" u="heavy" spc="-10" dirty="0">
                <a:solidFill>
                  <a:srgbClr val="FB4A18"/>
                </a:solidFill>
                <a:latin typeface="Times New Roman"/>
                <a:cs typeface="Times New Roman"/>
              </a:rPr>
              <a:t>ty</a:t>
            </a:r>
            <a:r>
              <a:rPr sz="2200" u="heavy" spc="4" dirty="0">
                <a:solidFill>
                  <a:srgbClr val="FB4A18"/>
                </a:solidFill>
                <a:latin typeface="Times New Roman"/>
                <a:cs typeface="Times New Roman"/>
              </a:rPr>
              <a:t> </a:t>
            </a:r>
            <a:r>
              <a:rPr sz="2200" u="heavy" spc="-14" dirty="0">
                <a:solidFill>
                  <a:srgbClr val="FB4A18"/>
                </a:solidFill>
                <a:latin typeface="Times New Roman"/>
                <a:cs typeface="Times New Roman"/>
              </a:rPr>
              <a:t>on</a:t>
            </a:r>
            <a:r>
              <a:rPr sz="2200" u="heavy" spc="-55" dirty="0">
                <a:solidFill>
                  <a:srgbClr val="FB4A18"/>
                </a:solidFill>
                <a:latin typeface="Times New Roman"/>
                <a:cs typeface="Times New Roman"/>
              </a:rPr>
              <a:t> </a:t>
            </a:r>
            <a:r>
              <a:rPr sz="2200" u="heavy" spc="-35" dirty="0">
                <a:solidFill>
                  <a:srgbClr val="FB4A18"/>
                </a:solidFill>
                <a:latin typeface="Times New Roman"/>
                <a:cs typeface="Times New Roman"/>
              </a:rPr>
              <a:t>W</a:t>
            </a:r>
            <a:r>
              <a:rPr sz="2200" u="heavy" spc="-14" dirty="0">
                <a:solidFill>
                  <a:srgbClr val="FB4A18"/>
                </a:solidFill>
                <a:latin typeface="Times New Roman"/>
                <a:cs typeface="Times New Roman"/>
              </a:rPr>
              <a:t>F</a:t>
            </a:r>
            <a:r>
              <a:rPr sz="2200" u="heavy" spc="-4" dirty="0">
                <a:solidFill>
                  <a:srgbClr val="FB4A18"/>
                </a:solidFill>
                <a:latin typeface="Times New Roman"/>
                <a:cs typeface="Times New Roman"/>
              </a:rPr>
              <a:t> </a:t>
            </a:r>
            <a:r>
              <a:rPr sz="2200" u="heavy" spc="-20" dirty="0">
                <a:solidFill>
                  <a:srgbClr val="FB4A18"/>
                </a:solidFill>
                <a:latin typeface="Times New Roman"/>
                <a:cs typeface="Times New Roman"/>
              </a:rPr>
              <a:t>Le</a:t>
            </a:r>
            <a:r>
              <a:rPr sz="2200" u="heavy" dirty="0">
                <a:solidFill>
                  <a:srgbClr val="FB4A18"/>
                </a:solidFill>
                <a:latin typeface="Times New Roman"/>
                <a:cs typeface="Times New Roman"/>
              </a:rPr>
              <a:t>a</a:t>
            </a:r>
            <a:r>
              <a:rPr sz="2200" u="heavy" spc="-20" dirty="0">
                <a:solidFill>
                  <a:srgbClr val="FB4A18"/>
                </a:solidFill>
                <a:latin typeface="Times New Roman"/>
                <a:cs typeface="Times New Roman"/>
              </a:rPr>
              <a:t>r</a:t>
            </a:r>
            <a:r>
              <a:rPr sz="2200" u="heavy" spc="-14" dirty="0">
                <a:solidFill>
                  <a:srgbClr val="FB4A18"/>
                </a:solidFill>
                <a:latin typeface="Times New Roman"/>
                <a:cs typeface="Times New Roman"/>
              </a:rPr>
              <a:t>n</a:t>
            </a:r>
            <a:r>
              <a:rPr sz="2200" u="heavy" spc="-25" dirty="0">
                <a:solidFill>
                  <a:srgbClr val="FB4A18"/>
                </a:solidFill>
                <a:latin typeface="Times New Roman"/>
                <a:cs typeface="Times New Roman"/>
              </a:rPr>
              <a:t>w</a:t>
            </a:r>
            <a:r>
              <a:rPr sz="2200" u="heavy" spc="-10" dirty="0">
                <a:solidFill>
                  <a:srgbClr val="FB4A18"/>
                </a:solidFill>
                <a:latin typeface="Times New Roman"/>
                <a:cs typeface="Times New Roman"/>
              </a:rPr>
              <a:t>ise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219201" y="4495801"/>
            <a:ext cx="7772399" cy="196443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57858" y="548624"/>
            <a:ext cx="5210810" cy="4534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9"/>
            <a:r>
              <a:rPr sz="29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2900" b="1" spc="10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2900" b="1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2900" b="1" spc="-14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2900" b="1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2900" b="1" spc="14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29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2900" b="1" spc="-14" dirty="0">
                <a:solidFill>
                  <a:srgbClr val="252525"/>
                </a:solidFill>
                <a:latin typeface="Times New Roman"/>
                <a:cs typeface="Times New Roman"/>
              </a:rPr>
              <a:t>er</a:t>
            </a:r>
            <a:r>
              <a:rPr sz="2900" b="1" spc="4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2900" b="1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29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2900" b="1" spc="4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2900" b="1" spc="-14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2900" b="1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2900" b="1" spc="-3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900" b="1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29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900" b="1" spc="4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2900" b="1" spc="1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29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2900" b="1" spc="-4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2900" b="1" spc="-14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2900" b="1" spc="10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2900" b="1" spc="-7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2900" b="1" spc="14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2900" b="1" spc="-2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2900" b="1" spc="14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2900" b="1" spc="-20" dirty="0">
                <a:solidFill>
                  <a:srgbClr val="252525"/>
                </a:solidFill>
                <a:latin typeface="Times New Roman"/>
                <a:cs typeface="Times New Roman"/>
              </a:rPr>
              <a:t>u</a:t>
            </a:r>
            <a:r>
              <a:rPr sz="2900" b="1" spc="14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2900" b="1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endParaRPr sz="29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4401" y="1066800"/>
            <a:ext cx="8305800" cy="6400800"/>
          </a:xfrm>
          <a:custGeom>
            <a:avLst/>
            <a:gdLst/>
            <a:ahLst/>
            <a:cxnLst/>
            <a:rect l="l" t="t" r="r" b="b"/>
            <a:pathLst>
              <a:path w="8305800" h="6400800">
                <a:moveTo>
                  <a:pt x="0" y="6400799"/>
                </a:moveTo>
                <a:lnTo>
                  <a:pt x="8305799" y="6400799"/>
                </a:lnTo>
                <a:lnTo>
                  <a:pt x="8305799" y="0"/>
                </a:lnTo>
                <a:lnTo>
                  <a:pt x="0" y="0"/>
                </a:lnTo>
                <a:lnTo>
                  <a:pt x="0" y="64007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14401" y="990600"/>
            <a:ext cx="8305800" cy="6400800"/>
          </a:xfrm>
          <a:custGeom>
            <a:avLst/>
            <a:gdLst/>
            <a:ahLst/>
            <a:cxnLst/>
            <a:rect l="l" t="t" r="r" b="b"/>
            <a:pathLst>
              <a:path w="8305800" h="6400800">
                <a:moveTo>
                  <a:pt x="0" y="6400799"/>
                </a:moveTo>
                <a:lnTo>
                  <a:pt x="8305799" y="6400799"/>
                </a:lnTo>
                <a:lnTo>
                  <a:pt x="8305799" y="0"/>
                </a:lnTo>
                <a:lnTo>
                  <a:pt x="0" y="0"/>
                </a:lnTo>
                <a:lnTo>
                  <a:pt x="0" y="6400799"/>
                </a:lnTo>
                <a:close/>
              </a:path>
            </a:pathLst>
          </a:custGeom>
          <a:ln w="15239">
            <a:solidFill>
              <a:srgbClr val="71855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94676" y="984408"/>
            <a:ext cx="6891020" cy="279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9"/>
            <a:r>
              <a:rPr b="1" spc="-4" dirty="0">
                <a:latin typeface="Times New Roman"/>
                <a:cs typeface="Times New Roman"/>
              </a:rPr>
              <a:t>A</a:t>
            </a:r>
            <a:r>
              <a:rPr b="1" spc="10" dirty="0">
                <a:latin typeface="Times New Roman"/>
                <a:cs typeface="Times New Roman"/>
              </a:rPr>
              <a:t>c</a:t>
            </a:r>
            <a:r>
              <a:rPr b="1" spc="-10" dirty="0">
                <a:latin typeface="Times New Roman"/>
                <a:cs typeface="Times New Roman"/>
              </a:rPr>
              <a:t>c</a:t>
            </a:r>
            <a:r>
              <a:rPr b="1" dirty="0">
                <a:latin typeface="Times New Roman"/>
                <a:cs typeface="Times New Roman"/>
              </a:rPr>
              <a:t>o</a:t>
            </a:r>
            <a:r>
              <a:rPr b="1" spc="10" dirty="0">
                <a:latin typeface="Times New Roman"/>
                <a:cs typeface="Times New Roman"/>
              </a:rPr>
              <a:t>r</a:t>
            </a:r>
            <a:r>
              <a:rPr b="1" spc="-14" dirty="0">
                <a:latin typeface="Times New Roman"/>
                <a:cs typeface="Times New Roman"/>
              </a:rPr>
              <a:t>d</a:t>
            </a:r>
            <a:r>
              <a:rPr b="1" dirty="0">
                <a:latin typeface="Times New Roman"/>
                <a:cs typeface="Times New Roman"/>
              </a:rPr>
              <a:t>i</a:t>
            </a:r>
            <a:r>
              <a:rPr b="1" spc="4" dirty="0">
                <a:latin typeface="Times New Roman"/>
                <a:cs typeface="Times New Roman"/>
              </a:rPr>
              <a:t>n</a:t>
            </a:r>
            <a:r>
              <a:rPr b="1" dirty="0">
                <a:latin typeface="Times New Roman"/>
                <a:cs typeface="Times New Roman"/>
              </a:rPr>
              <a:t>g</a:t>
            </a:r>
            <a:r>
              <a:rPr b="1" spc="-20" dirty="0">
                <a:latin typeface="Times New Roman"/>
                <a:cs typeface="Times New Roman"/>
              </a:rPr>
              <a:t> </a:t>
            </a:r>
            <a:r>
              <a:rPr b="1" spc="10" dirty="0">
                <a:latin typeface="Times New Roman"/>
                <a:cs typeface="Times New Roman"/>
              </a:rPr>
              <a:t>t</a:t>
            </a:r>
            <a:r>
              <a:rPr b="1" dirty="0">
                <a:latin typeface="Times New Roman"/>
                <a:cs typeface="Times New Roman"/>
              </a:rPr>
              <a:t>o Jo</a:t>
            </a:r>
            <a:r>
              <a:rPr b="1" spc="-14" dirty="0">
                <a:latin typeface="Times New Roman"/>
                <a:cs typeface="Times New Roman"/>
              </a:rPr>
              <a:t>h</a:t>
            </a:r>
            <a:r>
              <a:rPr b="1" dirty="0">
                <a:latin typeface="Times New Roman"/>
                <a:cs typeface="Times New Roman"/>
              </a:rPr>
              <a:t>n</a:t>
            </a:r>
            <a:r>
              <a:rPr b="1" spc="4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Ho</a:t>
            </a:r>
            <a:r>
              <a:rPr b="1" spc="10" dirty="0">
                <a:latin typeface="Times New Roman"/>
                <a:cs typeface="Times New Roman"/>
              </a:rPr>
              <a:t>r</a:t>
            </a:r>
            <a:r>
              <a:rPr b="1" spc="-14" dirty="0">
                <a:latin typeface="Times New Roman"/>
                <a:cs typeface="Times New Roman"/>
              </a:rPr>
              <a:t>n</a:t>
            </a:r>
            <a:r>
              <a:rPr b="1" dirty="0">
                <a:latin typeface="Times New Roman"/>
                <a:cs typeface="Times New Roman"/>
              </a:rPr>
              <a:t>a</a:t>
            </a:r>
            <a:r>
              <a:rPr b="1" spc="-14" dirty="0">
                <a:latin typeface="Times New Roman"/>
                <a:cs typeface="Times New Roman"/>
              </a:rPr>
              <a:t>d</a:t>
            </a:r>
            <a:r>
              <a:rPr b="1" dirty="0">
                <a:latin typeface="Times New Roman"/>
                <a:cs typeface="Times New Roman"/>
              </a:rPr>
              <a:t>a</a:t>
            </a:r>
            <a:r>
              <a:rPr b="1" spc="-75" dirty="0">
                <a:latin typeface="Times New Roman"/>
                <a:cs typeface="Times New Roman"/>
              </a:rPr>
              <a:t>y</a:t>
            </a:r>
            <a:r>
              <a:rPr b="1" dirty="0">
                <a:latin typeface="Times New Roman"/>
                <a:cs typeface="Times New Roman"/>
              </a:rPr>
              <a:t>,</a:t>
            </a:r>
            <a:r>
              <a:rPr b="1" spc="-20" dirty="0">
                <a:latin typeface="Times New Roman"/>
                <a:cs typeface="Times New Roman"/>
              </a:rPr>
              <a:t> </a:t>
            </a:r>
            <a:r>
              <a:rPr b="1" spc="-10" dirty="0">
                <a:latin typeface="Times New Roman"/>
                <a:cs typeface="Times New Roman"/>
              </a:rPr>
              <a:t>t</a:t>
            </a:r>
            <a:r>
              <a:rPr b="1" spc="4" dirty="0">
                <a:latin typeface="Times New Roman"/>
                <a:cs typeface="Times New Roman"/>
              </a:rPr>
              <a:t>h</a:t>
            </a:r>
            <a:r>
              <a:rPr b="1" dirty="0">
                <a:latin typeface="Times New Roman"/>
                <a:cs typeface="Times New Roman"/>
              </a:rPr>
              <a:t>e</a:t>
            </a:r>
            <a:r>
              <a:rPr b="1" spc="-10" dirty="0">
                <a:latin typeface="Times New Roman"/>
                <a:cs typeface="Times New Roman"/>
              </a:rPr>
              <a:t> </a:t>
            </a:r>
            <a:r>
              <a:rPr b="1" spc="10" dirty="0">
                <a:latin typeface="Times New Roman"/>
                <a:cs typeface="Times New Roman"/>
              </a:rPr>
              <a:t>c</a:t>
            </a:r>
            <a:r>
              <a:rPr b="1" spc="-14" dirty="0">
                <a:latin typeface="Times New Roman"/>
                <a:cs typeface="Times New Roman"/>
              </a:rPr>
              <a:t>h</a:t>
            </a:r>
            <a:r>
              <a:rPr b="1" dirty="0">
                <a:latin typeface="Times New Roman"/>
                <a:cs typeface="Times New Roman"/>
              </a:rPr>
              <a:t>a</a:t>
            </a:r>
            <a:r>
              <a:rPr b="1" spc="10" dirty="0">
                <a:latin typeface="Times New Roman"/>
                <a:cs typeface="Times New Roman"/>
              </a:rPr>
              <a:t>r</a:t>
            </a:r>
            <a:r>
              <a:rPr b="1" dirty="0">
                <a:latin typeface="Times New Roman"/>
                <a:cs typeface="Times New Roman"/>
              </a:rPr>
              <a:t>a</a:t>
            </a:r>
            <a:r>
              <a:rPr b="1" spc="-10" dirty="0">
                <a:latin typeface="Times New Roman"/>
                <a:cs typeface="Times New Roman"/>
              </a:rPr>
              <a:t>c</a:t>
            </a:r>
            <a:r>
              <a:rPr b="1" spc="10" dirty="0">
                <a:latin typeface="Times New Roman"/>
                <a:cs typeface="Times New Roman"/>
              </a:rPr>
              <a:t>t</a:t>
            </a:r>
            <a:r>
              <a:rPr b="1" spc="-10" dirty="0">
                <a:latin typeface="Times New Roman"/>
                <a:cs typeface="Times New Roman"/>
              </a:rPr>
              <a:t>e</a:t>
            </a:r>
            <a:r>
              <a:rPr b="1" spc="10" dirty="0">
                <a:latin typeface="Times New Roman"/>
                <a:cs typeface="Times New Roman"/>
              </a:rPr>
              <a:t>r</a:t>
            </a:r>
            <a:r>
              <a:rPr b="1" dirty="0">
                <a:latin typeface="Times New Roman"/>
                <a:cs typeface="Times New Roman"/>
              </a:rPr>
              <a:t>is</a:t>
            </a:r>
            <a:r>
              <a:rPr b="1" spc="-10" dirty="0">
                <a:latin typeface="Times New Roman"/>
                <a:cs typeface="Times New Roman"/>
              </a:rPr>
              <a:t>t</a:t>
            </a:r>
            <a:r>
              <a:rPr b="1" dirty="0">
                <a:latin typeface="Times New Roman"/>
                <a:cs typeface="Times New Roman"/>
              </a:rPr>
              <a:t>i</a:t>
            </a:r>
            <a:r>
              <a:rPr b="1" spc="10" dirty="0">
                <a:latin typeface="Times New Roman"/>
                <a:cs typeface="Times New Roman"/>
              </a:rPr>
              <a:t>c</a:t>
            </a:r>
            <a:r>
              <a:rPr b="1" dirty="0">
                <a:latin typeface="Times New Roman"/>
                <a:cs typeface="Times New Roman"/>
              </a:rPr>
              <a:t>s</a:t>
            </a:r>
            <a:r>
              <a:rPr b="1" spc="-3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of</a:t>
            </a:r>
            <a:r>
              <a:rPr b="1" spc="-10" dirty="0">
                <a:latin typeface="Times New Roman"/>
                <a:cs typeface="Times New Roman"/>
              </a:rPr>
              <a:t> </a:t>
            </a:r>
            <a:r>
              <a:rPr b="1" spc="10" dirty="0">
                <a:latin typeface="Times New Roman"/>
                <a:cs typeface="Times New Roman"/>
              </a:rPr>
              <a:t>e</a:t>
            </a:r>
            <a:r>
              <a:rPr b="1" spc="-14" dirty="0">
                <a:latin typeface="Times New Roman"/>
                <a:cs typeface="Times New Roman"/>
              </a:rPr>
              <a:t>n</a:t>
            </a:r>
            <a:r>
              <a:rPr b="1" spc="10" dirty="0">
                <a:latin typeface="Times New Roman"/>
                <a:cs typeface="Times New Roman"/>
              </a:rPr>
              <a:t>t</a:t>
            </a:r>
            <a:r>
              <a:rPr b="1" spc="-45" dirty="0">
                <a:latin typeface="Times New Roman"/>
                <a:cs typeface="Times New Roman"/>
              </a:rPr>
              <a:t>r</a:t>
            </a:r>
            <a:r>
              <a:rPr b="1" spc="10" dirty="0">
                <a:latin typeface="Times New Roman"/>
                <a:cs typeface="Times New Roman"/>
              </a:rPr>
              <a:t>e</a:t>
            </a:r>
            <a:r>
              <a:rPr b="1" spc="-14" dirty="0">
                <a:latin typeface="Times New Roman"/>
                <a:cs typeface="Times New Roman"/>
              </a:rPr>
              <a:t>p</a:t>
            </a:r>
            <a:r>
              <a:rPr b="1" spc="-30" dirty="0">
                <a:latin typeface="Times New Roman"/>
                <a:cs typeface="Times New Roman"/>
              </a:rPr>
              <a:t>r</a:t>
            </a:r>
            <a:r>
              <a:rPr b="1" spc="10" dirty="0">
                <a:latin typeface="Times New Roman"/>
                <a:cs typeface="Times New Roman"/>
              </a:rPr>
              <a:t>e</a:t>
            </a:r>
            <a:r>
              <a:rPr b="1" spc="-14" dirty="0">
                <a:latin typeface="Times New Roman"/>
                <a:cs typeface="Times New Roman"/>
              </a:rPr>
              <a:t>n</a:t>
            </a:r>
            <a:r>
              <a:rPr b="1" spc="10" dirty="0">
                <a:latin typeface="Times New Roman"/>
                <a:cs typeface="Times New Roman"/>
              </a:rPr>
              <a:t>e</a:t>
            </a:r>
            <a:r>
              <a:rPr b="1" spc="-14" dirty="0">
                <a:latin typeface="Times New Roman"/>
                <a:cs typeface="Times New Roman"/>
              </a:rPr>
              <a:t>u</a:t>
            </a:r>
            <a:r>
              <a:rPr b="1" spc="10" dirty="0">
                <a:latin typeface="Times New Roman"/>
                <a:cs typeface="Times New Roman"/>
              </a:rPr>
              <a:t>r</a:t>
            </a:r>
            <a:r>
              <a:rPr b="1" dirty="0">
                <a:latin typeface="Times New Roman"/>
                <a:cs typeface="Times New Roman"/>
              </a:rPr>
              <a:t>s a</a:t>
            </a:r>
            <a:r>
              <a:rPr b="1" spc="-45" dirty="0">
                <a:latin typeface="Times New Roman"/>
                <a:cs typeface="Times New Roman"/>
              </a:rPr>
              <a:t>r</a:t>
            </a:r>
            <a:r>
              <a:rPr b="1" spc="10" dirty="0">
                <a:latin typeface="Times New Roman"/>
                <a:cs typeface="Times New Roman"/>
              </a:rPr>
              <a:t>e</a:t>
            </a:r>
            <a:r>
              <a:rPr b="1" dirty="0">
                <a:latin typeface="Times New Roman"/>
                <a:cs typeface="Times New Roman"/>
              </a:rPr>
              <a:t>: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36753" y="1314559"/>
            <a:ext cx="278130" cy="3139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9"/>
            <a:r>
              <a:rPr spc="-545" dirty="0">
                <a:latin typeface="Century Gothic"/>
                <a:cs typeface="Century Gothic"/>
              </a:rPr>
              <a:t>1</a:t>
            </a:r>
            <a:r>
              <a:rPr sz="3000" spc="-1882" baseline="-19444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dirty="0">
                <a:latin typeface="Century Gothic"/>
                <a:cs typeface="Century Gothic"/>
              </a:rPr>
              <a:t>1</a:t>
            </a:r>
            <a:endParaRPr>
              <a:latin typeface="Century Gothic"/>
              <a:cs typeface="Century Goth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37502" y="1388834"/>
            <a:ext cx="3622675" cy="3139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9"/>
            <a:r>
              <a:rPr sz="2000" spc="4" dirty="0">
                <a:latin typeface="Times New Roman"/>
                <a:cs typeface="Times New Roman"/>
              </a:rPr>
              <a:t>S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lf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4" dirty="0">
                <a:latin typeface="Times New Roman"/>
                <a:cs typeface="Times New Roman"/>
              </a:rPr>
              <a:t>C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10" dirty="0">
                <a:latin typeface="Times New Roman"/>
                <a:cs typeface="Times New Roman"/>
              </a:rPr>
              <a:t>f</a:t>
            </a:r>
            <a:r>
              <a:rPr sz="2000" spc="-20" dirty="0">
                <a:latin typeface="Times New Roman"/>
                <a:cs typeface="Times New Roman"/>
              </a:rPr>
              <a:t>i</a:t>
            </a:r>
            <a:r>
              <a:rPr sz="2000" dirty="0">
                <a:latin typeface="Times New Roman"/>
                <a:cs typeface="Times New Roman"/>
              </a:rPr>
              <a:t>d</a:t>
            </a:r>
            <a:r>
              <a:rPr sz="2000" spc="1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n</a:t>
            </a:r>
            <a:r>
              <a:rPr sz="2000" spc="-10" dirty="0">
                <a:latin typeface="Times New Roman"/>
                <a:cs typeface="Times New Roman"/>
              </a:rPr>
              <a:t>c</a:t>
            </a:r>
            <a:r>
              <a:rPr sz="2000" spc="1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,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4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n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spc="-30" dirty="0">
                <a:latin typeface="Times New Roman"/>
                <a:cs typeface="Times New Roman"/>
              </a:rPr>
              <a:t>r</a:t>
            </a:r>
            <a:r>
              <a:rPr sz="2000" dirty="0">
                <a:latin typeface="Times New Roman"/>
                <a:cs typeface="Times New Roman"/>
              </a:rPr>
              <a:t>g</a:t>
            </a:r>
            <a:r>
              <a:rPr sz="2000" spc="-145" dirty="0">
                <a:latin typeface="Times New Roman"/>
                <a:cs typeface="Times New Roman"/>
              </a:rPr>
              <a:t>y</a:t>
            </a:r>
            <a:r>
              <a:rPr sz="2000" dirty="0">
                <a:latin typeface="Times New Roman"/>
                <a:cs typeface="Times New Roman"/>
              </a:rPr>
              <a:t>, </a:t>
            </a:r>
            <a:r>
              <a:rPr sz="2000" spc="-4" dirty="0">
                <a:latin typeface="Times New Roman"/>
                <a:cs typeface="Times New Roman"/>
              </a:rPr>
              <a:t>D</a:t>
            </a:r>
            <a:r>
              <a:rPr sz="2000" dirty="0">
                <a:latin typeface="Times New Roman"/>
                <a:cs typeface="Times New Roman"/>
              </a:rPr>
              <a:t>i</a:t>
            </a:r>
            <a:r>
              <a:rPr sz="2000" spc="-20" dirty="0">
                <a:latin typeface="Times New Roman"/>
                <a:cs typeface="Times New Roman"/>
              </a:rPr>
              <a:t>l</a:t>
            </a:r>
            <a:r>
              <a:rPr sz="2000" dirty="0">
                <a:latin typeface="Times New Roman"/>
                <a:cs typeface="Times New Roman"/>
              </a:rPr>
              <a:t>ig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spc="20" dirty="0">
                <a:latin typeface="Times New Roman"/>
                <a:cs typeface="Times New Roman"/>
              </a:rPr>
              <a:t>n</a:t>
            </a:r>
            <a:r>
              <a:rPr sz="2000" spc="-10" dirty="0">
                <a:latin typeface="Times New Roman"/>
                <a:cs typeface="Times New Roman"/>
              </a:rPr>
              <a:t>c</a:t>
            </a:r>
            <a:r>
              <a:rPr sz="2000" dirty="0">
                <a:latin typeface="Times New Roman"/>
                <a:cs typeface="Times New Roman"/>
              </a:rPr>
              <a:t>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94640" y="1819110"/>
            <a:ext cx="6396760" cy="5650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9"/>
            <a:r>
              <a:rPr sz="2000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2000" dirty="0">
                <a:solidFill>
                  <a:srgbClr val="A42F0F"/>
                </a:solidFill>
                <a:latin typeface="Times New Roman"/>
                <a:cs typeface="Times New Roman"/>
              </a:rPr>
              <a:t> </a:t>
            </a:r>
            <a:r>
              <a:rPr sz="2000" spc="-90" dirty="0">
                <a:solidFill>
                  <a:srgbClr val="A42F0F"/>
                </a:solidFill>
                <a:latin typeface="Times New Roman"/>
                <a:cs typeface="Times New Roman"/>
              </a:rPr>
              <a:t> </a:t>
            </a:r>
            <a:r>
              <a:rPr sz="2000" spc="-4" dirty="0">
                <a:latin typeface="Times New Roman"/>
                <a:cs typeface="Times New Roman"/>
              </a:rPr>
              <a:t>A</a:t>
            </a:r>
            <a:r>
              <a:rPr sz="2000" spc="20" dirty="0">
                <a:latin typeface="Times New Roman"/>
                <a:cs typeface="Times New Roman"/>
              </a:rPr>
              <a:t>b</a:t>
            </a:r>
            <a:r>
              <a:rPr sz="2000" spc="-20" dirty="0">
                <a:latin typeface="Times New Roman"/>
                <a:cs typeface="Times New Roman"/>
              </a:rPr>
              <a:t>i</a:t>
            </a:r>
            <a:r>
              <a:rPr sz="2000" dirty="0">
                <a:latin typeface="Times New Roman"/>
                <a:cs typeface="Times New Roman"/>
              </a:rPr>
              <a:t>l</a:t>
            </a:r>
            <a:r>
              <a:rPr sz="2000" spc="-20" dirty="0">
                <a:latin typeface="Times New Roman"/>
                <a:cs typeface="Times New Roman"/>
              </a:rPr>
              <a:t>i</a:t>
            </a:r>
            <a:r>
              <a:rPr sz="2000" dirty="0">
                <a:latin typeface="Times New Roman"/>
                <a:cs typeface="Times New Roman"/>
              </a:rPr>
              <a:t>ty</a:t>
            </a:r>
            <a:r>
              <a:rPr sz="2000" spc="-20" dirty="0">
                <a:latin typeface="Times New Roman"/>
                <a:cs typeface="Times New Roman"/>
              </a:rPr>
              <a:t> t</a:t>
            </a:r>
            <a:r>
              <a:rPr sz="2000" dirty="0">
                <a:latin typeface="Times New Roman"/>
                <a:cs typeface="Times New Roman"/>
              </a:rPr>
              <a:t>o t</a:t>
            </a:r>
            <a:r>
              <a:rPr sz="2000" spc="-10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ke</a:t>
            </a:r>
            <a:r>
              <a:rPr sz="2000" spc="-10" dirty="0">
                <a:latin typeface="Times New Roman"/>
                <a:cs typeface="Times New Roman"/>
              </a:rPr>
              <a:t> c</a:t>
            </a:r>
            <a:r>
              <a:rPr sz="2000" spc="10" dirty="0">
                <a:latin typeface="Times New Roman"/>
                <a:cs typeface="Times New Roman"/>
              </a:rPr>
              <a:t>a</a:t>
            </a:r>
            <a:r>
              <a:rPr sz="2000" spc="-20" dirty="0">
                <a:latin typeface="Times New Roman"/>
                <a:cs typeface="Times New Roman"/>
              </a:rPr>
              <a:t>l</a:t>
            </a:r>
            <a:r>
              <a:rPr sz="2000" spc="-10" dirty="0">
                <a:latin typeface="Times New Roman"/>
                <a:cs typeface="Times New Roman"/>
              </a:rPr>
              <a:t>c</a:t>
            </a:r>
            <a:r>
              <a:rPr sz="2000" spc="20" dirty="0">
                <a:latin typeface="Times New Roman"/>
                <a:cs typeface="Times New Roman"/>
              </a:rPr>
              <a:t>u</a:t>
            </a:r>
            <a:r>
              <a:rPr sz="2000" spc="-20" dirty="0">
                <a:latin typeface="Times New Roman"/>
                <a:cs typeface="Times New Roman"/>
              </a:rPr>
              <a:t>l</a:t>
            </a:r>
            <a:r>
              <a:rPr sz="2000" spc="10" dirty="0">
                <a:latin typeface="Times New Roman"/>
                <a:cs typeface="Times New Roman"/>
              </a:rPr>
              <a:t>a</a:t>
            </a:r>
            <a:r>
              <a:rPr sz="2000" spc="-20" dirty="0">
                <a:latin typeface="Times New Roman"/>
                <a:cs typeface="Times New Roman"/>
              </a:rPr>
              <a:t>t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d </a:t>
            </a:r>
            <a:r>
              <a:rPr sz="2000" spc="-10" dirty="0">
                <a:latin typeface="Times New Roman"/>
                <a:cs typeface="Times New Roman"/>
              </a:rPr>
              <a:t>r</a:t>
            </a:r>
            <a:r>
              <a:rPr sz="2000" dirty="0">
                <a:latin typeface="Times New Roman"/>
                <a:cs typeface="Times New Roman"/>
              </a:rPr>
              <a:t>isk</a:t>
            </a:r>
          </a:p>
          <a:p>
            <a:pPr marL="12699">
              <a:spcBef>
                <a:spcPts val="994"/>
              </a:spcBef>
            </a:pPr>
            <a:r>
              <a:rPr sz="2000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2000" dirty="0">
                <a:solidFill>
                  <a:srgbClr val="A42F0F"/>
                </a:solidFill>
                <a:latin typeface="Times New Roman"/>
                <a:cs typeface="Times New Roman"/>
              </a:rPr>
              <a:t> </a:t>
            </a:r>
            <a:r>
              <a:rPr sz="2000" spc="-90" dirty="0">
                <a:solidFill>
                  <a:srgbClr val="A42F0F"/>
                </a:solidFill>
                <a:latin typeface="Times New Roman"/>
                <a:cs typeface="Times New Roman"/>
              </a:rPr>
              <a:t> </a:t>
            </a:r>
            <a:r>
              <a:rPr sz="2000" spc="4" dirty="0">
                <a:latin typeface="Times New Roman"/>
                <a:cs typeface="Times New Roman"/>
              </a:rPr>
              <a:t>C</a:t>
            </a:r>
            <a:r>
              <a:rPr sz="2000" spc="-10" dirty="0">
                <a:latin typeface="Times New Roman"/>
                <a:cs typeface="Times New Roman"/>
              </a:rPr>
              <a:t>re</a:t>
            </a:r>
            <a:r>
              <a:rPr sz="2000" spc="10" dirty="0">
                <a:latin typeface="Times New Roman"/>
                <a:cs typeface="Times New Roman"/>
              </a:rPr>
              <a:t>a</a:t>
            </a:r>
            <a:r>
              <a:rPr sz="2000" spc="-20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ivi</a:t>
            </a:r>
            <a:r>
              <a:rPr sz="2000" spc="-20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y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, </a:t>
            </a:r>
            <a:r>
              <a:rPr sz="2000" spc="4" dirty="0">
                <a:latin typeface="Times New Roman"/>
                <a:cs typeface="Times New Roman"/>
              </a:rPr>
              <a:t>F</a:t>
            </a:r>
            <a:r>
              <a:rPr sz="2000" spc="-20" dirty="0">
                <a:latin typeface="Times New Roman"/>
                <a:cs typeface="Times New Roman"/>
              </a:rPr>
              <a:t>l</a:t>
            </a:r>
            <a:r>
              <a:rPr sz="2000" spc="1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x</a:t>
            </a:r>
            <a:r>
              <a:rPr sz="2000" spc="-20" dirty="0">
                <a:latin typeface="Times New Roman"/>
                <a:cs typeface="Times New Roman"/>
              </a:rPr>
              <a:t>i</a:t>
            </a:r>
            <a:r>
              <a:rPr sz="2000" spc="20" dirty="0">
                <a:latin typeface="Times New Roman"/>
                <a:cs typeface="Times New Roman"/>
              </a:rPr>
              <a:t>b</a:t>
            </a:r>
            <a:r>
              <a:rPr sz="2000" spc="-20" dirty="0">
                <a:latin typeface="Times New Roman"/>
                <a:cs typeface="Times New Roman"/>
              </a:rPr>
              <a:t>i</a:t>
            </a:r>
            <a:r>
              <a:rPr sz="2000" dirty="0">
                <a:latin typeface="Times New Roman"/>
                <a:cs typeface="Times New Roman"/>
              </a:rPr>
              <a:t>l</a:t>
            </a:r>
            <a:r>
              <a:rPr sz="2000" spc="-20" dirty="0">
                <a:latin typeface="Times New Roman"/>
                <a:cs typeface="Times New Roman"/>
              </a:rPr>
              <a:t>i</a:t>
            </a:r>
            <a:r>
              <a:rPr sz="2000" dirty="0">
                <a:latin typeface="Times New Roman"/>
                <a:cs typeface="Times New Roman"/>
              </a:rPr>
              <a:t>ty</a:t>
            </a:r>
          </a:p>
          <a:p>
            <a:pPr marL="12699">
              <a:spcBef>
                <a:spcPts val="994"/>
              </a:spcBef>
            </a:pPr>
            <a:r>
              <a:rPr sz="2000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2000" dirty="0">
                <a:solidFill>
                  <a:srgbClr val="A42F0F"/>
                </a:solidFill>
                <a:latin typeface="Times New Roman"/>
                <a:cs typeface="Times New Roman"/>
              </a:rPr>
              <a:t> </a:t>
            </a:r>
            <a:r>
              <a:rPr sz="2000" spc="-90" dirty="0">
                <a:solidFill>
                  <a:srgbClr val="A42F0F"/>
                </a:solidFill>
                <a:latin typeface="Times New Roman"/>
                <a:cs typeface="Times New Roman"/>
              </a:rPr>
              <a:t> </a:t>
            </a:r>
            <a:r>
              <a:rPr sz="2000" spc="4" dirty="0">
                <a:latin typeface="Times New Roman"/>
                <a:cs typeface="Times New Roman"/>
              </a:rPr>
              <a:t>P</a:t>
            </a:r>
            <a:r>
              <a:rPr sz="2000" dirty="0">
                <a:latin typeface="Times New Roman"/>
                <a:cs typeface="Times New Roman"/>
              </a:rPr>
              <a:t>os</a:t>
            </a:r>
            <a:r>
              <a:rPr sz="2000" spc="-20" dirty="0">
                <a:latin typeface="Times New Roman"/>
                <a:cs typeface="Times New Roman"/>
              </a:rPr>
              <a:t>i</a:t>
            </a:r>
            <a:r>
              <a:rPr sz="2000" dirty="0">
                <a:latin typeface="Times New Roman"/>
                <a:cs typeface="Times New Roman"/>
              </a:rPr>
              <a:t>tive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</a:t>
            </a:r>
            <a:r>
              <a:rPr sz="2000" dirty="0">
                <a:latin typeface="Times New Roman"/>
                <a:cs typeface="Times New Roman"/>
              </a:rPr>
              <a:t>s</a:t>
            </a:r>
            <a:r>
              <a:rPr sz="2000" spc="20" dirty="0">
                <a:latin typeface="Times New Roman"/>
                <a:cs typeface="Times New Roman"/>
              </a:rPr>
              <a:t>p</a:t>
            </a:r>
            <a:r>
              <a:rPr sz="2000" dirty="0">
                <a:latin typeface="Times New Roman"/>
                <a:cs typeface="Times New Roman"/>
              </a:rPr>
              <a:t>onse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 </a:t>
            </a:r>
            <a:r>
              <a:rPr sz="2000" spc="-10" dirty="0">
                <a:latin typeface="Times New Roman"/>
                <a:cs typeface="Times New Roman"/>
              </a:rPr>
              <a:t>c</a:t>
            </a:r>
            <a:r>
              <a:rPr sz="2000" dirty="0">
                <a:latin typeface="Times New Roman"/>
                <a:cs typeface="Times New Roman"/>
              </a:rPr>
              <a:t>h</a:t>
            </a:r>
            <a:r>
              <a:rPr sz="2000" spc="-10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ll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ng</a:t>
            </a:r>
            <a:r>
              <a:rPr sz="2000" spc="1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s</a:t>
            </a:r>
          </a:p>
          <a:p>
            <a:pPr marL="12699">
              <a:spcBef>
                <a:spcPts val="1005"/>
              </a:spcBef>
            </a:pPr>
            <a:r>
              <a:rPr sz="2000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2000" dirty="0">
                <a:solidFill>
                  <a:srgbClr val="A42F0F"/>
                </a:solidFill>
                <a:latin typeface="Times New Roman"/>
                <a:cs typeface="Times New Roman"/>
              </a:rPr>
              <a:t> </a:t>
            </a:r>
            <a:r>
              <a:rPr sz="2000" spc="-90" dirty="0">
                <a:solidFill>
                  <a:srgbClr val="A42F0F"/>
                </a:solidFill>
                <a:latin typeface="Times New Roman"/>
                <a:cs typeface="Times New Roman"/>
              </a:rPr>
              <a:t> </a:t>
            </a:r>
            <a:r>
              <a:rPr sz="2000" spc="-4" dirty="0">
                <a:latin typeface="Times New Roman"/>
                <a:cs typeface="Times New Roman"/>
              </a:rPr>
              <a:t>D</a:t>
            </a:r>
            <a:r>
              <a:rPr sz="2000" dirty="0">
                <a:latin typeface="Times New Roman"/>
                <a:cs typeface="Times New Roman"/>
              </a:rPr>
              <a:t>yn</a:t>
            </a:r>
            <a:r>
              <a:rPr sz="2000" spc="10" dirty="0">
                <a:latin typeface="Times New Roman"/>
                <a:cs typeface="Times New Roman"/>
              </a:rPr>
              <a:t>a</a:t>
            </a:r>
            <a:r>
              <a:rPr sz="2000" spc="-40" dirty="0">
                <a:latin typeface="Times New Roman"/>
                <a:cs typeface="Times New Roman"/>
              </a:rPr>
              <a:t>m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20" dirty="0">
                <a:latin typeface="Times New Roman"/>
                <a:cs typeface="Times New Roman"/>
              </a:rPr>
              <a:t>m</a:t>
            </a:r>
            <a:r>
              <a:rPr sz="2000" dirty="0">
                <a:latin typeface="Times New Roman"/>
                <a:cs typeface="Times New Roman"/>
              </a:rPr>
              <a:t>, l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spc="10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d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spc="10" dirty="0">
                <a:latin typeface="Times New Roman"/>
                <a:cs typeface="Times New Roman"/>
              </a:rPr>
              <a:t>r</a:t>
            </a:r>
            <a:r>
              <a:rPr sz="2000" dirty="0">
                <a:latin typeface="Times New Roman"/>
                <a:cs typeface="Times New Roman"/>
              </a:rPr>
              <a:t>ship</a:t>
            </a:r>
          </a:p>
          <a:p>
            <a:pPr marL="12699">
              <a:spcBef>
                <a:spcPts val="994"/>
              </a:spcBef>
            </a:pPr>
            <a:r>
              <a:rPr sz="2000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2000" dirty="0">
                <a:solidFill>
                  <a:srgbClr val="A42F0F"/>
                </a:solidFill>
                <a:latin typeface="Times New Roman"/>
                <a:cs typeface="Times New Roman"/>
              </a:rPr>
              <a:t> </a:t>
            </a:r>
            <a:r>
              <a:rPr sz="2000" spc="-90" dirty="0">
                <a:solidFill>
                  <a:srgbClr val="A42F0F"/>
                </a:solidFill>
                <a:latin typeface="Times New Roman"/>
                <a:cs typeface="Times New Roman"/>
              </a:rPr>
              <a:t> </a:t>
            </a:r>
            <a:r>
              <a:rPr sz="2000" spc="-4" dirty="0">
                <a:latin typeface="Times New Roman"/>
                <a:cs typeface="Times New Roman"/>
              </a:rPr>
              <a:t>A</a:t>
            </a:r>
            <a:r>
              <a:rPr sz="2000" spc="20" dirty="0">
                <a:latin typeface="Times New Roman"/>
                <a:cs typeface="Times New Roman"/>
              </a:rPr>
              <a:t>b</a:t>
            </a:r>
            <a:r>
              <a:rPr sz="2000" spc="-20" dirty="0">
                <a:latin typeface="Times New Roman"/>
                <a:cs typeface="Times New Roman"/>
              </a:rPr>
              <a:t>i</a:t>
            </a:r>
            <a:r>
              <a:rPr sz="2000" dirty="0">
                <a:latin typeface="Times New Roman"/>
                <a:cs typeface="Times New Roman"/>
              </a:rPr>
              <a:t>l</a:t>
            </a:r>
            <a:r>
              <a:rPr sz="2000" spc="-20" dirty="0">
                <a:latin typeface="Times New Roman"/>
                <a:cs typeface="Times New Roman"/>
              </a:rPr>
              <a:t>i</a:t>
            </a:r>
            <a:r>
              <a:rPr sz="2000" dirty="0">
                <a:latin typeface="Times New Roman"/>
                <a:cs typeface="Times New Roman"/>
              </a:rPr>
              <a:t>ty</a:t>
            </a:r>
            <a:r>
              <a:rPr sz="2000" spc="-20" dirty="0">
                <a:latin typeface="Times New Roman"/>
                <a:cs typeface="Times New Roman"/>
              </a:rPr>
              <a:t> t</a:t>
            </a:r>
            <a:r>
              <a:rPr sz="2000" dirty="0">
                <a:latin typeface="Times New Roman"/>
                <a:cs typeface="Times New Roman"/>
              </a:rPr>
              <a:t>o g</a:t>
            </a:r>
            <a:r>
              <a:rPr sz="2000" spc="1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t</a:t>
            </a:r>
            <a:r>
              <a:rPr sz="2000" spc="-14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long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14" dirty="0">
                <a:latin typeface="Times New Roman"/>
                <a:cs typeface="Times New Roman"/>
              </a:rPr>
              <a:t>w</a:t>
            </a:r>
            <a:r>
              <a:rPr sz="2000" spc="-20" dirty="0">
                <a:latin typeface="Times New Roman"/>
                <a:cs typeface="Times New Roman"/>
              </a:rPr>
              <a:t>i</a:t>
            </a:r>
            <a:r>
              <a:rPr sz="2000" dirty="0">
                <a:latin typeface="Times New Roman"/>
                <a:cs typeface="Times New Roman"/>
              </a:rPr>
              <a:t>th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</a:t>
            </a:r>
            <a:r>
              <a:rPr sz="2000" spc="1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ople</a:t>
            </a:r>
          </a:p>
          <a:p>
            <a:pPr marL="12699">
              <a:spcBef>
                <a:spcPts val="994"/>
              </a:spcBef>
            </a:pPr>
            <a:r>
              <a:rPr sz="2000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2000" dirty="0">
                <a:solidFill>
                  <a:srgbClr val="A42F0F"/>
                </a:solidFill>
                <a:latin typeface="Times New Roman"/>
                <a:cs typeface="Times New Roman"/>
              </a:rPr>
              <a:t> </a:t>
            </a:r>
            <a:r>
              <a:rPr sz="2000" spc="-90" dirty="0">
                <a:solidFill>
                  <a:srgbClr val="A42F0F"/>
                </a:solidFill>
                <a:latin typeface="Times New Roman"/>
                <a:cs typeface="Times New Roman"/>
              </a:rPr>
              <a:t> </a:t>
            </a:r>
            <a:r>
              <a:rPr sz="2000" spc="4" dirty="0">
                <a:latin typeface="Times New Roman"/>
                <a:cs typeface="Times New Roman"/>
              </a:rPr>
              <a:t>R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spo</a:t>
            </a:r>
            <a:r>
              <a:rPr sz="2000" spc="20" dirty="0">
                <a:latin typeface="Times New Roman"/>
                <a:cs typeface="Times New Roman"/>
              </a:rPr>
              <a:t>n</a:t>
            </a:r>
            <a:r>
              <a:rPr sz="2000" dirty="0">
                <a:latin typeface="Times New Roman"/>
                <a:cs typeface="Times New Roman"/>
              </a:rPr>
              <a:t>s</a:t>
            </a:r>
            <a:r>
              <a:rPr sz="2000" spc="-20" dirty="0">
                <a:latin typeface="Times New Roman"/>
                <a:cs typeface="Times New Roman"/>
              </a:rPr>
              <a:t>i</a:t>
            </a:r>
            <a:r>
              <a:rPr sz="2000" dirty="0">
                <a:latin typeface="Times New Roman"/>
                <a:cs typeface="Times New Roman"/>
              </a:rPr>
              <a:t>v</a:t>
            </a:r>
            <a:r>
              <a:rPr sz="2000" spc="10" dirty="0">
                <a:latin typeface="Times New Roman"/>
                <a:cs typeface="Times New Roman"/>
              </a:rPr>
              <a:t>e</a:t>
            </a:r>
            <a:r>
              <a:rPr sz="2000" spc="-20" dirty="0">
                <a:latin typeface="Times New Roman"/>
                <a:cs typeface="Times New Roman"/>
              </a:rPr>
              <a:t>n</a:t>
            </a:r>
            <a:r>
              <a:rPr sz="2000" spc="1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ss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 sug</a:t>
            </a:r>
            <a:r>
              <a:rPr sz="2000" spc="20" dirty="0">
                <a:latin typeface="Times New Roman"/>
                <a:cs typeface="Times New Roman"/>
              </a:rPr>
              <a:t>g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s</a:t>
            </a:r>
            <a:r>
              <a:rPr sz="2000" spc="-20" dirty="0">
                <a:latin typeface="Times New Roman"/>
                <a:cs typeface="Times New Roman"/>
              </a:rPr>
              <a:t>ti</a:t>
            </a:r>
            <a:r>
              <a:rPr sz="2000" spc="20" dirty="0">
                <a:latin typeface="Times New Roman"/>
                <a:cs typeface="Times New Roman"/>
              </a:rPr>
              <a:t>o</a:t>
            </a:r>
            <a:r>
              <a:rPr sz="2000" spc="-20" dirty="0">
                <a:latin typeface="Times New Roman"/>
                <a:cs typeface="Times New Roman"/>
              </a:rPr>
              <a:t>n</a:t>
            </a:r>
            <a:r>
              <a:rPr sz="2000" dirty="0">
                <a:latin typeface="Times New Roman"/>
                <a:cs typeface="Times New Roman"/>
              </a:rPr>
              <a:t>s</a:t>
            </a:r>
          </a:p>
          <a:p>
            <a:pPr marL="12699">
              <a:spcBef>
                <a:spcPts val="1005"/>
              </a:spcBef>
            </a:pPr>
            <a:r>
              <a:rPr sz="2000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2000" dirty="0">
                <a:solidFill>
                  <a:srgbClr val="A42F0F"/>
                </a:solidFill>
                <a:latin typeface="Times New Roman"/>
                <a:cs typeface="Times New Roman"/>
              </a:rPr>
              <a:t> </a:t>
            </a:r>
            <a:r>
              <a:rPr sz="2000" spc="-90" dirty="0">
                <a:solidFill>
                  <a:srgbClr val="A42F0F"/>
                </a:solidFill>
                <a:latin typeface="Times New Roman"/>
                <a:cs typeface="Times New Roman"/>
              </a:rPr>
              <a:t> </a:t>
            </a:r>
            <a:r>
              <a:rPr sz="2000" spc="4" dirty="0">
                <a:latin typeface="Times New Roman"/>
                <a:cs typeface="Times New Roman"/>
              </a:rPr>
              <a:t>R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spo</a:t>
            </a:r>
            <a:r>
              <a:rPr sz="2000" spc="20" dirty="0">
                <a:latin typeface="Times New Roman"/>
                <a:cs typeface="Times New Roman"/>
              </a:rPr>
              <a:t>n</a:t>
            </a:r>
            <a:r>
              <a:rPr sz="2000" dirty="0">
                <a:latin typeface="Times New Roman"/>
                <a:cs typeface="Times New Roman"/>
              </a:rPr>
              <a:t>s</a:t>
            </a:r>
            <a:r>
              <a:rPr sz="2000" spc="-20" dirty="0">
                <a:latin typeface="Times New Roman"/>
                <a:cs typeface="Times New Roman"/>
              </a:rPr>
              <a:t>i</a:t>
            </a:r>
            <a:r>
              <a:rPr sz="2000" dirty="0">
                <a:latin typeface="Times New Roman"/>
                <a:cs typeface="Times New Roman"/>
              </a:rPr>
              <a:t>v</a:t>
            </a:r>
            <a:r>
              <a:rPr sz="2000" spc="10" dirty="0">
                <a:latin typeface="Times New Roman"/>
                <a:cs typeface="Times New Roman"/>
              </a:rPr>
              <a:t>e</a:t>
            </a:r>
            <a:r>
              <a:rPr sz="2000" spc="-20" dirty="0">
                <a:latin typeface="Times New Roman"/>
                <a:cs typeface="Times New Roman"/>
              </a:rPr>
              <a:t>n</a:t>
            </a:r>
            <a:r>
              <a:rPr sz="2000" spc="1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ss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 </a:t>
            </a:r>
            <a:r>
              <a:rPr sz="2000" spc="-14" dirty="0">
                <a:latin typeface="Times New Roman"/>
                <a:cs typeface="Times New Roman"/>
              </a:rPr>
              <a:t>C</a:t>
            </a:r>
            <a:r>
              <a:rPr sz="2000" spc="10" dirty="0">
                <a:latin typeface="Times New Roman"/>
                <a:cs typeface="Times New Roman"/>
              </a:rPr>
              <a:t>r</a:t>
            </a:r>
            <a:r>
              <a:rPr sz="2000" spc="-20" dirty="0">
                <a:latin typeface="Times New Roman"/>
                <a:cs typeface="Times New Roman"/>
              </a:rPr>
              <a:t>i</a:t>
            </a:r>
            <a:r>
              <a:rPr sz="2000" dirty="0">
                <a:latin typeface="Times New Roman"/>
                <a:cs typeface="Times New Roman"/>
              </a:rPr>
              <a:t>t</a:t>
            </a:r>
            <a:r>
              <a:rPr sz="2000" spc="-20" dirty="0">
                <a:latin typeface="Times New Roman"/>
                <a:cs typeface="Times New Roman"/>
              </a:rPr>
              <a:t>i</a:t>
            </a:r>
            <a:r>
              <a:rPr sz="2000" spc="10" dirty="0">
                <a:latin typeface="Times New Roman"/>
                <a:cs typeface="Times New Roman"/>
              </a:rPr>
              <a:t>c</a:t>
            </a:r>
            <a:r>
              <a:rPr sz="2000" spc="-20" dirty="0">
                <a:latin typeface="Times New Roman"/>
                <a:cs typeface="Times New Roman"/>
              </a:rPr>
              <a:t>i</a:t>
            </a:r>
            <a:r>
              <a:rPr sz="2000" dirty="0">
                <a:latin typeface="Times New Roman"/>
                <a:cs typeface="Times New Roman"/>
              </a:rPr>
              <a:t>sm</a:t>
            </a:r>
          </a:p>
          <a:p>
            <a:pPr marL="12699">
              <a:spcBef>
                <a:spcPts val="994"/>
              </a:spcBef>
            </a:pPr>
            <a:r>
              <a:rPr sz="2000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2000" dirty="0">
                <a:solidFill>
                  <a:srgbClr val="A42F0F"/>
                </a:solidFill>
                <a:latin typeface="Times New Roman"/>
                <a:cs typeface="Times New Roman"/>
              </a:rPr>
              <a:t> </a:t>
            </a:r>
            <a:r>
              <a:rPr sz="2000" spc="-90" dirty="0">
                <a:solidFill>
                  <a:srgbClr val="A42F0F"/>
                </a:solidFill>
                <a:latin typeface="Times New Roman"/>
                <a:cs typeface="Times New Roman"/>
              </a:rPr>
              <a:t> </a:t>
            </a:r>
            <a:r>
              <a:rPr sz="2000" spc="-4" dirty="0">
                <a:latin typeface="Times New Roman"/>
                <a:cs typeface="Times New Roman"/>
              </a:rPr>
              <a:t>K</a:t>
            </a:r>
            <a:r>
              <a:rPr sz="2000" spc="20" dirty="0">
                <a:latin typeface="Times New Roman"/>
                <a:cs typeface="Times New Roman"/>
              </a:rPr>
              <a:t>n</a:t>
            </a:r>
            <a:r>
              <a:rPr sz="2000" dirty="0">
                <a:latin typeface="Times New Roman"/>
                <a:cs typeface="Times New Roman"/>
              </a:rPr>
              <a:t>o</a:t>
            </a:r>
            <a:r>
              <a:rPr sz="2000" spc="14" dirty="0">
                <a:latin typeface="Times New Roman"/>
                <a:cs typeface="Times New Roman"/>
              </a:rPr>
              <a:t>w</a:t>
            </a:r>
            <a:r>
              <a:rPr sz="2000" spc="-20" dirty="0">
                <a:latin typeface="Times New Roman"/>
                <a:cs typeface="Times New Roman"/>
              </a:rPr>
              <a:t>l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spc="20" dirty="0">
                <a:latin typeface="Times New Roman"/>
                <a:cs typeface="Times New Roman"/>
              </a:rPr>
              <a:t>d</a:t>
            </a:r>
            <a:r>
              <a:rPr sz="2000" dirty="0">
                <a:latin typeface="Times New Roman"/>
                <a:cs typeface="Times New Roman"/>
              </a:rPr>
              <a:t>ge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4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m</a:t>
            </a:r>
            <a:r>
              <a:rPr sz="2000" spc="-10" dirty="0">
                <a:latin typeface="Times New Roman"/>
                <a:cs typeface="Times New Roman"/>
              </a:rPr>
              <a:t>a</a:t>
            </a:r>
            <a:r>
              <a:rPr sz="2000" spc="10" dirty="0">
                <a:latin typeface="Times New Roman"/>
                <a:cs typeface="Times New Roman"/>
              </a:rPr>
              <a:t>r</a:t>
            </a:r>
            <a:r>
              <a:rPr sz="2000" dirty="0">
                <a:latin typeface="Times New Roman"/>
                <a:cs typeface="Times New Roman"/>
              </a:rPr>
              <a:t>k</a:t>
            </a:r>
            <a:r>
              <a:rPr sz="2000" spc="1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t</a:t>
            </a:r>
            <a:r>
              <a:rPr sz="2000" spc="-1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,p</a:t>
            </a:r>
            <a:r>
              <a:rPr sz="2000" spc="10" dirty="0">
                <a:latin typeface="Times New Roman"/>
                <a:cs typeface="Times New Roman"/>
              </a:rPr>
              <a:t>r</a:t>
            </a:r>
            <a:r>
              <a:rPr sz="2000" dirty="0">
                <a:latin typeface="Times New Roman"/>
                <a:cs typeface="Times New Roman"/>
              </a:rPr>
              <a:t>odu</a:t>
            </a:r>
            <a:r>
              <a:rPr sz="2000" spc="-10" dirty="0">
                <a:latin typeface="Times New Roman"/>
                <a:cs typeface="Times New Roman"/>
              </a:rPr>
              <a:t>c</a:t>
            </a:r>
            <a:r>
              <a:rPr sz="2000" dirty="0">
                <a:latin typeface="Times New Roman"/>
                <a:cs typeface="Times New Roman"/>
              </a:rPr>
              <a:t>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nd t</a:t>
            </a:r>
            <a:r>
              <a:rPr sz="2000" spc="-10" dirty="0">
                <a:latin typeface="Times New Roman"/>
                <a:cs typeface="Times New Roman"/>
              </a:rPr>
              <a:t>ec</a:t>
            </a:r>
            <a:r>
              <a:rPr sz="2000" dirty="0">
                <a:latin typeface="Times New Roman"/>
                <a:cs typeface="Times New Roman"/>
              </a:rPr>
              <a:t>h</a:t>
            </a:r>
            <a:r>
              <a:rPr sz="2000" spc="20" dirty="0">
                <a:latin typeface="Times New Roman"/>
                <a:cs typeface="Times New Roman"/>
              </a:rPr>
              <a:t>n</a:t>
            </a:r>
            <a:r>
              <a:rPr sz="2000" dirty="0">
                <a:latin typeface="Times New Roman"/>
                <a:cs typeface="Times New Roman"/>
              </a:rPr>
              <a:t>ology</a:t>
            </a:r>
          </a:p>
          <a:p>
            <a:pPr marL="12699">
              <a:spcBef>
                <a:spcPts val="994"/>
              </a:spcBef>
            </a:pPr>
            <a:r>
              <a:rPr sz="2000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2000" dirty="0">
                <a:solidFill>
                  <a:srgbClr val="A42F0F"/>
                </a:solidFill>
                <a:latin typeface="Times New Roman"/>
                <a:cs typeface="Times New Roman"/>
              </a:rPr>
              <a:t> </a:t>
            </a:r>
            <a:r>
              <a:rPr sz="2000" spc="-90" dirty="0">
                <a:solidFill>
                  <a:srgbClr val="A42F0F"/>
                </a:solidFill>
                <a:latin typeface="Times New Roman"/>
                <a:cs typeface="Times New Roman"/>
              </a:rPr>
              <a:t> </a:t>
            </a:r>
            <a:r>
              <a:rPr sz="2000" spc="4" dirty="0">
                <a:latin typeface="Times New Roman"/>
                <a:cs typeface="Times New Roman"/>
              </a:rPr>
              <a:t>P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spc="10" dirty="0">
                <a:latin typeface="Times New Roman"/>
                <a:cs typeface="Times New Roman"/>
              </a:rPr>
              <a:t>r</a:t>
            </a:r>
            <a:r>
              <a:rPr sz="2000" spc="-20" dirty="0">
                <a:latin typeface="Times New Roman"/>
                <a:cs typeface="Times New Roman"/>
              </a:rPr>
              <a:t>s</a:t>
            </a:r>
            <a:r>
              <a:rPr sz="2000" spc="1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v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spc="10" dirty="0">
                <a:latin typeface="Times New Roman"/>
                <a:cs typeface="Times New Roman"/>
              </a:rPr>
              <a:t>r</a:t>
            </a:r>
            <a:r>
              <a:rPr sz="2000" spc="-10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n</a:t>
            </a:r>
            <a:r>
              <a:rPr sz="2000" spc="-10" dirty="0">
                <a:latin typeface="Times New Roman"/>
                <a:cs typeface="Times New Roman"/>
              </a:rPr>
              <a:t>c</a:t>
            </a:r>
            <a:r>
              <a:rPr sz="2000" spc="1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,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20" dirty="0">
                <a:latin typeface="Times New Roman"/>
                <a:cs typeface="Times New Roman"/>
              </a:rPr>
              <a:t>d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t</a:t>
            </a:r>
            <a:r>
              <a:rPr sz="2000" spc="-10" dirty="0">
                <a:latin typeface="Times New Roman"/>
                <a:cs typeface="Times New Roman"/>
              </a:rPr>
              <a:t>er</a:t>
            </a:r>
            <a:r>
              <a:rPr sz="2000" spc="-20" dirty="0">
                <a:latin typeface="Times New Roman"/>
                <a:cs typeface="Times New Roman"/>
              </a:rPr>
              <a:t>m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0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t</a:t>
            </a:r>
            <a:r>
              <a:rPr sz="2000" spc="-20" dirty="0">
                <a:latin typeface="Times New Roman"/>
                <a:cs typeface="Times New Roman"/>
              </a:rPr>
              <a:t>i</a:t>
            </a:r>
            <a:r>
              <a:rPr sz="2000" spc="20" dirty="0">
                <a:latin typeface="Times New Roman"/>
                <a:cs typeface="Times New Roman"/>
              </a:rPr>
              <a:t>o</a:t>
            </a:r>
            <a:r>
              <a:rPr sz="2000" dirty="0">
                <a:latin typeface="Times New Roman"/>
                <a:cs typeface="Times New Roman"/>
              </a:rPr>
              <a:t>n</a:t>
            </a:r>
          </a:p>
          <a:p>
            <a:pPr marL="12699">
              <a:spcBef>
                <a:spcPts val="1005"/>
              </a:spcBef>
            </a:pPr>
            <a:r>
              <a:rPr sz="2000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2000" dirty="0">
                <a:solidFill>
                  <a:srgbClr val="A42F0F"/>
                </a:solidFill>
                <a:latin typeface="Times New Roman"/>
                <a:cs typeface="Times New Roman"/>
              </a:rPr>
              <a:t> </a:t>
            </a:r>
            <a:r>
              <a:rPr sz="2000" spc="-90" dirty="0">
                <a:solidFill>
                  <a:srgbClr val="A42F0F"/>
                </a:solidFill>
                <a:latin typeface="Times New Roman"/>
                <a:cs typeface="Times New Roman"/>
              </a:rPr>
              <a:t> </a:t>
            </a:r>
            <a:r>
              <a:rPr sz="2000" spc="4" dirty="0">
                <a:latin typeface="Times New Roman"/>
                <a:cs typeface="Times New Roman"/>
              </a:rPr>
              <a:t>R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sou</a:t>
            </a:r>
            <a:r>
              <a:rPr sz="2000" spc="10" dirty="0">
                <a:latin typeface="Times New Roman"/>
                <a:cs typeface="Times New Roman"/>
              </a:rPr>
              <a:t>r</a:t>
            </a:r>
            <a:r>
              <a:rPr sz="2000" spc="-10" dirty="0">
                <a:latin typeface="Times New Roman"/>
                <a:cs typeface="Times New Roman"/>
              </a:rPr>
              <a:t>ce</a:t>
            </a:r>
            <a:r>
              <a:rPr sz="2000" spc="10" dirty="0">
                <a:latin typeface="Times New Roman"/>
                <a:cs typeface="Times New Roman"/>
              </a:rPr>
              <a:t>f</a:t>
            </a:r>
            <a:r>
              <a:rPr sz="2000" dirty="0">
                <a:latin typeface="Times New Roman"/>
                <a:cs typeface="Times New Roman"/>
              </a:rPr>
              <a:t>u</a:t>
            </a:r>
            <a:r>
              <a:rPr sz="2000" spc="-20" dirty="0">
                <a:latin typeface="Times New Roman"/>
                <a:cs typeface="Times New Roman"/>
              </a:rPr>
              <a:t>l</a:t>
            </a:r>
            <a:r>
              <a:rPr sz="2000" dirty="0">
                <a:latin typeface="Times New Roman"/>
                <a:cs typeface="Times New Roman"/>
              </a:rPr>
              <a:t>n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ss,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4" dirty="0">
                <a:latin typeface="Times New Roman"/>
                <a:cs typeface="Times New Roman"/>
              </a:rPr>
              <a:t>N</a:t>
            </a:r>
            <a:r>
              <a:rPr sz="2000" spc="10" dirty="0">
                <a:latin typeface="Times New Roman"/>
                <a:cs typeface="Times New Roman"/>
              </a:rPr>
              <a:t>e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d to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10" dirty="0">
                <a:latin typeface="Times New Roman"/>
                <a:cs typeface="Times New Roman"/>
              </a:rPr>
              <a:t>a</a:t>
            </a:r>
            <a:r>
              <a:rPr sz="2000" spc="-10" dirty="0">
                <a:latin typeface="Times New Roman"/>
                <a:cs typeface="Times New Roman"/>
              </a:rPr>
              <a:t>c</a:t>
            </a:r>
            <a:r>
              <a:rPr sz="2000" dirty="0">
                <a:latin typeface="Times New Roman"/>
                <a:cs typeface="Times New Roman"/>
              </a:rPr>
              <a:t>hi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ve</a:t>
            </a:r>
          </a:p>
          <a:p>
            <a:pPr marL="12699">
              <a:spcBef>
                <a:spcPts val="994"/>
              </a:spcBef>
            </a:pPr>
            <a:r>
              <a:rPr sz="2000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2000" dirty="0">
                <a:solidFill>
                  <a:srgbClr val="A42F0F"/>
                </a:solidFill>
                <a:latin typeface="Times New Roman"/>
                <a:cs typeface="Times New Roman"/>
              </a:rPr>
              <a:t> </a:t>
            </a:r>
            <a:r>
              <a:rPr sz="2000" spc="-90" dirty="0">
                <a:solidFill>
                  <a:srgbClr val="A42F0F"/>
                </a:solidFill>
                <a:latin typeface="Times New Roman"/>
                <a:cs typeface="Times New Roman"/>
              </a:rPr>
              <a:t> </a:t>
            </a:r>
            <a:r>
              <a:rPr sz="2000" spc="10" dirty="0">
                <a:latin typeface="Times New Roman"/>
                <a:cs typeface="Times New Roman"/>
              </a:rPr>
              <a:t>I</a:t>
            </a:r>
            <a:r>
              <a:rPr sz="2000" dirty="0">
                <a:latin typeface="Times New Roman"/>
                <a:cs typeface="Times New Roman"/>
              </a:rPr>
              <a:t>n</a:t>
            </a:r>
            <a:r>
              <a:rPr sz="2000" spc="-20" dirty="0">
                <a:latin typeface="Times New Roman"/>
                <a:cs typeface="Times New Roman"/>
              </a:rPr>
              <a:t>i</a:t>
            </a:r>
            <a:r>
              <a:rPr sz="2000" dirty="0">
                <a:latin typeface="Times New Roman"/>
                <a:cs typeface="Times New Roman"/>
              </a:rPr>
              <a:t>ti</a:t>
            </a:r>
            <a:r>
              <a:rPr sz="2000" spc="-10" dirty="0">
                <a:latin typeface="Times New Roman"/>
                <a:cs typeface="Times New Roman"/>
              </a:rPr>
              <a:t>a</a:t>
            </a:r>
            <a:r>
              <a:rPr sz="2000" spc="-20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iv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,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10" dirty="0">
                <a:latin typeface="Times New Roman"/>
                <a:cs typeface="Times New Roman"/>
              </a:rPr>
              <a:t>I</a:t>
            </a:r>
            <a:r>
              <a:rPr sz="2000" dirty="0">
                <a:latin typeface="Times New Roman"/>
                <a:cs typeface="Times New Roman"/>
              </a:rPr>
              <a:t>n</a:t>
            </a:r>
            <a:r>
              <a:rPr sz="2000" spc="20" dirty="0">
                <a:latin typeface="Times New Roman"/>
                <a:cs typeface="Times New Roman"/>
              </a:rPr>
              <a:t>d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p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spc="20" dirty="0">
                <a:latin typeface="Times New Roman"/>
                <a:cs typeface="Times New Roman"/>
              </a:rPr>
              <a:t>n</a:t>
            </a:r>
            <a:r>
              <a:rPr sz="2000" spc="-20" dirty="0">
                <a:latin typeface="Times New Roman"/>
                <a:cs typeface="Times New Roman"/>
              </a:rPr>
              <a:t>d</a:t>
            </a:r>
            <a:r>
              <a:rPr sz="2000" spc="10" dirty="0">
                <a:latin typeface="Times New Roman"/>
                <a:cs typeface="Times New Roman"/>
              </a:rPr>
              <a:t>e</a:t>
            </a:r>
            <a:r>
              <a:rPr sz="2000" spc="-20" dirty="0">
                <a:latin typeface="Times New Roman"/>
                <a:cs typeface="Times New Roman"/>
              </a:rPr>
              <a:t>n</a:t>
            </a:r>
            <a:r>
              <a:rPr sz="2000" spc="10" dirty="0">
                <a:latin typeface="Times New Roman"/>
                <a:cs typeface="Times New Roman"/>
              </a:rPr>
              <a:t>c</a:t>
            </a:r>
            <a:r>
              <a:rPr sz="2000" dirty="0">
                <a:latin typeface="Times New Roman"/>
                <a:cs typeface="Times New Roman"/>
              </a:rPr>
              <a:t>e</a:t>
            </a:r>
          </a:p>
          <a:p>
            <a:pPr marL="12699">
              <a:spcBef>
                <a:spcPts val="994"/>
              </a:spcBef>
            </a:pPr>
            <a:r>
              <a:rPr sz="2000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2000" dirty="0">
                <a:solidFill>
                  <a:srgbClr val="A42F0F"/>
                </a:solidFill>
                <a:latin typeface="Times New Roman"/>
                <a:cs typeface="Times New Roman"/>
              </a:rPr>
              <a:t> </a:t>
            </a:r>
            <a:r>
              <a:rPr sz="2000" spc="-90" dirty="0">
                <a:solidFill>
                  <a:srgbClr val="A42F0F"/>
                </a:solidFill>
                <a:latin typeface="Times New Roman"/>
                <a:cs typeface="Times New Roman"/>
              </a:rPr>
              <a:t> </a:t>
            </a:r>
            <a:r>
              <a:rPr sz="2000" spc="4" dirty="0">
                <a:latin typeface="Times New Roman"/>
                <a:cs typeface="Times New Roman"/>
              </a:rPr>
              <a:t>F</a:t>
            </a:r>
            <a:r>
              <a:rPr sz="2000" dirty="0">
                <a:latin typeface="Times New Roman"/>
                <a:cs typeface="Times New Roman"/>
              </a:rPr>
              <a:t>o</a:t>
            </a:r>
            <a:r>
              <a:rPr sz="2000" spc="10" dirty="0">
                <a:latin typeface="Times New Roman"/>
                <a:cs typeface="Times New Roman"/>
              </a:rPr>
              <a:t>r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s</a:t>
            </a:r>
            <a:r>
              <a:rPr sz="2000" spc="-20" dirty="0">
                <a:latin typeface="Times New Roman"/>
                <a:cs typeface="Times New Roman"/>
              </a:rPr>
              <a:t>i</a:t>
            </a:r>
            <a:r>
              <a:rPr sz="2000" spc="20" dirty="0">
                <a:latin typeface="Times New Roman"/>
                <a:cs typeface="Times New Roman"/>
              </a:rPr>
              <a:t>g</a:t>
            </a:r>
            <a:r>
              <a:rPr sz="2000" spc="-20" dirty="0">
                <a:latin typeface="Times New Roman"/>
                <a:cs typeface="Times New Roman"/>
              </a:rPr>
              <a:t>h</a:t>
            </a:r>
            <a:r>
              <a:rPr sz="2000" dirty="0">
                <a:latin typeface="Times New Roman"/>
                <a:cs typeface="Times New Roman"/>
              </a:rPr>
              <a:t>t,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4" dirty="0">
                <a:latin typeface="Times New Roman"/>
                <a:cs typeface="Times New Roman"/>
              </a:rPr>
              <a:t>P</a:t>
            </a:r>
            <a:r>
              <a:rPr sz="2000" spc="10" dirty="0">
                <a:latin typeface="Times New Roman"/>
                <a:cs typeface="Times New Roman"/>
              </a:rPr>
              <a:t>r</a:t>
            </a:r>
            <a:r>
              <a:rPr sz="2000" dirty="0">
                <a:latin typeface="Times New Roman"/>
                <a:cs typeface="Times New Roman"/>
              </a:rPr>
              <a:t>o</a:t>
            </a:r>
            <a:r>
              <a:rPr sz="2000" spc="10" dirty="0">
                <a:latin typeface="Times New Roman"/>
                <a:cs typeface="Times New Roman"/>
              </a:rPr>
              <a:t>f</a:t>
            </a:r>
            <a:r>
              <a:rPr sz="2000" spc="-20" dirty="0">
                <a:latin typeface="Times New Roman"/>
                <a:cs typeface="Times New Roman"/>
              </a:rPr>
              <a:t>i</a:t>
            </a:r>
            <a:r>
              <a:rPr sz="2000" dirty="0">
                <a:latin typeface="Times New Roman"/>
                <a:cs typeface="Times New Roman"/>
              </a:rPr>
              <a:t>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20" dirty="0">
                <a:latin typeface="Times New Roman"/>
                <a:cs typeface="Times New Roman"/>
              </a:rPr>
              <a:t>o</a:t>
            </a:r>
            <a:r>
              <a:rPr sz="2000" spc="-10" dirty="0">
                <a:latin typeface="Times New Roman"/>
                <a:cs typeface="Times New Roman"/>
              </a:rPr>
              <a:t>r</a:t>
            </a:r>
            <a:r>
              <a:rPr sz="2000" dirty="0">
                <a:latin typeface="Times New Roman"/>
                <a:cs typeface="Times New Roman"/>
              </a:rPr>
              <a:t>i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nt</a:t>
            </a:r>
            <a:r>
              <a:rPr sz="2000" spc="-10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t</a:t>
            </a:r>
            <a:r>
              <a:rPr sz="2000" spc="-20" dirty="0">
                <a:latin typeface="Times New Roman"/>
                <a:cs typeface="Times New Roman"/>
              </a:rPr>
              <a:t>i</a:t>
            </a:r>
            <a:r>
              <a:rPr sz="2000" dirty="0">
                <a:latin typeface="Times New Roman"/>
                <a:cs typeface="Times New Roman"/>
              </a:rPr>
              <a:t>on</a:t>
            </a:r>
          </a:p>
          <a:p>
            <a:pPr marL="12699">
              <a:spcBef>
                <a:spcPts val="1005"/>
              </a:spcBef>
            </a:pPr>
            <a:r>
              <a:rPr sz="2000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2000" dirty="0">
                <a:solidFill>
                  <a:srgbClr val="A42F0F"/>
                </a:solidFill>
                <a:latin typeface="Times New Roman"/>
                <a:cs typeface="Times New Roman"/>
              </a:rPr>
              <a:t> </a:t>
            </a:r>
            <a:r>
              <a:rPr sz="2000" spc="-90" dirty="0">
                <a:solidFill>
                  <a:srgbClr val="A42F0F"/>
                </a:solidFill>
                <a:latin typeface="Times New Roman"/>
                <a:cs typeface="Times New Roman"/>
              </a:rPr>
              <a:t> </a:t>
            </a:r>
            <a:r>
              <a:rPr sz="2000" spc="4" dirty="0">
                <a:latin typeface="Times New Roman"/>
                <a:cs typeface="Times New Roman"/>
              </a:rPr>
              <a:t>P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spc="10" dirty="0">
                <a:latin typeface="Times New Roman"/>
                <a:cs typeface="Times New Roman"/>
              </a:rPr>
              <a:t>r</a:t>
            </a:r>
            <a:r>
              <a:rPr sz="2000" spc="-10" dirty="0">
                <a:latin typeface="Times New Roman"/>
                <a:cs typeface="Times New Roman"/>
              </a:rPr>
              <a:t>ce</a:t>
            </a:r>
            <a:r>
              <a:rPr sz="2000" dirty="0">
                <a:latin typeface="Times New Roman"/>
                <a:cs typeface="Times New Roman"/>
              </a:rPr>
              <a:t>ptiv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n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ss,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4" dirty="0">
                <a:latin typeface="Times New Roman"/>
                <a:cs typeface="Times New Roman"/>
              </a:rPr>
              <a:t>O</a:t>
            </a:r>
            <a:r>
              <a:rPr sz="2000" spc="20" dirty="0">
                <a:latin typeface="Times New Roman"/>
                <a:cs typeface="Times New Roman"/>
              </a:rPr>
              <a:t>p</a:t>
            </a:r>
            <a:r>
              <a:rPr sz="2000" spc="-20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i</a:t>
            </a:r>
            <a:r>
              <a:rPr sz="2000" spc="-40" dirty="0">
                <a:latin typeface="Times New Roman"/>
                <a:cs typeface="Times New Roman"/>
              </a:rPr>
              <a:t>m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20" dirty="0">
                <a:latin typeface="Times New Roman"/>
                <a:cs typeface="Times New Roman"/>
              </a:rPr>
              <a:t>m</a:t>
            </a:r>
            <a:r>
              <a:rPr sz="2000" dirty="0">
                <a:latin typeface="Times New Roman"/>
                <a:cs typeface="Times New Roman"/>
              </a:rPr>
              <a:t>,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204" dirty="0">
                <a:latin typeface="Times New Roman"/>
                <a:cs typeface="Times New Roman"/>
              </a:rPr>
              <a:t>V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spc="10" dirty="0">
                <a:latin typeface="Times New Roman"/>
                <a:cs typeface="Times New Roman"/>
              </a:rPr>
              <a:t>r</a:t>
            </a:r>
            <a:r>
              <a:rPr sz="2000" dirty="0">
                <a:latin typeface="Times New Roman"/>
                <a:cs typeface="Times New Roman"/>
              </a:rPr>
              <a:t>s</a:t>
            </a:r>
            <a:r>
              <a:rPr sz="2000" spc="-10" dirty="0">
                <a:latin typeface="Times New Roman"/>
                <a:cs typeface="Times New Roman"/>
              </a:rPr>
              <a:t>a</a:t>
            </a:r>
            <a:r>
              <a:rPr sz="2000" spc="-20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i</a:t>
            </a:r>
            <a:r>
              <a:rPr sz="2000" spc="-20" dirty="0">
                <a:latin typeface="Times New Roman"/>
                <a:cs typeface="Times New Roman"/>
              </a:rPr>
              <a:t>l</a:t>
            </a:r>
            <a:r>
              <a:rPr sz="2000" dirty="0">
                <a:latin typeface="Times New Roman"/>
                <a:cs typeface="Times New Roman"/>
              </a:rPr>
              <a:t>ity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57858" y="548624"/>
            <a:ext cx="5210810" cy="4534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9"/>
            <a:r>
              <a:rPr sz="29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2900" b="1" spc="10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2900" b="1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2900" b="1" spc="-14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2900" b="1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2900" b="1" spc="14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29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2900" b="1" spc="-14" dirty="0">
                <a:solidFill>
                  <a:srgbClr val="252525"/>
                </a:solidFill>
                <a:latin typeface="Times New Roman"/>
                <a:cs typeface="Times New Roman"/>
              </a:rPr>
              <a:t>er</a:t>
            </a:r>
            <a:r>
              <a:rPr sz="2900" b="1" spc="4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2900" b="1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29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2900" b="1" spc="4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2900" b="1" spc="-14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2900" b="1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2900" b="1" spc="-3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900" b="1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29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900" b="1" spc="4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2900" b="1" spc="1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29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2900" b="1" spc="-4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2900" b="1" spc="-14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2900" b="1" spc="10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2900" b="1" spc="-7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2900" b="1" spc="14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2900" b="1" spc="-2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2900" b="1" spc="14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2900" b="1" spc="-20" dirty="0">
                <a:solidFill>
                  <a:srgbClr val="252525"/>
                </a:solidFill>
                <a:latin typeface="Times New Roman"/>
                <a:cs typeface="Times New Roman"/>
              </a:rPr>
              <a:t>u</a:t>
            </a:r>
            <a:r>
              <a:rPr sz="2900" b="1" spc="14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2900" b="1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endParaRPr sz="2900" dirty="0">
              <a:latin typeface="Times New Roman"/>
              <a:cs typeface="Times New Roman"/>
            </a:endParaRPr>
          </a:p>
        </p:txBody>
      </p:sp>
      <p:pic>
        <p:nvPicPr>
          <p:cNvPr id="4098" name="Picture 2" descr="https://www.mbatuts.com/wp-content/uploads/2017/07/drawit-diagram-23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1219200"/>
            <a:ext cx="6019800" cy="609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1696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3400" y="808780"/>
            <a:ext cx="7978524" cy="5057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9067"/>
            <a:r>
              <a:rPr sz="3200" spc="-4" dirty="0"/>
              <a:t>F</a:t>
            </a:r>
            <a:r>
              <a:rPr sz="3200" spc="-20" dirty="0"/>
              <a:t>u</a:t>
            </a:r>
            <a:r>
              <a:rPr sz="3200" spc="10" dirty="0"/>
              <a:t>n</a:t>
            </a:r>
            <a:r>
              <a:rPr sz="3200" spc="-14" dirty="0"/>
              <a:t>c</a:t>
            </a:r>
            <a:r>
              <a:rPr sz="3200" spc="20" dirty="0"/>
              <a:t>t</a:t>
            </a:r>
            <a:r>
              <a:rPr sz="3200" spc="4" dirty="0"/>
              <a:t>i</a:t>
            </a:r>
            <a:r>
              <a:rPr sz="3200" dirty="0"/>
              <a:t>o</a:t>
            </a:r>
            <a:r>
              <a:rPr sz="3200" spc="-20" dirty="0"/>
              <a:t>n</a:t>
            </a:r>
            <a:r>
              <a:rPr sz="3200" dirty="0"/>
              <a:t>s</a:t>
            </a:r>
            <a:r>
              <a:rPr sz="3200" spc="-30" dirty="0"/>
              <a:t> </a:t>
            </a:r>
            <a:r>
              <a:rPr sz="3200" spc="30" dirty="0"/>
              <a:t>o</a:t>
            </a:r>
            <a:r>
              <a:rPr sz="3200" dirty="0"/>
              <a:t>f</a:t>
            </a:r>
            <a:r>
              <a:rPr sz="3200" spc="-45" dirty="0"/>
              <a:t> </a:t>
            </a:r>
            <a:r>
              <a:rPr sz="3200" spc="4" dirty="0"/>
              <a:t>E</a:t>
            </a:r>
            <a:r>
              <a:rPr sz="3200" spc="-20" dirty="0"/>
              <a:t>n</a:t>
            </a:r>
            <a:r>
              <a:rPr sz="3200" spc="20" dirty="0"/>
              <a:t>t</a:t>
            </a:r>
            <a:r>
              <a:rPr sz="3200" spc="-80" dirty="0"/>
              <a:t>r</a:t>
            </a:r>
            <a:r>
              <a:rPr sz="3200" spc="14" dirty="0"/>
              <a:t>e</a:t>
            </a:r>
            <a:r>
              <a:rPr sz="3200" spc="-20" dirty="0"/>
              <a:t>p</a:t>
            </a:r>
            <a:r>
              <a:rPr sz="3200" spc="-45" dirty="0"/>
              <a:t>r</a:t>
            </a:r>
            <a:r>
              <a:rPr sz="3200" spc="14" dirty="0"/>
              <a:t>e</a:t>
            </a:r>
            <a:r>
              <a:rPr sz="3200" spc="-20" dirty="0"/>
              <a:t>n</a:t>
            </a:r>
            <a:r>
              <a:rPr sz="3200" spc="14" dirty="0"/>
              <a:t>e</a:t>
            </a:r>
            <a:r>
              <a:rPr sz="3200" spc="-20" dirty="0"/>
              <a:t>u</a:t>
            </a:r>
            <a:r>
              <a:rPr sz="3200" spc="14" dirty="0"/>
              <a:t>r</a:t>
            </a:r>
            <a:r>
              <a:rPr sz="3200" dirty="0"/>
              <a:t>s</a:t>
            </a:r>
          </a:p>
        </p:txBody>
      </p:sp>
      <p:sp>
        <p:nvSpPr>
          <p:cNvPr id="3" name="object 3"/>
          <p:cNvSpPr/>
          <p:nvPr/>
        </p:nvSpPr>
        <p:spPr>
          <a:xfrm>
            <a:off x="2400301" y="1600201"/>
            <a:ext cx="6819900" cy="5334000"/>
          </a:xfrm>
          <a:custGeom>
            <a:avLst/>
            <a:gdLst/>
            <a:ahLst/>
            <a:cxnLst/>
            <a:rect l="l" t="t" r="r" b="b"/>
            <a:pathLst>
              <a:path w="6819900" h="5334000">
                <a:moveTo>
                  <a:pt x="0" y="5333999"/>
                </a:moveTo>
                <a:lnTo>
                  <a:pt x="6819899" y="5333999"/>
                </a:lnTo>
                <a:lnTo>
                  <a:pt x="6819899" y="0"/>
                </a:lnTo>
                <a:lnTo>
                  <a:pt x="0" y="0"/>
                </a:lnTo>
                <a:lnTo>
                  <a:pt x="0" y="53339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676400" y="1828800"/>
            <a:ext cx="7391401" cy="3962623"/>
          </a:xfrm>
          <a:prstGeom prst="rect">
            <a:avLst/>
          </a:prstGeom>
          <a:ln w="15239">
            <a:solidFill>
              <a:srgbClr val="718552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3175"/>
            <a:r>
              <a:rPr sz="2500" spc="-4" dirty="0">
                <a:latin typeface="Times New Roman"/>
                <a:cs typeface="Times New Roman"/>
              </a:rPr>
              <a:t>T</a:t>
            </a:r>
            <a:r>
              <a:rPr sz="2500" dirty="0">
                <a:latin typeface="Times New Roman"/>
                <a:cs typeface="Times New Roman"/>
              </a:rPr>
              <a:t>he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spc="-20" dirty="0">
                <a:latin typeface="Times New Roman"/>
                <a:cs typeface="Times New Roman"/>
              </a:rPr>
              <a:t>m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in </a:t>
            </a:r>
            <a:r>
              <a:rPr sz="2500" spc="-10" dirty="0">
                <a:latin typeface="Times New Roman"/>
                <a:cs typeface="Times New Roman"/>
              </a:rPr>
              <a:t>f</a:t>
            </a:r>
            <a:r>
              <a:rPr sz="2500" dirty="0">
                <a:latin typeface="Times New Roman"/>
                <a:cs typeface="Times New Roman"/>
              </a:rPr>
              <a:t>un</a:t>
            </a:r>
            <a:r>
              <a:rPr sz="2500" spc="-10" dirty="0">
                <a:latin typeface="Times New Roman"/>
                <a:cs typeface="Times New Roman"/>
              </a:rPr>
              <a:t>c</a:t>
            </a:r>
            <a:r>
              <a:rPr sz="2500" dirty="0">
                <a:latin typeface="Times New Roman"/>
                <a:cs typeface="Times New Roman"/>
              </a:rPr>
              <a:t>tions of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nt</a:t>
            </a:r>
            <a:r>
              <a:rPr sz="2500" spc="-10" dirty="0">
                <a:latin typeface="Times New Roman"/>
                <a:cs typeface="Times New Roman"/>
              </a:rPr>
              <a:t>re</a:t>
            </a:r>
            <a:r>
              <a:rPr sz="2500" dirty="0">
                <a:latin typeface="Times New Roman"/>
                <a:cs typeface="Times New Roman"/>
              </a:rPr>
              <a:t>p</a:t>
            </a:r>
            <a:r>
              <a:rPr sz="2500" spc="14" dirty="0">
                <a:latin typeface="Times New Roman"/>
                <a:cs typeface="Times New Roman"/>
              </a:rPr>
              <a:t>r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n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u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s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spc="14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e</a:t>
            </a:r>
          </a:p>
          <a:p>
            <a:pPr marL="83175">
              <a:spcBef>
                <a:spcPts val="994"/>
              </a:spcBef>
              <a:buClr>
                <a:srgbClr val="A42F0F"/>
              </a:buClr>
              <a:buFont typeface="Times New Roman"/>
              <a:buAutoNum type="romanLcPeriod"/>
              <a:tabLst>
                <a:tab pos="485084" algn="l"/>
              </a:tabLst>
            </a:pPr>
            <a:r>
              <a:rPr sz="2500" spc="-14" dirty="0">
                <a:latin typeface="Times New Roman"/>
                <a:cs typeface="Times New Roman"/>
              </a:rPr>
              <a:t>P</a:t>
            </a:r>
            <a:r>
              <a:rPr sz="2500" dirty="0">
                <a:latin typeface="Times New Roman"/>
                <a:cs typeface="Times New Roman"/>
              </a:rPr>
              <a:t>l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nning</a:t>
            </a:r>
          </a:p>
          <a:p>
            <a:pPr marL="484449" indent="-401274">
              <a:spcBef>
                <a:spcPts val="1005"/>
              </a:spcBef>
              <a:buClr>
                <a:srgbClr val="A42F0F"/>
              </a:buClr>
              <a:buFont typeface="Times New Roman"/>
              <a:buAutoNum type="romanLcPeriod"/>
              <a:tabLst>
                <a:tab pos="485084" algn="l"/>
              </a:tabLst>
            </a:pPr>
            <a:r>
              <a:rPr sz="2500" spc="-20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isk 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nd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spc="-4" dirty="0">
                <a:latin typeface="Times New Roman"/>
                <a:cs typeface="Times New Roman"/>
              </a:rPr>
              <a:t>U</a:t>
            </a:r>
            <a:r>
              <a:rPr sz="2500" dirty="0">
                <a:latin typeface="Times New Roman"/>
                <a:cs typeface="Times New Roman"/>
              </a:rPr>
              <a:t>n</a:t>
            </a:r>
            <a:r>
              <a:rPr sz="2500" spc="10" dirty="0">
                <a:latin typeface="Times New Roman"/>
                <a:cs typeface="Times New Roman"/>
              </a:rPr>
              <a:t>c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spc="14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t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inty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b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ing</a:t>
            </a:r>
          </a:p>
          <a:p>
            <a:pPr marL="484449" indent="-401274">
              <a:spcBef>
                <a:spcPts val="994"/>
              </a:spcBef>
              <a:buClr>
                <a:srgbClr val="A42F0F"/>
              </a:buClr>
              <a:buFont typeface="Times New Roman"/>
              <a:buAutoNum type="romanLcPeriod"/>
              <a:tabLst>
                <a:tab pos="485084" algn="l"/>
              </a:tabLst>
            </a:pPr>
            <a:r>
              <a:rPr sz="2500" spc="-4" dirty="0">
                <a:latin typeface="Times New Roman"/>
                <a:cs typeface="Times New Roman"/>
              </a:rPr>
              <a:t>O</a:t>
            </a:r>
            <a:r>
              <a:rPr sz="2500" spc="-60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g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ni</a:t>
            </a:r>
            <a:r>
              <a:rPr sz="2500" spc="-10" dirty="0">
                <a:latin typeface="Times New Roman"/>
                <a:cs typeface="Times New Roman"/>
              </a:rPr>
              <a:t>z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tion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building</a:t>
            </a:r>
          </a:p>
          <a:p>
            <a:pPr marL="484449" indent="-401274">
              <a:spcBef>
                <a:spcPts val="994"/>
              </a:spcBef>
              <a:buClr>
                <a:srgbClr val="A42F0F"/>
              </a:buClr>
              <a:buFont typeface="Times New Roman"/>
              <a:buAutoNum type="romanLcPeriod"/>
              <a:tabLst>
                <a:tab pos="485084" algn="l"/>
              </a:tabLst>
            </a:pPr>
            <a:r>
              <a:rPr sz="2500" dirty="0">
                <a:latin typeface="Times New Roman"/>
                <a:cs typeface="Times New Roman"/>
              </a:rPr>
              <a:t>M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n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ging</a:t>
            </a:r>
          </a:p>
          <a:p>
            <a:pPr marL="484449" indent="-401274">
              <a:spcBef>
                <a:spcPts val="1005"/>
              </a:spcBef>
              <a:buClr>
                <a:srgbClr val="A42F0F"/>
              </a:buClr>
              <a:buFont typeface="Times New Roman"/>
              <a:buAutoNum type="romanLcPeriod"/>
              <a:tabLst>
                <a:tab pos="485084" algn="l"/>
              </a:tabLst>
            </a:pPr>
            <a:r>
              <a:rPr sz="2500" spc="-4" dirty="0">
                <a:latin typeface="Times New Roman"/>
                <a:cs typeface="Times New Roman"/>
              </a:rPr>
              <a:t>D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spc="10" dirty="0">
                <a:latin typeface="Times New Roman"/>
                <a:cs typeface="Times New Roman"/>
              </a:rPr>
              <a:t>c</a:t>
            </a:r>
            <a:r>
              <a:rPr sz="2500" dirty="0">
                <a:latin typeface="Times New Roman"/>
                <a:cs typeface="Times New Roman"/>
              </a:rPr>
              <a:t>ision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spc="-20" dirty="0">
                <a:latin typeface="Times New Roman"/>
                <a:cs typeface="Times New Roman"/>
              </a:rPr>
              <a:t>m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king</a:t>
            </a:r>
          </a:p>
          <a:p>
            <a:pPr marL="83175" marR="4054636">
              <a:lnSpc>
                <a:spcPts val="3879"/>
              </a:lnSpc>
              <a:spcBef>
                <a:spcPts val="290"/>
              </a:spcBef>
              <a:buClr>
                <a:srgbClr val="A42F0F"/>
              </a:buClr>
              <a:buFont typeface="Times New Roman"/>
              <a:buAutoNum type="romanLcPeriod"/>
              <a:tabLst>
                <a:tab pos="485084" algn="l"/>
              </a:tabLst>
            </a:pPr>
            <a:r>
              <a:rPr sz="2500" spc="-10" dirty="0">
                <a:latin typeface="Times New Roman"/>
                <a:cs typeface="Times New Roman"/>
              </a:rPr>
              <a:t>I</a:t>
            </a:r>
            <a:r>
              <a:rPr sz="2500" dirty="0">
                <a:latin typeface="Times New Roman"/>
                <a:cs typeface="Times New Roman"/>
              </a:rPr>
              <a:t>nnov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tion </a:t>
            </a:r>
            <a:r>
              <a:rPr sz="2500" dirty="0">
                <a:solidFill>
                  <a:srgbClr val="A42F0F"/>
                </a:solidFill>
                <a:latin typeface="Times New Roman"/>
                <a:cs typeface="Times New Roman"/>
              </a:rPr>
              <a:t>vii</a:t>
            </a:r>
            <a:r>
              <a:rPr sz="2500" spc="10" dirty="0">
                <a:solidFill>
                  <a:srgbClr val="A42F0F"/>
                </a:solidFill>
                <a:latin typeface="Times New Roman"/>
                <a:cs typeface="Times New Roman"/>
              </a:rPr>
              <a:t>.</a:t>
            </a:r>
            <a:r>
              <a:rPr sz="2500" spc="-4" dirty="0">
                <a:latin typeface="Times New Roman"/>
                <a:cs typeface="Times New Roman"/>
              </a:rPr>
              <a:t>L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ding</a:t>
            </a:r>
          </a:p>
          <a:p>
            <a:pPr marL="83175">
              <a:spcBef>
                <a:spcPts val="710"/>
              </a:spcBef>
            </a:pPr>
            <a:r>
              <a:rPr sz="2500" dirty="0">
                <a:solidFill>
                  <a:srgbClr val="A42F0F"/>
                </a:solidFill>
                <a:latin typeface="Times New Roman"/>
                <a:cs typeface="Times New Roman"/>
              </a:rPr>
              <a:t>vii</a:t>
            </a:r>
            <a:r>
              <a:rPr sz="2500" spc="-20" dirty="0">
                <a:solidFill>
                  <a:srgbClr val="A42F0F"/>
                </a:solidFill>
                <a:latin typeface="Times New Roman"/>
                <a:cs typeface="Times New Roman"/>
              </a:rPr>
              <a:t>i</a:t>
            </a:r>
            <a:r>
              <a:rPr sz="2500" dirty="0">
                <a:solidFill>
                  <a:srgbClr val="A42F0F"/>
                </a:solidFill>
                <a:latin typeface="Times New Roman"/>
                <a:cs typeface="Times New Roman"/>
              </a:rPr>
              <a:t>.</a:t>
            </a:r>
            <a:r>
              <a:rPr sz="2500" dirty="0">
                <a:latin typeface="Times New Roman"/>
                <a:cs typeface="Times New Roman"/>
              </a:rPr>
              <a:t>M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n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ging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g</a:t>
            </a:r>
            <a:r>
              <a:rPr sz="2500" spc="14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o</a:t>
            </a:r>
            <a:r>
              <a:rPr sz="2500" spc="-30" dirty="0">
                <a:latin typeface="Times New Roman"/>
                <a:cs typeface="Times New Roman"/>
              </a:rPr>
              <a:t>w</a:t>
            </a:r>
            <a:r>
              <a:rPr sz="2500" spc="25" dirty="0">
                <a:latin typeface="Times New Roman"/>
                <a:cs typeface="Times New Roman"/>
              </a:rPr>
              <a:t>t</a:t>
            </a:r>
            <a:r>
              <a:rPr sz="2500" dirty="0">
                <a:latin typeface="Times New Roman"/>
                <a:cs typeface="Times New Roman"/>
              </a:rPr>
              <a:t>h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36753" y="1314559"/>
            <a:ext cx="278130" cy="279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9"/>
            <a:r>
              <a:rPr spc="-10" dirty="0">
                <a:latin typeface="Century Gothic"/>
                <a:cs typeface="Century Gothic"/>
              </a:rPr>
              <a:t>1</a:t>
            </a:r>
            <a:r>
              <a:rPr dirty="0">
                <a:latin typeface="Century Gothic"/>
                <a:cs typeface="Century Gothic"/>
              </a:rPr>
              <a:t>2</a:t>
            </a:r>
            <a:endParaRPr>
              <a:latin typeface="Century Gothic"/>
              <a:cs typeface="Century Gothic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39937" y="776031"/>
            <a:ext cx="7978524" cy="5057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45730"/>
            <a:r>
              <a:rPr sz="3200" spc="4" dirty="0"/>
              <a:t>Q</a:t>
            </a:r>
            <a:r>
              <a:rPr sz="3200" spc="-20" dirty="0"/>
              <a:t>u</a:t>
            </a:r>
            <a:r>
              <a:rPr sz="3200" dirty="0"/>
              <a:t>a</a:t>
            </a:r>
            <a:r>
              <a:rPr sz="3200" spc="4" dirty="0"/>
              <a:t>li</a:t>
            </a:r>
            <a:r>
              <a:rPr sz="3200" spc="-10" dirty="0"/>
              <a:t>t</a:t>
            </a:r>
            <a:r>
              <a:rPr sz="3200" spc="4" dirty="0"/>
              <a:t>i</a:t>
            </a:r>
            <a:r>
              <a:rPr sz="3200" spc="14" dirty="0"/>
              <a:t>e</a:t>
            </a:r>
            <a:r>
              <a:rPr sz="3200" dirty="0"/>
              <a:t>s</a:t>
            </a:r>
            <a:r>
              <a:rPr sz="3200" spc="-30" dirty="0"/>
              <a:t> </a:t>
            </a:r>
            <a:r>
              <a:rPr sz="3200" dirty="0"/>
              <a:t>of</a:t>
            </a:r>
            <a:r>
              <a:rPr sz="3200" spc="-10" dirty="0"/>
              <a:t> </a:t>
            </a:r>
            <a:r>
              <a:rPr sz="3200" spc="-25" dirty="0"/>
              <a:t>E</a:t>
            </a:r>
            <a:r>
              <a:rPr sz="3200" spc="10" dirty="0"/>
              <a:t>n</a:t>
            </a:r>
            <a:r>
              <a:rPr sz="3200" spc="-10" dirty="0"/>
              <a:t>t</a:t>
            </a:r>
            <a:r>
              <a:rPr sz="3200" spc="-45" dirty="0"/>
              <a:t>r</a:t>
            </a:r>
            <a:r>
              <a:rPr sz="3200" spc="-14" dirty="0"/>
              <a:t>e</a:t>
            </a:r>
            <a:r>
              <a:rPr sz="3200" spc="10" dirty="0"/>
              <a:t>p</a:t>
            </a:r>
            <a:r>
              <a:rPr sz="3200" spc="-45" dirty="0"/>
              <a:t>r</a:t>
            </a:r>
            <a:r>
              <a:rPr sz="3200" spc="-14" dirty="0"/>
              <a:t>e</a:t>
            </a:r>
            <a:r>
              <a:rPr sz="3200" spc="10" dirty="0"/>
              <a:t>n</a:t>
            </a:r>
            <a:r>
              <a:rPr sz="3200" spc="-14" dirty="0"/>
              <a:t>e</a:t>
            </a:r>
            <a:r>
              <a:rPr sz="3200" spc="10" dirty="0"/>
              <a:t>u</a:t>
            </a:r>
            <a:r>
              <a:rPr sz="3200" spc="-14" dirty="0"/>
              <a:t>r</a:t>
            </a:r>
            <a:r>
              <a:rPr sz="3200" dirty="0"/>
              <a:t>s</a:t>
            </a:r>
            <a:r>
              <a:rPr sz="3200" spc="10" dirty="0"/>
              <a:t>h</a:t>
            </a:r>
            <a:r>
              <a:rPr sz="3200" spc="-30" dirty="0"/>
              <a:t>i</a:t>
            </a:r>
            <a:r>
              <a:rPr sz="3200" dirty="0"/>
              <a:t>p</a:t>
            </a:r>
            <a:endParaRPr sz="3200"/>
          </a:p>
        </p:txBody>
      </p:sp>
      <p:sp>
        <p:nvSpPr>
          <p:cNvPr id="3" name="object 3"/>
          <p:cNvSpPr/>
          <p:nvPr/>
        </p:nvSpPr>
        <p:spPr>
          <a:xfrm>
            <a:off x="1534667" y="1281685"/>
            <a:ext cx="7772400" cy="3124200"/>
          </a:xfrm>
          <a:custGeom>
            <a:avLst/>
            <a:gdLst/>
            <a:ahLst/>
            <a:cxnLst/>
            <a:rect l="l" t="t" r="r" b="b"/>
            <a:pathLst>
              <a:path w="7772400" h="3124200">
                <a:moveTo>
                  <a:pt x="0" y="3124199"/>
                </a:moveTo>
                <a:lnTo>
                  <a:pt x="7772399" y="3124199"/>
                </a:lnTo>
                <a:lnTo>
                  <a:pt x="7772399" y="0"/>
                </a:lnTo>
                <a:lnTo>
                  <a:pt x="0" y="0"/>
                </a:lnTo>
                <a:lnTo>
                  <a:pt x="0" y="31241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534667" y="1281685"/>
            <a:ext cx="7772400" cy="3000821"/>
          </a:xfrm>
          <a:prstGeom prst="rect">
            <a:avLst/>
          </a:prstGeom>
          <a:ln w="15239">
            <a:solidFill>
              <a:srgbClr val="718552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3175"/>
            <a:r>
              <a:rPr sz="2500" b="1" dirty="0">
                <a:latin typeface="Times New Roman"/>
                <a:cs typeface="Times New Roman"/>
              </a:rPr>
              <a:t>Q</a:t>
            </a:r>
            <a:r>
              <a:rPr sz="2500" b="1" spc="-14" dirty="0">
                <a:latin typeface="Times New Roman"/>
                <a:cs typeface="Times New Roman"/>
              </a:rPr>
              <a:t>u</a:t>
            </a:r>
            <a:r>
              <a:rPr sz="2500" b="1" dirty="0">
                <a:latin typeface="Times New Roman"/>
                <a:cs typeface="Times New Roman"/>
              </a:rPr>
              <a:t>a</a:t>
            </a:r>
            <a:r>
              <a:rPr sz="2500" b="1" spc="25" dirty="0">
                <a:latin typeface="Times New Roman"/>
                <a:cs typeface="Times New Roman"/>
              </a:rPr>
              <a:t>l</a:t>
            </a:r>
            <a:r>
              <a:rPr sz="2500" b="1" dirty="0">
                <a:latin typeface="Times New Roman"/>
                <a:cs typeface="Times New Roman"/>
              </a:rPr>
              <a:t>i</a:t>
            </a:r>
            <a:r>
              <a:rPr sz="2500" b="1" spc="-10" dirty="0">
                <a:latin typeface="Times New Roman"/>
                <a:cs typeface="Times New Roman"/>
              </a:rPr>
              <a:t>t</a:t>
            </a:r>
            <a:r>
              <a:rPr sz="2500" b="1" dirty="0">
                <a:latin typeface="Times New Roman"/>
                <a:cs typeface="Times New Roman"/>
              </a:rPr>
              <a:t>i</a:t>
            </a:r>
            <a:r>
              <a:rPr sz="2500" b="1" spc="-10" dirty="0">
                <a:latin typeface="Times New Roman"/>
                <a:cs typeface="Times New Roman"/>
              </a:rPr>
              <a:t>e</a:t>
            </a:r>
            <a:r>
              <a:rPr sz="2500" b="1" dirty="0">
                <a:latin typeface="Times New Roman"/>
                <a:cs typeface="Times New Roman"/>
              </a:rPr>
              <a:t>s</a:t>
            </a:r>
            <a:r>
              <a:rPr sz="2500" b="1" spc="-2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of</a:t>
            </a:r>
            <a:r>
              <a:rPr sz="2500" b="1" spc="-10" dirty="0">
                <a:latin typeface="Times New Roman"/>
                <a:cs typeface="Times New Roman"/>
              </a:rPr>
              <a:t> </a:t>
            </a:r>
            <a:r>
              <a:rPr sz="2500" b="1" spc="4" dirty="0">
                <a:latin typeface="Times New Roman"/>
                <a:cs typeface="Times New Roman"/>
              </a:rPr>
              <a:t>E</a:t>
            </a:r>
            <a:r>
              <a:rPr sz="2500" b="1" spc="-14" dirty="0">
                <a:latin typeface="Times New Roman"/>
                <a:cs typeface="Times New Roman"/>
              </a:rPr>
              <a:t>n</a:t>
            </a:r>
            <a:r>
              <a:rPr sz="2500" b="1" spc="-10" dirty="0">
                <a:latin typeface="Times New Roman"/>
                <a:cs typeface="Times New Roman"/>
              </a:rPr>
              <a:t>t</a:t>
            </a:r>
            <a:r>
              <a:rPr sz="2500" b="1" spc="-35" dirty="0">
                <a:latin typeface="Times New Roman"/>
                <a:cs typeface="Times New Roman"/>
              </a:rPr>
              <a:t>r</a:t>
            </a:r>
            <a:r>
              <a:rPr sz="2500" b="1" spc="-10" dirty="0">
                <a:latin typeface="Times New Roman"/>
                <a:cs typeface="Times New Roman"/>
              </a:rPr>
              <a:t>e</a:t>
            </a:r>
            <a:r>
              <a:rPr sz="2500" b="1" spc="4" dirty="0">
                <a:latin typeface="Times New Roman"/>
                <a:cs typeface="Times New Roman"/>
              </a:rPr>
              <a:t>p</a:t>
            </a:r>
            <a:r>
              <a:rPr sz="2500" b="1" spc="-60" dirty="0">
                <a:latin typeface="Times New Roman"/>
                <a:cs typeface="Times New Roman"/>
              </a:rPr>
              <a:t>r</a:t>
            </a:r>
            <a:r>
              <a:rPr sz="2500" b="1" spc="10" dirty="0">
                <a:latin typeface="Times New Roman"/>
                <a:cs typeface="Times New Roman"/>
              </a:rPr>
              <a:t>e</a:t>
            </a:r>
            <a:r>
              <a:rPr sz="2500" b="1" spc="-14" dirty="0">
                <a:latin typeface="Times New Roman"/>
                <a:cs typeface="Times New Roman"/>
              </a:rPr>
              <a:t>n</a:t>
            </a:r>
            <a:r>
              <a:rPr sz="2500" b="1" spc="10" dirty="0">
                <a:latin typeface="Times New Roman"/>
                <a:cs typeface="Times New Roman"/>
              </a:rPr>
              <a:t>e</a:t>
            </a:r>
            <a:r>
              <a:rPr sz="2500" b="1" spc="-14" dirty="0">
                <a:latin typeface="Times New Roman"/>
                <a:cs typeface="Times New Roman"/>
              </a:rPr>
              <a:t>u</a:t>
            </a:r>
            <a:r>
              <a:rPr sz="2500" b="1" spc="10" dirty="0">
                <a:latin typeface="Times New Roman"/>
                <a:cs typeface="Times New Roman"/>
              </a:rPr>
              <a:t>r</a:t>
            </a:r>
            <a:r>
              <a:rPr sz="2500" b="1" dirty="0">
                <a:latin typeface="Times New Roman"/>
                <a:cs typeface="Times New Roman"/>
              </a:rPr>
              <a:t>s</a:t>
            </a:r>
            <a:r>
              <a:rPr sz="2500" b="1" spc="4" dirty="0">
                <a:latin typeface="Times New Roman"/>
                <a:cs typeface="Times New Roman"/>
              </a:rPr>
              <a:t>h</a:t>
            </a:r>
            <a:r>
              <a:rPr sz="2500" b="1" spc="-20" dirty="0">
                <a:latin typeface="Times New Roman"/>
                <a:cs typeface="Times New Roman"/>
              </a:rPr>
              <a:t>i</a:t>
            </a:r>
            <a:r>
              <a:rPr sz="2500" b="1" dirty="0">
                <a:latin typeface="Times New Roman"/>
                <a:cs typeface="Times New Roman"/>
              </a:rPr>
              <a:t>p</a:t>
            </a:r>
            <a:endParaRPr sz="2500">
              <a:latin typeface="Times New Roman"/>
              <a:cs typeface="Times New Roman"/>
            </a:endParaRPr>
          </a:p>
          <a:p>
            <a:pPr marL="484449" indent="-400638">
              <a:spcBef>
                <a:spcPts val="1009"/>
              </a:spcBef>
              <a:buClr>
                <a:srgbClr val="A42F0F"/>
              </a:buClr>
              <a:buFont typeface="Times New Roman"/>
              <a:buAutoNum type="romanLcPeriod"/>
              <a:tabLst>
                <a:tab pos="485084" algn="l"/>
              </a:tabLst>
            </a:pPr>
            <a:r>
              <a:rPr sz="2000" spc="-4" dirty="0">
                <a:latin typeface="Times New Roman"/>
                <a:cs typeface="Times New Roman"/>
              </a:rPr>
              <a:t>A</a:t>
            </a:r>
            <a:r>
              <a:rPr sz="2000" spc="20" dirty="0">
                <a:latin typeface="Times New Roman"/>
                <a:cs typeface="Times New Roman"/>
              </a:rPr>
              <a:t>b</a:t>
            </a:r>
            <a:r>
              <a:rPr sz="2000" spc="-20" dirty="0">
                <a:latin typeface="Times New Roman"/>
                <a:cs typeface="Times New Roman"/>
              </a:rPr>
              <a:t>i</a:t>
            </a:r>
            <a:r>
              <a:rPr sz="2000" dirty="0">
                <a:latin typeface="Times New Roman"/>
                <a:cs typeface="Times New Roman"/>
              </a:rPr>
              <a:t>l</a:t>
            </a:r>
            <a:r>
              <a:rPr sz="2000" spc="-20" dirty="0">
                <a:latin typeface="Times New Roman"/>
                <a:cs typeface="Times New Roman"/>
              </a:rPr>
              <a:t>i</a:t>
            </a:r>
            <a:r>
              <a:rPr sz="2000" dirty="0">
                <a:latin typeface="Times New Roman"/>
                <a:cs typeface="Times New Roman"/>
              </a:rPr>
              <a:t>ty</a:t>
            </a:r>
            <a:r>
              <a:rPr sz="2000" spc="-20" dirty="0">
                <a:latin typeface="Times New Roman"/>
                <a:cs typeface="Times New Roman"/>
              </a:rPr>
              <a:t> t</a:t>
            </a:r>
            <a:r>
              <a:rPr sz="2000" dirty="0">
                <a:latin typeface="Times New Roman"/>
                <a:cs typeface="Times New Roman"/>
              </a:rPr>
              <a:t>o </a:t>
            </a:r>
            <a:r>
              <a:rPr sz="2000" spc="10" dirty="0">
                <a:latin typeface="Times New Roman"/>
                <a:cs typeface="Times New Roman"/>
              </a:rPr>
              <a:t>I</a:t>
            </a:r>
            <a:r>
              <a:rPr sz="2000" dirty="0">
                <a:latin typeface="Times New Roman"/>
                <a:cs typeface="Times New Roman"/>
              </a:rPr>
              <a:t>nno</a:t>
            </a:r>
            <a:r>
              <a:rPr sz="2000" spc="20" dirty="0">
                <a:latin typeface="Times New Roman"/>
                <a:cs typeface="Times New Roman"/>
              </a:rPr>
              <a:t>v</a:t>
            </a:r>
            <a:r>
              <a:rPr sz="2000" spc="-10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te</a:t>
            </a:r>
            <a:endParaRPr sz="2000">
              <a:latin typeface="Times New Roman"/>
              <a:cs typeface="Times New Roman"/>
            </a:endParaRPr>
          </a:p>
          <a:p>
            <a:pPr marL="484449" indent="-400638">
              <a:spcBef>
                <a:spcPts val="1005"/>
              </a:spcBef>
              <a:buClr>
                <a:srgbClr val="A42F0F"/>
              </a:buClr>
              <a:buFont typeface="Times New Roman"/>
              <a:buAutoNum type="romanLcPeriod"/>
              <a:tabLst>
                <a:tab pos="485084" algn="l"/>
              </a:tabLst>
            </a:pPr>
            <a:r>
              <a:rPr sz="2000" spc="4" dirty="0">
                <a:latin typeface="Times New Roman"/>
                <a:cs typeface="Times New Roman"/>
              </a:rPr>
              <a:t>B</a:t>
            </a:r>
            <a:r>
              <a:rPr sz="2000" dirty="0">
                <a:latin typeface="Times New Roman"/>
                <a:cs typeface="Times New Roman"/>
              </a:rPr>
              <a:t>us</a:t>
            </a:r>
            <a:r>
              <a:rPr sz="2000" spc="-20" dirty="0">
                <a:latin typeface="Times New Roman"/>
                <a:cs typeface="Times New Roman"/>
              </a:rPr>
              <a:t>i</a:t>
            </a:r>
            <a:r>
              <a:rPr sz="2000" spc="20" dirty="0">
                <a:latin typeface="Times New Roman"/>
                <a:cs typeface="Times New Roman"/>
              </a:rPr>
              <a:t>n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ss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</a:t>
            </a:r>
            <a:r>
              <a:rPr sz="2000" spc="10" dirty="0">
                <a:latin typeface="Times New Roman"/>
                <a:cs typeface="Times New Roman"/>
              </a:rPr>
              <a:t>r</a:t>
            </a:r>
            <a:r>
              <a:rPr sz="2000" spc="-20" dirty="0">
                <a:latin typeface="Times New Roman"/>
                <a:cs typeface="Times New Roman"/>
              </a:rPr>
              <a:t>i</a:t>
            </a:r>
            <a:r>
              <a:rPr sz="2000" spc="1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nt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d</a:t>
            </a:r>
            <a:r>
              <a:rPr sz="2000" spc="-20" dirty="0">
                <a:latin typeface="Times New Roman"/>
                <a:cs typeface="Times New Roman"/>
              </a:rPr>
              <a:t> t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spc="20" dirty="0">
                <a:latin typeface="Times New Roman"/>
                <a:cs typeface="Times New Roman"/>
              </a:rPr>
              <a:t>n</a:t>
            </a:r>
            <a:r>
              <a:rPr sz="2000" dirty="0">
                <a:latin typeface="Times New Roman"/>
                <a:cs typeface="Times New Roman"/>
              </a:rPr>
              <a:t>d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spc="20" dirty="0">
                <a:latin typeface="Times New Roman"/>
                <a:cs typeface="Times New Roman"/>
              </a:rPr>
              <a:t>n</a:t>
            </a:r>
            <a:r>
              <a:rPr sz="2000" spc="-10" dirty="0">
                <a:latin typeface="Times New Roman"/>
                <a:cs typeface="Times New Roman"/>
              </a:rPr>
              <a:t>c</a:t>
            </a:r>
            <a:r>
              <a:rPr sz="2000" dirty="0">
                <a:latin typeface="Times New Roman"/>
                <a:cs typeface="Times New Roman"/>
              </a:rPr>
              <a:t>y</a:t>
            </a:r>
            <a:endParaRPr sz="2000">
              <a:latin typeface="Times New Roman"/>
              <a:cs typeface="Times New Roman"/>
            </a:endParaRPr>
          </a:p>
          <a:p>
            <a:pPr marL="484449" indent="-400638">
              <a:spcBef>
                <a:spcPts val="994"/>
              </a:spcBef>
              <a:buClr>
                <a:srgbClr val="A42F0F"/>
              </a:buClr>
              <a:buFont typeface="Times New Roman"/>
              <a:buAutoNum type="romanLcPeriod"/>
              <a:tabLst>
                <a:tab pos="485084" algn="l"/>
              </a:tabLst>
            </a:pPr>
            <a:r>
              <a:rPr sz="2000" spc="-4" dirty="0">
                <a:latin typeface="Times New Roman"/>
                <a:cs typeface="Times New Roman"/>
              </a:rPr>
              <a:t>O</a:t>
            </a:r>
            <a:r>
              <a:rPr sz="2000" spc="-30" dirty="0">
                <a:latin typeface="Times New Roman"/>
                <a:cs typeface="Times New Roman"/>
              </a:rPr>
              <a:t>r</a:t>
            </a:r>
            <a:r>
              <a:rPr sz="2000" dirty="0">
                <a:latin typeface="Times New Roman"/>
                <a:cs typeface="Times New Roman"/>
              </a:rPr>
              <a:t>g</a:t>
            </a:r>
            <a:r>
              <a:rPr sz="2000" spc="10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ni</a:t>
            </a:r>
            <a:r>
              <a:rPr sz="2000" spc="-10" dirty="0">
                <a:latin typeface="Times New Roman"/>
                <a:cs typeface="Times New Roman"/>
              </a:rPr>
              <a:t>z</a:t>
            </a:r>
            <a:r>
              <a:rPr sz="2000" dirty="0">
                <a:latin typeface="Times New Roman"/>
                <a:cs typeface="Times New Roman"/>
              </a:rPr>
              <a:t>ing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f</a:t>
            </a:r>
            <a:r>
              <a:rPr sz="2000" spc="20" dirty="0">
                <a:latin typeface="Times New Roman"/>
                <a:cs typeface="Times New Roman"/>
              </a:rPr>
              <a:t>u</a:t>
            </a:r>
            <a:r>
              <a:rPr sz="2000" dirty="0">
                <a:latin typeface="Times New Roman"/>
                <a:cs typeface="Times New Roman"/>
              </a:rPr>
              <a:t>n</a:t>
            </a:r>
            <a:r>
              <a:rPr sz="2000" spc="-10" dirty="0">
                <a:latin typeface="Times New Roman"/>
                <a:cs typeface="Times New Roman"/>
              </a:rPr>
              <a:t>c</a:t>
            </a:r>
            <a:r>
              <a:rPr sz="2000" dirty="0">
                <a:latin typeface="Times New Roman"/>
                <a:cs typeface="Times New Roman"/>
              </a:rPr>
              <a:t>t</a:t>
            </a:r>
            <a:r>
              <a:rPr sz="2000" spc="-20" dirty="0">
                <a:latin typeface="Times New Roman"/>
                <a:cs typeface="Times New Roman"/>
              </a:rPr>
              <a:t>i</a:t>
            </a:r>
            <a:r>
              <a:rPr sz="2000" dirty="0">
                <a:latin typeface="Times New Roman"/>
                <a:cs typeface="Times New Roman"/>
              </a:rPr>
              <a:t>on</a:t>
            </a:r>
            <a:endParaRPr sz="2000">
              <a:latin typeface="Times New Roman"/>
              <a:cs typeface="Times New Roman"/>
            </a:endParaRPr>
          </a:p>
          <a:p>
            <a:pPr marL="484449" indent="-400638">
              <a:spcBef>
                <a:spcPts val="994"/>
              </a:spcBef>
              <a:buClr>
                <a:srgbClr val="A42F0F"/>
              </a:buClr>
              <a:buFont typeface="Times New Roman"/>
              <a:buAutoNum type="romanLcPeriod"/>
              <a:tabLst>
                <a:tab pos="485084" algn="l"/>
              </a:tabLst>
            </a:pPr>
            <a:r>
              <a:rPr sz="2000" dirty="0">
                <a:latin typeface="Times New Roman"/>
                <a:cs typeface="Times New Roman"/>
              </a:rPr>
              <a:t>M</a:t>
            </a:r>
            <a:r>
              <a:rPr sz="2000" spc="-10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n</a:t>
            </a:r>
            <a:r>
              <a:rPr sz="2000" spc="10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g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spc="10" dirty="0">
                <a:latin typeface="Times New Roman"/>
                <a:cs typeface="Times New Roman"/>
              </a:rPr>
              <a:t>r</a:t>
            </a:r>
            <a:r>
              <a:rPr sz="2000" spc="-20" dirty="0">
                <a:latin typeface="Times New Roman"/>
                <a:cs typeface="Times New Roman"/>
              </a:rPr>
              <a:t>i</a:t>
            </a:r>
            <a:r>
              <a:rPr sz="2000" spc="10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l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10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nd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</a:t>
            </a:r>
            <a:r>
              <a:rPr sz="2000" spc="-10" dirty="0">
                <a:latin typeface="Times New Roman"/>
                <a:cs typeface="Times New Roman"/>
              </a:rPr>
              <a:t>ea</a:t>
            </a:r>
            <a:r>
              <a:rPr sz="2000" spc="20" dirty="0">
                <a:latin typeface="Times New Roman"/>
                <a:cs typeface="Times New Roman"/>
              </a:rPr>
              <a:t>d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spc="10" dirty="0">
                <a:latin typeface="Times New Roman"/>
                <a:cs typeface="Times New Roman"/>
              </a:rPr>
              <a:t>r</a:t>
            </a:r>
            <a:r>
              <a:rPr sz="2000" dirty="0">
                <a:latin typeface="Times New Roman"/>
                <a:cs typeface="Times New Roman"/>
              </a:rPr>
              <a:t>sh</a:t>
            </a:r>
            <a:r>
              <a:rPr sz="2000" spc="-20" dirty="0">
                <a:latin typeface="Times New Roman"/>
                <a:cs typeface="Times New Roman"/>
              </a:rPr>
              <a:t>i</a:t>
            </a:r>
            <a:r>
              <a:rPr sz="2000" dirty="0">
                <a:latin typeface="Times New Roman"/>
                <a:cs typeface="Times New Roman"/>
              </a:rPr>
              <a:t>p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10" dirty="0">
                <a:latin typeface="Times New Roman"/>
                <a:cs typeface="Times New Roman"/>
              </a:rPr>
              <a:t>f</a:t>
            </a:r>
            <a:r>
              <a:rPr sz="2000" dirty="0">
                <a:latin typeface="Times New Roman"/>
                <a:cs typeface="Times New Roman"/>
              </a:rPr>
              <a:t>u</a:t>
            </a:r>
            <a:r>
              <a:rPr sz="2000" spc="20" dirty="0">
                <a:latin typeface="Times New Roman"/>
                <a:cs typeface="Times New Roman"/>
              </a:rPr>
              <a:t>n</a:t>
            </a:r>
            <a:r>
              <a:rPr sz="2000" spc="-10" dirty="0">
                <a:latin typeface="Times New Roman"/>
                <a:cs typeface="Times New Roman"/>
              </a:rPr>
              <a:t>c</a:t>
            </a:r>
            <a:r>
              <a:rPr sz="2000" spc="-20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ion</a:t>
            </a:r>
            <a:endParaRPr sz="2000">
              <a:latin typeface="Times New Roman"/>
              <a:cs typeface="Times New Roman"/>
            </a:endParaRPr>
          </a:p>
          <a:p>
            <a:pPr marL="484449" indent="-400638">
              <a:spcBef>
                <a:spcPts val="1005"/>
              </a:spcBef>
              <a:buClr>
                <a:srgbClr val="A42F0F"/>
              </a:buClr>
              <a:buFont typeface="Times New Roman"/>
              <a:buAutoNum type="romanLcPeriod"/>
              <a:tabLst>
                <a:tab pos="485084" algn="l"/>
              </a:tabLst>
            </a:pPr>
            <a:r>
              <a:rPr sz="2000" spc="-4" dirty="0">
                <a:latin typeface="Times New Roman"/>
                <a:cs typeface="Times New Roman"/>
              </a:rPr>
              <a:t>K</a:t>
            </a:r>
            <a:r>
              <a:rPr sz="2000" spc="20" dirty="0">
                <a:latin typeface="Times New Roman"/>
                <a:cs typeface="Times New Roman"/>
              </a:rPr>
              <a:t>n</a:t>
            </a:r>
            <a:r>
              <a:rPr sz="2000" dirty="0">
                <a:latin typeface="Times New Roman"/>
                <a:cs typeface="Times New Roman"/>
              </a:rPr>
              <a:t>o</a:t>
            </a:r>
            <a:r>
              <a:rPr sz="2000" spc="14" dirty="0">
                <a:latin typeface="Times New Roman"/>
                <a:cs typeface="Times New Roman"/>
              </a:rPr>
              <a:t>w</a:t>
            </a:r>
            <a:r>
              <a:rPr sz="2000" spc="-20" dirty="0">
                <a:latin typeface="Times New Roman"/>
                <a:cs typeface="Times New Roman"/>
              </a:rPr>
              <a:t>l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spc="20" dirty="0">
                <a:latin typeface="Times New Roman"/>
                <a:cs typeface="Times New Roman"/>
              </a:rPr>
              <a:t>d</a:t>
            </a:r>
            <a:r>
              <a:rPr sz="2000" dirty="0">
                <a:latin typeface="Times New Roman"/>
                <a:cs typeface="Times New Roman"/>
              </a:rPr>
              <a:t>ge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</a:t>
            </a:r>
            <a:r>
              <a:rPr sz="2000" spc="10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s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10" dirty="0">
                <a:latin typeface="Times New Roman"/>
                <a:cs typeface="Times New Roman"/>
              </a:rPr>
              <a:t>f</a:t>
            </a:r>
            <a:r>
              <a:rPr sz="2000" dirty="0">
                <a:latin typeface="Times New Roman"/>
                <a:cs typeface="Times New Roman"/>
              </a:rPr>
              <a:t>un</a:t>
            </a:r>
            <a:r>
              <a:rPr sz="2000" spc="10" dirty="0">
                <a:latin typeface="Times New Roman"/>
                <a:cs typeface="Times New Roman"/>
              </a:rPr>
              <a:t>c</a:t>
            </a:r>
            <a:r>
              <a:rPr sz="2000" spc="-20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ion</a:t>
            </a:r>
            <a:endParaRPr sz="2000">
              <a:latin typeface="Times New Roman"/>
              <a:cs typeface="Times New Roman"/>
            </a:endParaRPr>
          </a:p>
          <a:p>
            <a:pPr marL="484449" indent="-400638">
              <a:spcBef>
                <a:spcPts val="994"/>
              </a:spcBef>
              <a:buClr>
                <a:srgbClr val="A42F0F"/>
              </a:buClr>
              <a:buFont typeface="Times New Roman"/>
              <a:buAutoNum type="romanLcPeriod"/>
              <a:tabLst>
                <a:tab pos="485084" algn="l"/>
              </a:tabLst>
            </a:pPr>
            <a:r>
              <a:rPr sz="2000" spc="4" dirty="0">
                <a:latin typeface="Times New Roman"/>
                <a:cs typeface="Times New Roman"/>
              </a:rPr>
              <a:t>B</a:t>
            </a:r>
            <a:r>
              <a:rPr sz="2000" spc="-10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s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d on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20" dirty="0">
                <a:latin typeface="Times New Roman"/>
                <a:cs typeface="Times New Roman"/>
              </a:rPr>
              <a:t>p</a:t>
            </a:r>
            <a:r>
              <a:rPr sz="2000" spc="-10" dirty="0">
                <a:latin typeface="Times New Roman"/>
                <a:cs typeface="Times New Roman"/>
              </a:rPr>
              <a:t>r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0" dirty="0">
                <a:latin typeface="Times New Roman"/>
                <a:cs typeface="Times New Roman"/>
              </a:rPr>
              <a:t>c</a:t>
            </a:r>
            <a:r>
              <a:rPr sz="2000" dirty="0">
                <a:latin typeface="Times New Roman"/>
                <a:cs typeface="Times New Roman"/>
              </a:rPr>
              <a:t>ipl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s,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</a:t>
            </a:r>
            <a:r>
              <a:rPr sz="2000" spc="20" dirty="0">
                <a:latin typeface="Times New Roman"/>
                <a:cs typeface="Times New Roman"/>
              </a:rPr>
              <a:t>o</a:t>
            </a:r>
            <a:r>
              <a:rPr sz="2000" dirty="0">
                <a:latin typeface="Times New Roman"/>
                <a:cs typeface="Times New Roman"/>
              </a:rPr>
              <a:t>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 </a:t>
            </a:r>
            <a:r>
              <a:rPr sz="2000" spc="-20" dirty="0">
                <a:latin typeface="Times New Roman"/>
                <a:cs typeface="Times New Roman"/>
              </a:rPr>
              <a:t>i</a:t>
            </a:r>
            <a:r>
              <a:rPr sz="2000" dirty="0">
                <a:latin typeface="Times New Roman"/>
                <a:cs typeface="Times New Roman"/>
              </a:rPr>
              <a:t>ntui</a:t>
            </a:r>
            <a:r>
              <a:rPr sz="2000" spc="-20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ion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ss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spc="20" dirty="0">
                <a:latin typeface="Times New Roman"/>
                <a:cs typeface="Times New Roman"/>
              </a:rPr>
              <a:t>n</a:t>
            </a:r>
            <a:r>
              <a:rPr sz="2000" spc="-20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i</a:t>
            </a:r>
            <a:r>
              <a:rPr sz="2000" spc="-10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l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i</a:t>
            </a:r>
            <a:r>
              <a:rPr sz="2000" dirty="0">
                <a:latin typeface="Times New Roman"/>
                <a:cs typeface="Times New Roman"/>
              </a:rPr>
              <a:t>n </a:t>
            </a:r>
            <a:r>
              <a:rPr sz="2000" spc="1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v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spc="10" dirty="0">
                <a:latin typeface="Times New Roman"/>
                <a:cs typeface="Times New Roman"/>
              </a:rPr>
              <a:t>r</a:t>
            </a:r>
            <a:r>
              <a:rPr sz="2000" dirty="0">
                <a:latin typeface="Times New Roman"/>
                <a:cs typeface="Times New Roman"/>
              </a:rPr>
              <a:t>y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10" dirty="0">
                <a:latin typeface="Times New Roman"/>
                <a:cs typeface="Times New Roman"/>
              </a:rPr>
              <a:t>a</a:t>
            </a:r>
            <a:r>
              <a:rPr sz="2000" spc="-10" dirty="0">
                <a:latin typeface="Times New Roman"/>
                <a:cs typeface="Times New Roman"/>
              </a:rPr>
              <a:t>c</a:t>
            </a:r>
            <a:r>
              <a:rPr sz="2000" dirty="0">
                <a:latin typeface="Times New Roman"/>
                <a:cs typeface="Times New Roman"/>
              </a:rPr>
              <a:t>t</a:t>
            </a:r>
            <a:r>
              <a:rPr sz="2000" spc="-20" dirty="0">
                <a:latin typeface="Times New Roman"/>
                <a:cs typeface="Times New Roman"/>
              </a:rPr>
              <a:t>i</a:t>
            </a:r>
            <a:r>
              <a:rPr sz="2000" dirty="0">
                <a:latin typeface="Times New Roman"/>
                <a:cs typeface="Times New Roman"/>
              </a:rPr>
              <a:t>vit</a:t>
            </a:r>
            <a:r>
              <a:rPr sz="2000" spc="-145" dirty="0">
                <a:latin typeface="Times New Roman"/>
                <a:cs typeface="Times New Roman"/>
              </a:rPr>
              <a:t>y</a:t>
            </a:r>
            <a:r>
              <a:rPr sz="2000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36753" y="1314559"/>
            <a:ext cx="278130" cy="279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9"/>
            <a:r>
              <a:rPr spc="-10" dirty="0">
                <a:latin typeface="Century Gothic"/>
                <a:cs typeface="Century Gothic"/>
              </a:rPr>
              <a:t>1</a:t>
            </a:r>
            <a:r>
              <a:rPr dirty="0">
                <a:latin typeface="Century Gothic"/>
                <a:cs typeface="Century Gothic"/>
              </a:rPr>
              <a:t>3</a:t>
            </a:r>
            <a:endParaRPr>
              <a:latin typeface="Century Gothic"/>
              <a:cs typeface="Century Gothic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048000" y="4504945"/>
            <a:ext cx="4125468" cy="25907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040381" y="4495801"/>
            <a:ext cx="4140835" cy="2607945"/>
          </a:xfrm>
          <a:custGeom>
            <a:avLst/>
            <a:gdLst/>
            <a:ahLst/>
            <a:cxnLst/>
            <a:rect l="l" t="t" r="r" b="b"/>
            <a:pathLst>
              <a:path w="4140834" h="2607945">
                <a:moveTo>
                  <a:pt x="0" y="2607563"/>
                </a:moveTo>
                <a:lnTo>
                  <a:pt x="4140707" y="2607563"/>
                </a:lnTo>
                <a:lnTo>
                  <a:pt x="4140707" y="0"/>
                </a:lnTo>
                <a:lnTo>
                  <a:pt x="0" y="0"/>
                </a:lnTo>
                <a:lnTo>
                  <a:pt x="0" y="2607563"/>
                </a:lnTo>
                <a:close/>
              </a:path>
            </a:pathLst>
          </a:custGeom>
          <a:ln w="15239">
            <a:solidFill>
              <a:srgbClr val="71855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39937" y="776031"/>
            <a:ext cx="7978524" cy="5057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45099"/>
            <a:r>
              <a:rPr sz="3200" spc="-20" dirty="0"/>
              <a:t>S</a:t>
            </a:r>
            <a:r>
              <a:rPr sz="3200" spc="10" dirty="0"/>
              <a:t>k</a:t>
            </a:r>
            <a:r>
              <a:rPr sz="3200" spc="4" dirty="0"/>
              <a:t>i</a:t>
            </a:r>
            <a:r>
              <a:rPr sz="3200" spc="-30" dirty="0"/>
              <a:t>l</a:t>
            </a:r>
            <a:r>
              <a:rPr sz="3200" spc="4" dirty="0"/>
              <a:t>l</a:t>
            </a:r>
            <a:r>
              <a:rPr sz="3200" dirty="0"/>
              <a:t>s of</a:t>
            </a:r>
            <a:r>
              <a:rPr sz="3200" spc="-10" dirty="0"/>
              <a:t> </a:t>
            </a:r>
            <a:r>
              <a:rPr sz="3200" spc="4" dirty="0"/>
              <a:t>E</a:t>
            </a:r>
            <a:r>
              <a:rPr sz="3200" spc="-20" dirty="0"/>
              <a:t>n</a:t>
            </a:r>
            <a:r>
              <a:rPr sz="3200" spc="-10" dirty="0"/>
              <a:t>t</a:t>
            </a:r>
            <a:r>
              <a:rPr sz="3200" spc="-45" dirty="0"/>
              <a:t>r</a:t>
            </a:r>
            <a:r>
              <a:rPr sz="3200" spc="14" dirty="0"/>
              <a:t>e</a:t>
            </a:r>
            <a:r>
              <a:rPr sz="3200" spc="-20" dirty="0"/>
              <a:t>p</a:t>
            </a:r>
            <a:r>
              <a:rPr sz="3200" spc="-45" dirty="0"/>
              <a:t>r</a:t>
            </a:r>
            <a:r>
              <a:rPr sz="3200" spc="-14" dirty="0"/>
              <a:t>e</a:t>
            </a:r>
            <a:r>
              <a:rPr sz="3200" spc="10" dirty="0"/>
              <a:t>n</a:t>
            </a:r>
            <a:r>
              <a:rPr sz="3200" spc="-14" dirty="0"/>
              <a:t>e</a:t>
            </a:r>
            <a:r>
              <a:rPr sz="3200" spc="10" dirty="0"/>
              <a:t>u</a:t>
            </a:r>
            <a:r>
              <a:rPr sz="3200" spc="-14" dirty="0"/>
              <a:t>r</a:t>
            </a:r>
            <a:r>
              <a:rPr sz="3200" dirty="0"/>
              <a:t>s</a:t>
            </a:r>
            <a:r>
              <a:rPr sz="3200" spc="10" dirty="0"/>
              <a:t>h</a:t>
            </a:r>
            <a:r>
              <a:rPr sz="3200" spc="-30" dirty="0"/>
              <a:t>i</a:t>
            </a:r>
            <a:r>
              <a:rPr sz="3200" dirty="0"/>
              <a:t>p</a:t>
            </a:r>
            <a:endParaRPr sz="3200"/>
          </a:p>
        </p:txBody>
      </p:sp>
      <p:sp>
        <p:nvSpPr>
          <p:cNvPr id="3" name="object 3"/>
          <p:cNvSpPr/>
          <p:nvPr/>
        </p:nvSpPr>
        <p:spPr>
          <a:xfrm>
            <a:off x="1905000" y="1447799"/>
            <a:ext cx="7391401" cy="5638800"/>
          </a:xfrm>
          <a:custGeom>
            <a:avLst/>
            <a:gdLst/>
            <a:ahLst/>
            <a:cxnLst/>
            <a:rect l="l" t="t" r="r" b="b"/>
            <a:pathLst>
              <a:path w="7391400" h="5638800">
                <a:moveTo>
                  <a:pt x="0" y="5638799"/>
                </a:moveTo>
                <a:lnTo>
                  <a:pt x="7391399" y="5638799"/>
                </a:lnTo>
                <a:lnTo>
                  <a:pt x="7391399" y="0"/>
                </a:lnTo>
                <a:lnTo>
                  <a:pt x="0" y="0"/>
                </a:lnTo>
                <a:lnTo>
                  <a:pt x="0" y="56387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905000" y="1447799"/>
            <a:ext cx="7391401" cy="5638800"/>
          </a:xfrm>
          <a:custGeom>
            <a:avLst/>
            <a:gdLst/>
            <a:ahLst/>
            <a:cxnLst/>
            <a:rect l="l" t="t" r="r" b="b"/>
            <a:pathLst>
              <a:path w="7391400" h="5638800">
                <a:moveTo>
                  <a:pt x="0" y="5638799"/>
                </a:moveTo>
                <a:lnTo>
                  <a:pt x="7391399" y="5638799"/>
                </a:lnTo>
                <a:lnTo>
                  <a:pt x="7391399" y="0"/>
                </a:lnTo>
                <a:lnTo>
                  <a:pt x="0" y="0"/>
                </a:lnTo>
                <a:lnTo>
                  <a:pt x="0" y="5638799"/>
                </a:lnTo>
                <a:close/>
              </a:path>
            </a:pathLst>
          </a:custGeom>
          <a:ln w="15239">
            <a:solidFill>
              <a:srgbClr val="71855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985317" y="1490074"/>
            <a:ext cx="7216140" cy="56682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558" marR="274288" indent="-342859">
              <a:lnSpc>
                <a:spcPts val="2589"/>
              </a:lnSpc>
            </a:pPr>
            <a:r>
              <a:rPr sz="2500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2500" spc="-40" dirty="0">
                <a:solidFill>
                  <a:srgbClr val="A42F0F"/>
                </a:solidFill>
                <a:latin typeface="Times New Roman"/>
                <a:cs typeface="Times New Roman"/>
              </a:rPr>
              <a:t> </a:t>
            </a:r>
            <a:r>
              <a:rPr sz="2500" spc="4" dirty="0">
                <a:solidFill>
                  <a:srgbClr val="C00000"/>
                </a:solidFill>
                <a:latin typeface="Times New Roman"/>
                <a:cs typeface="Times New Roman"/>
              </a:rPr>
              <a:t>C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o</a:t>
            </a:r>
            <a:r>
              <a:rPr sz="2500" spc="-20" dirty="0">
                <a:solidFill>
                  <a:srgbClr val="C00000"/>
                </a:solidFill>
                <a:latin typeface="Times New Roman"/>
                <a:cs typeface="Times New Roman"/>
              </a:rPr>
              <a:t>m</a:t>
            </a:r>
            <a:r>
              <a:rPr sz="2500" spc="-45" dirty="0">
                <a:solidFill>
                  <a:srgbClr val="C00000"/>
                </a:solidFill>
                <a:latin typeface="Times New Roman"/>
                <a:cs typeface="Times New Roman"/>
              </a:rPr>
              <a:t>m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uni</a:t>
            </a:r>
            <a:r>
              <a:rPr sz="2500" spc="10" dirty="0">
                <a:solidFill>
                  <a:srgbClr val="C00000"/>
                </a:solidFill>
                <a:latin typeface="Times New Roman"/>
                <a:cs typeface="Times New Roman"/>
              </a:rPr>
              <a:t>ca</a:t>
            </a:r>
            <a:r>
              <a:rPr sz="2500" spc="-20" dirty="0">
                <a:solidFill>
                  <a:srgbClr val="C00000"/>
                </a:solidFill>
                <a:latin typeface="Times New Roman"/>
                <a:cs typeface="Times New Roman"/>
              </a:rPr>
              <a:t>t</a:t>
            </a:r>
            <a:r>
              <a:rPr sz="2500" spc="25" dirty="0">
                <a:solidFill>
                  <a:srgbClr val="C00000"/>
                </a:solidFill>
                <a:latin typeface="Times New Roman"/>
                <a:cs typeface="Times New Roman"/>
              </a:rPr>
              <a:t>i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on</a:t>
            </a:r>
            <a:r>
              <a:rPr sz="25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skills</a:t>
            </a:r>
            <a:r>
              <a:rPr sz="25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(</a:t>
            </a:r>
            <a:r>
              <a:rPr sz="2500" dirty="0">
                <a:latin typeface="Times New Roman"/>
                <a:cs typeface="Times New Roman"/>
              </a:rPr>
              <a:t>poss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ssing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spc="25" dirty="0">
                <a:latin typeface="Times New Roman"/>
                <a:cs typeface="Times New Roman"/>
              </a:rPr>
              <a:t>t</a:t>
            </a:r>
            <a:r>
              <a:rPr sz="2500" dirty="0">
                <a:latin typeface="Times New Roman"/>
                <a:cs typeface="Times New Roman"/>
              </a:rPr>
              <a:t>he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bility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to 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d, </a:t>
            </a:r>
            <a:r>
              <a:rPr sz="2500" spc="-4" dirty="0">
                <a:latin typeface="Times New Roman"/>
                <a:cs typeface="Times New Roman"/>
              </a:rPr>
              <a:t>w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ite</a:t>
            </a:r>
            <a:r>
              <a:rPr sz="2500" spc="-10" dirty="0">
                <a:latin typeface="Times New Roman"/>
                <a:cs typeface="Times New Roman"/>
              </a:rPr>
              <a:t> a</a:t>
            </a:r>
            <a:r>
              <a:rPr sz="2500" dirty="0">
                <a:latin typeface="Times New Roman"/>
                <a:cs typeface="Times New Roman"/>
              </a:rPr>
              <a:t>nd sp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king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in 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n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und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spc="25" dirty="0">
                <a:latin typeface="Times New Roman"/>
                <a:cs typeface="Times New Roman"/>
              </a:rPr>
              <a:t>s</a:t>
            </a:r>
            <a:r>
              <a:rPr sz="2500" spc="-20" dirty="0">
                <a:latin typeface="Times New Roman"/>
                <a:cs typeface="Times New Roman"/>
              </a:rPr>
              <a:t>t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nd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bl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,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spc="-10" dirty="0">
                <a:latin typeface="Times New Roman"/>
                <a:cs typeface="Times New Roman"/>
              </a:rPr>
              <a:t>c</a:t>
            </a:r>
            <a:r>
              <a:rPr sz="2500" spc="10" dirty="0">
                <a:latin typeface="Times New Roman"/>
                <a:cs typeface="Times New Roman"/>
              </a:rPr>
              <a:t>c</a:t>
            </a:r>
            <a:r>
              <a:rPr sz="2500" dirty="0">
                <a:latin typeface="Times New Roman"/>
                <a:cs typeface="Times New Roman"/>
              </a:rPr>
              <a:t>u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te</a:t>
            </a:r>
            <a:r>
              <a:rPr sz="2500" spc="-60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nd p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o</a:t>
            </a:r>
            <a:r>
              <a:rPr sz="2500" spc="14" dirty="0">
                <a:latin typeface="Times New Roman"/>
                <a:cs typeface="Times New Roman"/>
              </a:rPr>
              <a:t>f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ssion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l</a:t>
            </a:r>
            <a:r>
              <a:rPr sz="2500" spc="-20" dirty="0">
                <a:latin typeface="Times New Roman"/>
                <a:cs typeface="Times New Roman"/>
              </a:rPr>
              <a:t> m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nn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spc="14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)</a:t>
            </a:r>
            <a:endParaRPr sz="2500">
              <a:latin typeface="Times New Roman"/>
              <a:cs typeface="Times New Roman"/>
            </a:endParaRPr>
          </a:p>
          <a:p>
            <a:pPr marL="355558" marR="36825" indent="-342859">
              <a:lnSpc>
                <a:spcPts val="2589"/>
              </a:lnSpc>
              <a:spcBef>
                <a:spcPts val="994"/>
              </a:spcBef>
            </a:pPr>
            <a:r>
              <a:rPr sz="2500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2500" spc="-40" dirty="0">
                <a:solidFill>
                  <a:srgbClr val="A42F0F"/>
                </a:solidFill>
                <a:latin typeface="Times New Roman"/>
                <a:cs typeface="Times New Roman"/>
              </a:rPr>
              <a:t> </a:t>
            </a:r>
            <a:r>
              <a:rPr sz="2500" spc="-4" dirty="0">
                <a:solidFill>
                  <a:srgbClr val="C00000"/>
                </a:solidFill>
                <a:latin typeface="Times New Roman"/>
                <a:cs typeface="Times New Roman"/>
              </a:rPr>
              <a:t>H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u</a:t>
            </a:r>
            <a:r>
              <a:rPr sz="2500" spc="-20" dirty="0">
                <a:solidFill>
                  <a:srgbClr val="C00000"/>
                </a:solidFill>
                <a:latin typeface="Times New Roman"/>
                <a:cs typeface="Times New Roman"/>
              </a:rPr>
              <a:t>m</a:t>
            </a:r>
            <a:r>
              <a:rPr sz="2500" spc="10" dirty="0">
                <a:solidFill>
                  <a:srgbClr val="C00000"/>
                </a:solidFill>
                <a:latin typeface="Times New Roman"/>
                <a:cs typeface="Times New Roman"/>
              </a:rPr>
              <a:t>a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n </a:t>
            </a:r>
            <a:r>
              <a:rPr sz="2500" spc="14" dirty="0">
                <a:solidFill>
                  <a:srgbClr val="C00000"/>
                </a:solidFill>
                <a:latin typeface="Times New Roman"/>
                <a:cs typeface="Times New Roman"/>
              </a:rPr>
              <a:t>r</a:t>
            </a:r>
            <a:r>
              <a:rPr sz="2500" spc="-10" dirty="0">
                <a:solidFill>
                  <a:srgbClr val="C00000"/>
                </a:solidFill>
                <a:latin typeface="Times New Roman"/>
                <a:cs typeface="Times New Roman"/>
              </a:rPr>
              <a:t>e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l</a:t>
            </a:r>
            <a:r>
              <a:rPr sz="2500" spc="10" dirty="0">
                <a:solidFill>
                  <a:srgbClr val="C00000"/>
                </a:solidFill>
                <a:latin typeface="Times New Roman"/>
                <a:cs typeface="Times New Roman"/>
              </a:rPr>
              <a:t>a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t</a:t>
            </a:r>
            <a:r>
              <a:rPr sz="2500" spc="-20" dirty="0">
                <a:solidFill>
                  <a:srgbClr val="C00000"/>
                </a:solidFill>
                <a:latin typeface="Times New Roman"/>
                <a:cs typeface="Times New Roman"/>
              </a:rPr>
              <a:t>i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ons</a:t>
            </a:r>
            <a:r>
              <a:rPr sz="25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skills</a:t>
            </a:r>
            <a:r>
              <a:rPr sz="25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(</a:t>
            </a:r>
            <a:r>
              <a:rPr sz="2500" spc="25" dirty="0">
                <a:latin typeface="Times New Roman"/>
                <a:cs typeface="Times New Roman"/>
              </a:rPr>
              <a:t>t</a:t>
            </a:r>
            <a:r>
              <a:rPr sz="2500" dirty="0">
                <a:latin typeface="Times New Roman"/>
                <a:cs typeface="Times New Roman"/>
              </a:rPr>
              <a:t>he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b</a:t>
            </a:r>
            <a:r>
              <a:rPr sz="2500" spc="-20" dirty="0">
                <a:latin typeface="Times New Roman"/>
                <a:cs typeface="Times New Roman"/>
              </a:rPr>
              <a:t>i</a:t>
            </a:r>
            <a:r>
              <a:rPr sz="2500" spc="25" dirty="0">
                <a:latin typeface="Times New Roman"/>
                <a:cs typeface="Times New Roman"/>
              </a:rPr>
              <a:t>l</a:t>
            </a:r>
            <a:r>
              <a:rPr sz="2500" spc="-20" dirty="0">
                <a:latin typeface="Times New Roman"/>
                <a:cs typeface="Times New Roman"/>
              </a:rPr>
              <a:t>i</a:t>
            </a:r>
            <a:r>
              <a:rPr sz="2500" spc="25" dirty="0">
                <a:latin typeface="Times New Roman"/>
                <a:cs typeface="Times New Roman"/>
              </a:rPr>
              <a:t>t</a:t>
            </a:r>
            <a:r>
              <a:rPr sz="2500" dirty="0">
                <a:latin typeface="Times New Roman"/>
                <a:cs typeface="Times New Roman"/>
              </a:rPr>
              <a:t>y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to build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nd </a:t>
            </a:r>
            <a:r>
              <a:rPr sz="2500" spc="-20" dirty="0">
                <a:latin typeface="Times New Roman"/>
                <a:cs typeface="Times New Roman"/>
              </a:rPr>
              <a:t>m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spc="25" dirty="0">
                <a:latin typeface="Times New Roman"/>
                <a:cs typeface="Times New Roman"/>
              </a:rPr>
              <a:t>i</a:t>
            </a:r>
            <a:r>
              <a:rPr sz="2500" dirty="0">
                <a:latin typeface="Times New Roman"/>
                <a:cs typeface="Times New Roman"/>
              </a:rPr>
              <a:t>nt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in positive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l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spc="-20" dirty="0">
                <a:latin typeface="Times New Roman"/>
                <a:cs typeface="Times New Roman"/>
              </a:rPr>
              <a:t>t</a:t>
            </a:r>
            <a:r>
              <a:rPr sz="2500" dirty="0">
                <a:latin typeface="Times New Roman"/>
                <a:cs typeface="Times New Roman"/>
              </a:rPr>
              <a:t>ionships,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spc="-4" dirty="0">
                <a:latin typeface="Times New Roman"/>
                <a:cs typeface="Times New Roman"/>
              </a:rPr>
              <a:t>w</a:t>
            </a:r>
            <a:r>
              <a:rPr sz="2500" dirty="0">
                <a:latin typeface="Times New Roman"/>
                <a:cs typeface="Times New Roman"/>
              </a:rPr>
              <a:t>o</a:t>
            </a:r>
            <a:r>
              <a:rPr sz="2500" spc="14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king </a:t>
            </a:r>
            <a:r>
              <a:rPr sz="2500" spc="-4" dirty="0">
                <a:latin typeface="Times New Roman"/>
                <a:cs typeface="Times New Roman"/>
              </a:rPr>
              <a:t>w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ll </a:t>
            </a:r>
            <a:r>
              <a:rPr sz="2500" spc="-4" dirty="0">
                <a:latin typeface="Times New Roman"/>
                <a:cs typeface="Times New Roman"/>
              </a:rPr>
              <a:t>w</a:t>
            </a:r>
            <a:r>
              <a:rPr sz="2500" dirty="0">
                <a:latin typeface="Times New Roman"/>
                <a:cs typeface="Times New Roman"/>
              </a:rPr>
              <a:t>ith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o</a:t>
            </a:r>
            <a:r>
              <a:rPr sz="2500" spc="25" dirty="0">
                <a:latin typeface="Times New Roman"/>
                <a:cs typeface="Times New Roman"/>
              </a:rPr>
              <a:t>t</a:t>
            </a:r>
            <a:r>
              <a:rPr sz="2500" dirty="0">
                <a:latin typeface="Times New Roman"/>
                <a:cs typeface="Times New Roman"/>
              </a:rPr>
              <a:t>h</a:t>
            </a:r>
            <a:r>
              <a:rPr sz="2500" spc="-10" dirty="0">
                <a:latin typeface="Times New Roman"/>
                <a:cs typeface="Times New Roman"/>
              </a:rPr>
              <a:t>er</a:t>
            </a:r>
            <a:r>
              <a:rPr sz="2500" dirty="0">
                <a:latin typeface="Times New Roman"/>
                <a:cs typeface="Times New Roman"/>
              </a:rPr>
              <a:t>s)</a:t>
            </a:r>
            <a:endParaRPr sz="2500">
              <a:latin typeface="Times New Roman"/>
              <a:cs typeface="Times New Roman"/>
            </a:endParaRPr>
          </a:p>
          <a:p>
            <a:pPr marL="355558" marR="9524" indent="-342859">
              <a:lnSpc>
                <a:spcPts val="2589"/>
              </a:lnSpc>
              <a:spcBef>
                <a:spcPts val="1009"/>
              </a:spcBef>
            </a:pPr>
            <a:r>
              <a:rPr sz="2500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2500" spc="-40" dirty="0">
                <a:solidFill>
                  <a:srgbClr val="A42F0F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M</a:t>
            </a:r>
            <a:r>
              <a:rPr sz="2500" spc="-10" dirty="0">
                <a:solidFill>
                  <a:srgbClr val="C00000"/>
                </a:solidFill>
                <a:latin typeface="Times New Roman"/>
                <a:cs typeface="Times New Roman"/>
              </a:rPr>
              <a:t>a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th skills</a:t>
            </a:r>
            <a:r>
              <a:rPr sz="25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(</a:t>
            </a:r>
            <a:r>
              <a:rPr sz="2500" dirty="0">
                <a:latin typeface="Times New Roman"/>
                <a:cs typeface="Times New Roman"/>
              </a:rPr>
              <a:t>kno</a:t>
            </a:r>
            <a:r>
              <a:rPr sz="2500" spc="14" dirty="0">
                <a:latin typeface="Times New Roman"/>
                <a:cs typeface="Times New Roman"/>
              </a:rPr>
              <a:t>w</a:t>
            </a:r>
            <a:r>
              <a:rPr sz="2500" spc="-20" dirty="0">
                <a:latin typeface="Times New Roman"/>
                <a:cs typeface="Times New Roman"/>
              </a:rPr>
              <a:t>l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dge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of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b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sic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spc="14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ith</a:t>
            </a:r>
            <a:r>
              <a:rPr sz="2500" spc="-20" dirty="0">
                <a:latin typeface="Times New Roman"/>
                <a:cs typeface="Times New Roman"/>
              </a:rPr>
              <a:t>m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tic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nd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bu</a:t>
            </a:r>
            <a:r>
              <a:rPr sz="2500" spc="25" dirty="0">
                <a:latin typeface="Times New Roman"/>
                <a:cs typeface="Times New Roman"/>
              </a:rPr>
              <a:t>s</a:t>
            </a:r>
            <a:r>
              <a:rPr sz="2500" spc="-20" dirty="0">
                <a:latin typeface="Times New Roman"/>
                <a:cs typeface="Times New Roman"/>
              </a:rPr>
              <a:t>i</a:t>
            </a:r>
            <a:r>
              <a:rPr sz="2500" dirty="0">
                <a:latin typeface="Times New Roman"/>
                <a:cs typeface="Times New Roman"/>
              </a:rPr>
              <a:t>n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ss </a:t>
            </a:r>
            <a:r>
              <a:rPr sz="2500" spc="-20" dirty="0">
                <a:latin typeface="Times New Roman"/>
                <a:cs typeface="Times New Roman"/>
              </a:rPr>
              <a:t>m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th sk</a:t>
            </a:r>
            <a:r>
              <a:rPr sz="2500" spc="25" dirty="0">
                <a:latin typeface="Times New Roman"/>
                <a:cs typeface="Times New Roman"/>
              </a:rPr>
              <a:t>i</a:t>
            </a:r>
            <a:r>
              <a:rPr sz="2500" spc="-20" dirty="0">
                <a:latin typeface="Times New Roman"/>
                <a:cs typeface="Times New Roman"/>
              </a:rPr>
              <a:t>l</a:t>
            </a:r>
            <a:r>
              <a:rPr sz="2500" dirty="0">
                <a:latin typeface="Times New Roman"/>
                <a:cs typeface="Times New Roman"/>
              </a:rPr>
              <a:t>ls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su</a:t>
            </a:r>
            <a:r>
              <a:rPr sz="2500" spc="10" dirty="0">
                <a:latin typeface="Times New Roman"/>
                <a:cs typeface="Times New Roman"/>
              </a:rPr>
              <a:t>c</a:t>
            </a:r>
            <a:r>
              <a:rPr sz="2500" dirty="0">
                <a:latin typeface="Times New Roman"/>
                <a:cs typeface="Times New Roman"/>
              </a:rPr>
              <a:t>h 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s </a:t>
            </a:r>
            <a:r>
              <a:rPr sz="2500" spc="-10" dirty="0">
                <a:latin typeface="Times New Roman"/>
                <a:cs typeface="Times New Roman"/>
              </a:rPr>
              <a:t>c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l</a:t>
            </a:r>
            <a:r>
              <a:rPr sz="2500" spc="-10" dirty="0">
                <a:latin typeface="Times New Roman"/>
                <a:cs typeface="Times New Roman"/>
              </a:rPr>
              <a:t>c</a:t>
            </a:r>
            <a:r>
              <a:rPr sz="2500" dirty="0">
                <a:latin typeface="Times New Roman"/>
                <a:cs typeface="Times New Roman"/>
              </a:rPr>
              <a:t>u</a:t>
            </a:r>
            <a:r>
              <a:rPr sz="2500" spc="25" dirty="0">
                <a:latin typeface="Times New Roman"/>
                <a:cs typeface="Times New Roman"/>
              </a:rPr>
              <a:t>l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spc="-20" dirty="0">
                <a:latin typeface="Times New Roman"/>
                <a:cs typeface="Times New Roman"/>
              </a:rPr>
              <a:t>t</a:t>
            </a:r>
            <a:r>
              <a:rPr sz="2500" dirty="0">
                <a:latin typeface="Times New Roman"/>
                <a:cs typeface="Times New Roman"/>
              </a:rPr>
              <a:t>ing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p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o</a:t>
            </a:r>
            <a:r>
              <a:rPr sz="2500" spc="-10" dirty="0">
                <a:latin typeface="Times New Roman"/>
                <a:cs typeface="Times New Roman"/>
              </a:rPr>
              <a:t>f</a:t>
            </a:r>
            <a:r>
              <a:rPr sz="2500" dirty="0">
                <a:latin typeface="Times New Roman"/>
                <a:cs typeface="Times New Roman"/>
              </a:rPr>
              <a:t>it)</a:t>
            </a:r>
            <a:endParaRPr sz="2500">
              <a:latin typeface="Times New Roman"/>
              <a:cs typeface="Times New Roman"/>
            </a:endParaRPr>
          </a:p>
          <a:p>
            <a:pPr marL="355558" marR="5080" indent="-342859">
              <a:lnSpc>
                <a:spcPts val="2589"/>
              </a:lnSpc>
              <a:spcBef>
                <a:spcPts val="994"/>
              </a:spcBef>
            </a:pPr>
            <a:r>
              <a:rPr sz="2500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2500" spc="-40" dirty="0">
                <a:solidFill>
                  <a:srgbClr val="A42F0F"/>
                </a:solidFill>
                <a:latin typeface="Times New Roman"/>
                <a:cs typeface="Times New Roman"/>
              </a:rPr>
              <a:t> </a:t>
            </a:r>
            <a:r>
              <a:rPr sz="2500" spc="-14" dirty="0">
                <a:solidFill>
                  <a:srgbClr val="C00000"/>
                </a:solidFill>
                <a:latin typeface="Times New Roman"/>
                <a:cs typeface="Times New Roman"/>
              </a:rPr>
              <a:t>P</a:t>
            </a:r>
            <a:r>
              <a:rPr sz="2500" spc="14" dirty="0">
                <a:solidFill>
                  <a:srgbClr val="C00000"/>
                </a:solidFill>
                <a:latin typeface="Times New Roman"/>
                <a:cs typeface="Times New Roman"/>
              </a:rPr>
              <a:t>r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obl</a:t>
            </a:r>
            <a:r>
              <a:rPr sz="2500" spc="-10" dirty="0">
                <a:solidFill>
                  <a:srgbClr val="C00000"/>
                </a:solidFill>
                <a:latin typeface="Times New Roman"/>
                <a:cs typeface="Times New Roman"/>
              </a:rPr>
              <a:t>e</a:t>
            </a:r>
            <a:r>
              <a:rPr sz="2500" spc="-20" dirty="0">
                <a:solidFill>
                  <a:srgbClr val="C00000"/>
                </a:solidFill>
                <a:latin typeface="Times New Roman"/>
                <a:cs typeface="Times New Roman"/>
              </a:rPr>
              <a:t>m</a:t>
            </a:r>
            <a:r>
              <a:rPr sz="2500" spc="14" dirty="0">
                <a:solidFill>
                  <a:srgbClr val="C00000"/>
                </a:solidFill>
                <a:latin typeface="Times New Roman"/>
                <a:cs typeface="Times New Roman"/>
              </a:rPr>
              <a:t>-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solving</a:t>
            </a:r>
            <a:r>
              <a:rPr sz="25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500" spc="-10" dirty="0">
                <a:solidFill>
                  <a:srgbClr val="C00000"/>
                </a:solidFill>
                <a:latin typeface="Times New Roman"/>
                <a:cs typeface="Times New Roman"/>
              </a:rPr>
              <a:t>a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nd </a:t>
            </a:r>
            <a:r>
              <a:rPr sz="2500" spc="-4" dirty="0">
                <a:solidFill>
                  <a:srgbClr val="C00000"/>
                </a:solidFill>
                <a:latin typeface="Times New Roman"/>
                <a:cs typeface="Times New Roman"/>
              </a:rPr>
              <a:t>D</a:t>
            </a:r>
            <a:r>
              <a:rPr sz="2500" spc="10" dirty="0">
                <a:solidFill>
                  <a:srgbClr val="C00000"/>
                </a:solidFill>
                <a:latin typeface="Times New Roman"/>
                <a:cs typeface="Times New Roman"/>
              </a:rPr>
              <a:t>e</a:t>
            </a:r>
            <a:r>
              <a:rPr sz="2500" spc="-10" dirty="0">
                <a:solidFill>
                  <a:srgbClr val="C00000"/>
                </a:solidFill>
                <a:latin typeface="Times New Roman"/>
                <a:cs typeface="Times New Roman"/>
              </a:rPr>
              <a:t>c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is</a:t>
            </a:r>
            <a:r>
              <a:rPr sz="2500" spc="25" dirty="0">
                <a:solidFill>
                  <a:srgbClr val="C00000"/>
                </a:solidFill>
                <a:latin typeface="Times New Roman"/>
                <a:cs typeface="Times New Roman"/>
              </a:rPr>
              <a:t>i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on</a:t>
            </a:r>
            <a:r>
              <a:rPr sz="2500" spc="-10" dirty="0">
                <a:solidFill>
                  <a:srgbClr val="C00000"/>
                </a:solidFill>
                <a:latin typeface="Times New Roman"/>
                <a:cs typeface="Times New Roman"/>
              </a:rPr>
              <a:t>-</a:t>
            </a:r>
            <a:r>
              <a:rPr sz="2500" spc="-20" dirty="0">
                <a:solidFill>
                  <a:srgbClr val="C00000"/>
                </a:solidFill>
                <a:latin typeface="Times New Roman"/>
                <a:cs typeface="Times New Roman"/>
              </a:rPr>
              <a:t>m</a:t>
            </a:r>
            <a:r>
              <a:rPr sz="2500" spc="-10" dirty="0">
                <a:solidFill>
                  <a:srgbClr val="C00000"/>
                </a:solidFill>
                <a:latin typeface="Times New Roman"/>
                <a:cs typeface="Times New Roman"/>
              </a:rPr>
              <a:t>a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king</a:t>
            </a:r>
            <a:r>
              <a:rPr sz="25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500" spc="25" dirty="0">
                <a:solidFill>
                  <a:srgbClr val="C00000"/>
                </a:solidFill>
                <a:latin typeface="Times New Roman"/>
                <a:cs typeface="Times New Roman"/>
              </a:rPr>
              <a:t>s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k</a:t>
            </a:r>
            <a:r>
              <a:rPr sz="2500" spc="-20" dirty="0">
                <a:solidFill>
                  <a:srgbClr val="C00000"/>
                </a:solidFill>
                <a:latin typeface="Times New Roman"/>
                <a:cs typeface="Times New Roman"/>
              </a:rPr>
              <a:t>i</a:t>
            </a:r>
            <a:r>
              <a:rPr sz="2500" spc="25" dirty="0">
                <a:solidFill>
                  <a:srgbClr val="C00000"/>
                </a:solidFill>
                <a:latin typeface="Times New Roman"/>
                <a:cs typeface="Times New Roman"/>
              </a:rPr>
              <a:t>l</a:t>
            </a:r>
            <a:r>
              <a:rPr sz="2500" spc="-20" dirty="0">
                <a:solidFill>
                  <a:srgbClr val="C00000"/>
                </a:solidFill>
                <a:latin typeface="Times New Roman"/>
                <a:cs typeface="Times New Roman"/>
              </a:rPr>
              <a:t>l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s</a:t>
            </a:r>
            <a:r>
              <a:rPr sz="2500" spc="-14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(</a:t>
            </a:r>
            <a:r>
              <a:rPr sz="2500" spc="25" dirty="0">
                <a:latin typeface="Times New Roman"/>
                <a:cs typeface="Times New Roman"/>
              </a:rPr>
              <a:t>t</a:t>
            </a:r>
            <a:r>
              <a:rPr sz="2500" dirty="0">
                <a:latin typeface="Times New Roman"/>
                <a:cs typeface="Times New Roman"/>
              </a:rPr>
              <a:t>he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b</a:t>
            </a:r>
            <a:r>
              <a:rPr sz="2500" spc="-20" dirty="0">
                <a:latin typeface="Times New Roman"/>
                <a:cs typeface="Times New Roman"/>
              </a:rPr>
              <a:t>i</a:t>
            </a:r>
            <a:r>
              <a:rPr sz="2500" spc="25" dirty="0">
                <a:latin typeface="Times New Roman"/>
                <a:cs typeface="Times New Roman"/>
              </a:rPr>
              <a:t>l</a:t>
            </a:r>
            <a:r>
              <a:rPr sz="2500" spc="-20" dirty="0">
                <a:latin typeface="Times New Roman"/>
                <a:cs typeface="Times New Roman"/>
              </a:rPr>
              <a:t>i</a:t>
            </a:r>
            <a:r>
              <a:rPr sz="2500" spc="25" dirty="0">
                <a:latin typeface="Times New Roman"/>
                <a:cs typeface="Times New Roman"/>
              </a:rPr>
              <a:t>t</a:t>
            </a:r>
            <a:r>
              <a:rPr sz="2500" dirty="0">
                <a:latin typeface="Times New Roman"/>
                <a:cs typeface="Times New Roman"/>
              </a:rPr>
              <a:t>y to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ss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ss s</a:t>
            </a:r>
            <a:r>
              <a:rPr sz="2500" spc="25" dirty="0">
                <a:latin typeface="Times New Roman"/>
                <a:cs typeface="Times New Roman"/>
              </a:rPr>
              <a:t>i</a:t>
            </a:r>
            <a:r>
              <a:rPr sz="2500" spc="-20" dirty="0">
                <a:latin typeface="Times New Roman"/>
                <a:cs typeface="Times New Roman"/>
              </a:rPr>
              <a:t>t</a:t>
            </a:r>
            <a:r>
              <a:rPr sz="2500" dirty="0">
                <a:latin typeface="Times New Roman"/>
                <a:cs typeface="Times New Roman"/>
              </a:rPr>
              <a:t>u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t</a:t>
            </a:r>
            <a:r>
              <a:rPr sz="2500" spc="-20" dirty="0">
                <a:latin typeface="Times New Roman"/>
                <a:cs typeface="Times New Roman"/>
              </a:rPr>
              <a:t>i</a:t>
            </a:r>
            <a:r>
              <a:rPr sz="2500" dirty="0">
                <a:latin typeface="Times New Roman"/>
                <a:cs typeface="Times New Roman"/>
              </a:rPr>
              <a:t>on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nd m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ke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good d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spc="-10" dirty="0">
                <a:latin typeface="Times New Roman"/>
                <a:cs typeface="Times New Roman"/>
              </a:rPr>
              <a:t>c</a:t>
            </a:r>
            <a:r>
              <a:rPr sz="2500" spc="25" dirty="0">
                <a:latin typeface="Times New Roman"/>
                <a:cs typeface="Times New Roman"/>
              </a:rPr>
              <a:t>i</a:t>
            </a:r>
            <a:r>
              <a:rPr sz="2500" spc="-25" dirty="0">
                <a:latin typeface="Times New Roman"/>
                <a:cs typeface="Times New Roman"/>
              </a:rPr>
              <a:t>s</a:t>
            </a:r>
            <a:r>
              <a:rPr sz="2500" dirty="0">
                <a:latin typeface="Times New Roman"/>
                <a:cs typeface="Times New Roman"/>
              </a:rPr>
              <a:t>ions)</a:t>
            </a:r>
            <a:endParaRPr sz="2500">
              <a:latin typeface="Times New Roman"/>
              <a:cs typeface="Times New Roman"/>
            </a:endParaRPr>
          </a:p>
          <a:p>
            <a:pPr marL="355558" marR="335240" indent="-342859">
              <a:lnSpc>
                <a:spcPts val="2589"/>
              </a:lnSpc>
              <a:spcBef>
                <a:spcPts val="994"/>
              </a:spcBef>
            </a:pPr>
            <a:r>
              <a:rPr sz="2500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2500" spc="-40" dirty="0">
                <a:solidFill>
                  <a:srgbClr val="A42F0F"/>
                </a:solidFill>
                <a:latin typeface="Times New Roman"/>
                <a:cs typeface="Times New Roman"/>
              </a:rPr>
              <a:t> </a:t>
            </a:r>
            <a:r>
              <a:rPr sz="2500" spc="-175" dirty="0">
                <a:solidFill>
                  <a:srgbClr val="C00000"/>
                </a:solidFill>
                <a:latin typeface="Times New Roman"/>
                <a:cs typeface="Times New Roman"/>
              </a:rPr>
              <a:t>T</a:t>
            </a:r>
            <a:r>
              <a:rPr sz="2500" spc="-10" dirty="0">
                <a:solidFill>
                  <a:srgbClr val="C00000"/>
                </a:solidFill>
                <a:latin typeface="Times New Roman"/>
                <a:cs typeface="Times New Roman"/>
              </a:rPr>
              <a:t>e</a:t>
            </a:r>
            <a:r>
              <a:rPr sz="2500" spc="10" dirty="0">
                <a:solidFill>
                  <a:srgbClr val="C00000"/>
                </a:solidFill>
                <a:latin typeface="Times New Roman"/>
                <a:cs typeface="Times New Roman"/>
              </a:rPr>
              <a:t>c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hni</a:t>
            </a:r>
            <a:r>
              <a:rPr sz="2500" spc="-10" dirty="0">
                <a:solidFill>
                  <a:srgbClr val="C00000"/>
                </a:solidFill>
                <a:latin typeface="Times New Roman"/>
                <a:cs typeface="Times New Roman"/>
              </a:rPr>
              <a:t>c</a:t>
            </a:r>
            <a:r>
              <a:rPr sz="2500" spc="10" dirty="0">
                <a:solidFill>
                  <a:srgbClr val="C00000"/>
                </a:solidFill>
                <a:latin typeface="Times New Roman"/>
                <a:cs typeface="Times New Roman"/>
              </a:rPr>
              <a:t>a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l</a:t>
            </a:r>
            <a:r>
              <a:rPr sz="25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skills</a:t>
            </a:r>
            <a:r>
              <a:rPr sz="25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(</a:t>
            </a:r>
            <a:r>
              <a:rPr sz="2500" dirty="0">
                <a:latin typeface="Times New Roman"/>
                <a:cs typeface="Times New Roman"/>
              </a:rPr>
              <a:t>kno</a:t>
            </a:r>
            <a:r>
              <a:rPr sz="2500" spc="14" dirty="0">
                <a:latin typeface="Times New Roman"/>
                <a:cs typeface="Times New Roman"/>
              </a:rPr>
              <a:t>w</a:t>
            </a:r>
            <a:r>
              <a:rPr sz="2500" spc="-20" dirty="0">
                <a:latin typeface="Times New Roman"/>
                <a:cs typeface="Times New Roman"/>
              </a:rPr>
              <a:t>l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dge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of</a:t>
            </a:r>
            <a:r>
              <a:rPr sz="2500" spc="14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c</a:t>
            </a:r>
            <a:r>
              <a:rPr sz="2500" dirty="0">
                <a:latin typeface="Times New Roman"/>
                <a:cs typeface="Times New Roman"/>
              </a:rPr>
              <a:t>o</a:t>
            </a:r>
            <a:r>
              <a:rPr sz="2500" spc="-20" dirty="0">
                <a:latin typeface="Times New Roman"/>
                <a:cs typeface="Times New Roman"/>
              </a:rPr>
              <a:t>m</a:t>
            </a:r>
            <a:r>
              <a:rPr sz="2500" dirty="0">
                <a:latin typeface="Times New Roman"/>
                <a:cs typeface="Times New Roman"/>
              </a:rPr>
              <a:t>put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s 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nd how</a:t>
            </a:r>
            <a:r>
              <a:rPr sz="2500" spc="-4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to use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m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p</a:t>
            </a:r>
            <a:r>
              <a:rPr sz="2500" spc="14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odu</a:t>
            </a:r>
            <a:r>
              <a:rPr sz="2500" spc="-10" dirty="0">
                <a:latin typeface="Times New Roman"/>
                <a:cs typeface="Times New Roman"/>
              </a:rPr>
              <a:t>c</a:t>
            </a:r>
            <a:r>
              <a:rPr sz="2500" dirty="0">
                <a:latin typeface="Times New Roman"/>
                <a:cs typeface="Times New Roman"/>
              </a:rPr>
              <a:t>tiv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ly)</a:t>
            </a:r>
            <a:endParaRPr sz="2500">
              <a:latin typeface="Times New Roman"/>
              <a:cs typeface="Times New Roman"/>
            </a:endParaRPr>
          </a:p>
          <a:p>
            <a:pPr marL="355558" marR="100953" indent="-342859">
              <a:lnSpc>
                <a:spcPts val="2589"/>
              </a:lnSpc>
              <a:spcBef>
                <a:spcPts val="1009"/>
              </a:spcBef>
            </a:pPr>
            <a:r>
              <a:rPr sz="2500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2500" spc="-40" dirty="0">
                <a:solidFill>
                  <a:srgbClr val="A42F0F"/>
                </a:solidFill>
                <a:latin typeface="Times New Roman"/>
                <a:cs typeface="Times New Roman"/>
              </a:rPr>
              <a:t> </a:t>
            </a:r>
            <a:r>
              <a:rPr sz="2500" spc="4" dirty="0">
                <a:solidFill>
                  <a:srgbClr val="C00000"/>
                </a:solidFill>
                <a:latin typeface="Times New Roman"/>
                <a:cs typeface="Times New Roman"/>
              </a:rPr>
              <a:t>B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u</a:t>
            </a:r>
            <a:r>
              <a:rPr sz="2500" spc="-25" dirty="0">
                <a:solidFill>
                  <a:srgbClr val="C00000"/>
                </a:solidFill>
                <a:latin typeface="Times New Roman"/>
                <a:cs typeface="Times New Roman"/>
              </a:rPr>
              <a:t>s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in</a:t>
            </a:r>
            <a:r>
              <a:rPr sz="2500" spc="10" dirty="0">
                <a:solidFill>
                  <a:srgbClr val="C00000"/>
                </a:solidFill>
                <a:latin typeface="Times New Roman"/>
                <a:cs typeface="Times New Roman"/>
              </a:rPr>
              <a:t>e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ss</a:t>
            </a:r>
            <a:r>
              <a:rPr sz="25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skills</a:t>
            </a:r>
            <a:r>
              <a:rPr sz="2500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(</a:t>
            </a:r>
            <a:r>
              <a:rPr sz="2500" dirty="0">
                <a:latin typeface="Times New Roman"/>
                <a:cs typeface="Times New Roman"/>
              </a:rPr>
              <a:t>kno</a:t>
            </a:r>
            <a:r>
              <a:rPr sz="2500" spc="-4" dirty="0">
                <a:latin typeface="Times New Roman"/>
                <a:cs typeface="Times New Roman"/>
              </a:rPr>
              <a:t>w</a:t>
            </a:r>
            <a:r>
              <a:rPr sz="2500" dirty="0">
                <a:latin typeface="Times New Roman"/>
                <a:cs typeface="Times New Roman"/>
              </a:rPr>
              <a:t>l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dge</a:t>
            </a:r>
            <a:r>
              <a:rPr sz="2500" spc="-10" dirty="0">
                <a:latin typeface="Times New Roman"/>
                <a:cs typeface="Times New Roman"/>
              </a:rPr>
              <a:t> a</a:t>
            </a:r>
            <a:r>
              <a:rPr sz="2500" dirty="0">
                <a:latin typeface="Times New Roman"/>
                <a:cs typeface="Times New Roman"/>
              </a:rPr>
              <a:t>nd und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st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nding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of</a:t>
            </a:r>
            <a:r>
              <a:rPr sz="2500" spc="14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the 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spc="10" dirty="0">
                <a:latin typeface="Times New Roman"/>
                <a:cs typeface="Times New Roman"/>
              </a:rPr>
              <a:t>c</a:t>
            </a:r>
            <a:r>
              <a:rPr sz="2500" dirty="0">
                <a:latin typeface="Times New Roman"/>
                <a:cs typeface="Times New Roman"/>
              </a:rPr>
              <a:t>ono</a:t>
            </a:r>
            <a:r>
              <a:rPr sz="2500" spc="-20" dirty="0">
                <a:latin typeface="Times New Roman"/>
                <a:cs typeface="Times New Roman"/>
              </a:rPr>
              <a:t>m</a:t>
            </a:r>
            <a:r>
              <a:rPr sz="2500" dirty="0">
                <a:latin typeface="Times New Roman"/>
                <a:cs typeface="Times New Roman"/>
              </a:rPr>
              <a:t>y 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nd busin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ss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f</a:t>
            </a:r>
            <a:r>
              <a:rPr sz="2500" dirty="0">
                <a:latin typeface="Times New Roman"/>
                <a:cs typeface="Times New Roman"/>
              </a:rPr>
              <a:t>un</a:t>
            </a:r>
            <a:r>
              <a:rPr sz="2500" spc="10" dirty="0">
                <a:latin typeface="Times New Roman"/>
                <a:cs typeface="Times New Roman"/>
              </a:rPr>
              <a:t>c</a:t>
            </a:r>
            <a:r>
              <a:rPr sz="2500" dirty="0">
                <a:latin typeface="Times New Roman"/>
                <a:cs typeface="Times New Roman"/>
              </a:rPr>
              <a:t>tions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su</a:t>
            </a:r>
            <a:r>
              <a:rPr sz="2500" spc="10" dirty="0">
                <a:latin typeface="Times New Roman"/>
                <a:cs typeface="Times New Roman"/>
              </a:rPr>
              <a:t>c</a:t>
            </a:r>
            <a:r>
              <a:rPr sz="2500" dirty="0">
                <a:latin typeface="Times New Roman"/>
                <a:cs typeface="Times New Roman"/>
              </a:rPr>
              <a:t>h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s</a:t>
            </a:r>
            <a:r>
              <a:rPr sz="2500" spc="50" dirty="0">
                <a:latin typeface="Times New Roman"/>
                <a:cs typeface="Times New Roman"/>
              </a:rPr>
              <a:t> </a:t>
            </a:r>
            <a:r>
              <a:rPr sz="2500" spc="-20" dirty="0">
                <a:latin typeface="Times New Roman"/>
                <a:cs typeface="Times New Roman"/>
              </a:rPr>
              <a:t>m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k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ting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nd </a:t>
            </a:r>
            <a:r>
              <a:rPr sz="2500" spc="-20" dirty="0">
                <a:latin typeface="Times New Roman"/>
                <a:cs typeface="Times New Roman"/>
              </a:rPr>
              <a:t>m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n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g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m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nt)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36753" y="1314559"/>
            <a:ext cx="278130" cy="279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9"/>
            <a:r>
              <a:rPr spc="-10" dirty="0">
                <a:latin typeface="Century Gothic"/>
                <a:cs typeface="Century Gothic"/>
              </a:rPr>
              <a:t>1</a:t>
            </a:r>
            <a:r>
              <a:rPr dirty="0">
                <a:latin typeface="Century Gothic"/>
                <a:cs typeface="Century Gothic"/>
              </a:rPr>
              <a:t>4</a:t>
            </a:r>
            <a:endParaRPr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39937" y="776032"/>
            <a:ext cx="7978524" cy="6249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13027">
              <a:lnSpc>
                <a:spcPts val="4780"/>
              </a:lnSpc>
            </a:pPr>
            <a:r>
              <a:rPr sz="4000" spc="-60" dirty="0">
                <a:solidFill>
                  <a:srgbClr val="000000"/>
                </a:solidFill>
              </a:rPr>
              <a:t>M</a:t>
            </a:r>
            <a:r>
              <a:rPr sz="4000" dirty="0">
                <a:solidFill>
                  <a:srgbClr val="000000"/>
                </a:solidFill>
              </a:rPr>
              <a:t>e</a:t>
            </a:r>
            <a:r>
              <a:rPr sz="4000" spc="-20" dirty="0">
                <a:solidFill>
                  <a:srgbClr val="000000"/>
                </a:solidFill>
              </a:rPr>
              <a:t>a</a:t>
            </a:r>
            <a:r>
              <a:rPr sz="4000" spc="-50" dirty="0">
                <a:solidFill>
                  <a:srgbClr val="000000"/>
                </a:solidFill>
              </a:rPr>
              <a:t>n</a:t>
            </a:r>
            <a:r>
              <a:rPr sz="4000" spc="-10" dirty="0">
                <a:solidFill>
                  <a:srgbClr val="000000"/>
                </a:solidFill>
              </a:rPr>
              <a:t>in</a:t>
            </a:r>
            <a:r>
              <a:rPr sz="4000" spc="-20" dirty="0">
                <a:solidFill>
                  <a:srgbClr val="000000"/>
                </a:solidFill>
              </a:rPr>
              <a:t>g</a:t>
            </a:r>
            <a:r>
              <a:rPr sz="4000" spc="-4" dirty="0">
                <a:solidFill>
                  <a:srgbClr val="000000"/>
                </a:solidFill>
              </a:rPr>
              <a:t> </a:t>
            </a:r>
            <a:r>
              <a:rPr sz="4000" spc="-20" dirty="0">
                <a:solidFill>
                  <a:srgbClr val="000000"/>
                </a:solidFill>
              </a:rPr>
              <a:t>of</a:t>
            </a:r>
            <a:r>
              <a:rPr sz="4000" spc="25" dirty="0">
                <a:solidFill>
                  <a:srgbClr val="000000"/>
                </a:solidFill>
              </a:rPr>
              <a:t> </a:t>
            </a:r>
            <a:r>
              <a:rPr sz="4000" spc="-60" dirty="0">
                <a:solidFill>
                  <a:srgbClr val="000000"/>
                </a:solidFill>
              </a:rPr>
              <a:t>E</a:t>
            </a:r>
            <a:r>
              <a:rPr sz="4000" spc="10" dirty="0">
                <a:solidFill>
                  <a:srgbClr val="000000"/>
                </a:solidFill>
              </a:rPr>
              <a:t>f</a:t>
            </a:r>
            <a:r>
              <a:rPr sz="4000" spc="-30" dirty="0">
                <a:solidFill>
                  <a:srgbClr val="000000"/>
                </a:solidFill>
              </a:rPr>
              <a:t>f</a:t>
            </a:r>
            <a:r>
              <a:rPr sz="4000" dirty="0">
                <a:solidFill>
                  <a:srgbClr val="000000"/>
                </a:solidFill>
              </a:rPr>
              <a:t>e</a:t>
            </a:r>
            <a:r>
              <a:rPr sz="4000" spc="-40" dirty="0">
                <a:solidFill>
                  <a:srgbClr val="000000"/>
                </a:solidFill>
              </a:rPr>
              <a:t>c</a:t>
            </a:r>
            <a:r>
              <a:rPr sz="4000" spc="-30" dirty="0">
                <a:solidFill>
                  <a:srgbClr val="000000"/>
                </a:solidFill>
              </a:rPr>
              <a:t>t</a:t>
            </a:r>
            <a:r>
              <a:rPr sz="4000" spc="-10" dirty="0">
                <a:solidFill>
                  <a:srgbClr val="000000"/>
                </a:solidFill>
              </a:rPr>
              <a:t>u</a:t>
            </a:r>
            <a:r>
              <a:rPr sz="4000" spc="-20" dirty="0">
                <a:solidFill>
                  <a:srgbClr val="000000"/>
                </a:solidFill>
              </a:rPr>
              <a:t>a</a:t>
            </a:r>
            <a:r>
              <a:rPr sz="4000" spc="-30" dirty="0">
                <a:solidFill>
                  <a:srgbClr val="000000"/>
                </a:solidFill>
              </a:rPr>
              <a:t>t</a:t>
            </a:r>
            <a:r>
              <a:rPr sz="4000" spc="-10" dirty="0">
                <a:solidFill>
                  <a:srgbClr val="000000"/>
                </a:solidFill>
              </a:rPr>
              <a:t>i</a:t>
            </a:r>
            <a:r>
              <a:rPr sz="4000" spc="-25" dirty="0">
                <a:solidFill>
                  <a:srgbClr val="000000"/>
                </a:solidFill>
              </a:rPr>
              <a:t>on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070782" y="1675218"/>
            <a:ext cx="951865" cy="4360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9"/>
            <a:r>
              <a:rPr sz="2800" dirty="0">
                <a:latin typeface="Times New Roman"/>
                <a:cs typeface="Times New Roman"/>
              </a:rPr>
              <a:t>“</a:t>
            </a:r>
            <a:r>
              <a:rPr sz="2800" spc="-40" dirty="0">
                <a:latin typeface="Times New Roman"/>
                <a:cs typeface="Times New Roman"/>
              </a:rPr>
              <a:t>S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20" dirty="0">
                <a:latin typeface="Times New Roman"/>
                <a:cs typeface="Times New Roman"/>
              </a:rPr>
              <a:t>r</a:t>
            </a:r>
            <a:r>
              <a:rPr sz="2800" spc="-30" dirty="0">
                <a:latin typeface="Times New Roman"/>
                <a:cs typeface="Times New Roman"/>
              </a:rPr>
              <a:t>a</a:t>
            </a:r>
            <a:r>
              <a:rPr sz="2800" spc="-14" dirty="0">
                <a:latin typeface="Times New Roman"/>
                <a:cs typeface="Times New Roman"/>
              </a:rPr>
              <a:t>s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53251" y="1687917"/>
            <a:ext cx="5533391" cy="4360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9">
              <a:lnSpc>
                <a:spcPts val="3345"/>
              </a:lnSpc>
              <a:tabLst>
                <a:tab pos="2057160" algn="l"/>
                <a:tab pos="3222249" algn="l"/>
                <a:tab pos="3768920" algn="l"/>
              </a:tabLst>
            </a:pPr>
            <a:r>
              <a:rPr sz="2800" spc="-40" dirty="0">
                <a:latin typeface="Times New Roman"/>
                <a:cs typeface="Times New Roman"/>
              </a:rPr>
              <a:t>S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20" dirty="0">
                <a:latin typeface="Times New Roman"/>
                <a:cs typeface="Times New Roman"/>
              </a:rPr>
              <a:t>r</a:t>
            </a:r>
            <a:r>
              <a:rPr sz="2800" spc="-30" dirty="0">
                <a:latin typeface="Times New Roman"/>
                <a:cs typeface="Times New Roman"/>
              </a:rPr>
              <a:t>a</a:t>
            </a:r>
            <a:r>
              <a:rPr sz="2800" spc="-14" dirty="0">
                <a:latin typeface="Times New Roman"/>
                <a:cs typeface="Times New Roman"/>
              </a:rPr>
              <a:t>s</a:t>
            </a:r>
            <a:r>
              <a:rPr sz="2800" spc="10" dirty="0">
                <a:latin typeface="Times New Roman"/>
                <a:cs typeface="Times New Roman"/>
              </a:rPr>
              <a:t>v</a:t>
            </a:r>
            <a:r>
              <a:rPr sz="2800" spc="-30" dirty="0">
                <a:latin typeface="Times New Roman"/>
                <a:cs typeface="Times New Roman"/>
              </a:rPr>
              <a:t>a</a:t>
            </a:r>
            <a:r>
              <a:rPr sz="2800" spc="-4" dirty="0">
                <a:latin typeface="Times New Roman"/>
                <a:cs typeface="Times New Roman"/>
              </a:rPr>
              <a:t>t</a:t>
            </a:r>
            <a:r>
              <a:rPr sz="2800" spc="-14" dirty="0">
                <a:latin typeface="Times New Roman"/>
                <a:cs typeface="Times New Roman"/>
              </a:rPr>
              <a:t>hy</a:t>
            </a:r>
            <a:r>
              <a:rPr sz="2800" spc="-160" dirty="0">
                <a:latin typeface="Times New Roman"/>
                <a:cs typeface="Times New Roman"/>
              </a:rPr>
              <a:t>’</a:t>
            </a:r>
            <a:r>
              <a:rPr sz="2800" spc="-14" dirty="0">
                <a:latin typeface="Times New Roman"/>
                <a:cs typeface="Times New Roman"/>
              </a:rPr>
              <a:t>s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4" dirty="0">
                <a:latin typeface="Times New Roman"/>
                <a:cs typeface="Times New Roman"/>
              </a:rPr>
              <a:t>t</a:t>
            </a:r>
            <a:r>
              <a:rPr sz="2800" spc="10" dirty="0">
                <a:latin typeface="Times New Roman"/>
                <a:cs typeface="Times New Roman"/>
              </a:rPr>
              <a:t>h</a:t>
            </a:r>
            <a:r>
              <a:rPr sz="2800" spc="-30" dirty="0">
                <a:latin typeface="Times New Roman"/>
                <a:cs typeface="Times New Roman"/>
              </a:rPr>
              <a:t>e</a:t>
            </a:r>
            <a:r>
              <a:rPr sz="2800" spc="-14" dirty="0">
                <a:latin typeface="Times New Roman"/>
                <a:cs typeface="Times New Roman"/>
              </a:rPr>
              <a:t>o</a:t>
            </a:r>
            <a:r>
              <a:rPr sz="2800" spc="-20" dirty="0">
                <a:latin typeface="Times New Roman"/>
                <a:cs typeface="Times New Roman"/>
              </a:rPr>
              <a:t>r</a:t>
            </a:r>
            <a:r>
              <a:rPr sz="2800" spc="-14" dirty="0">
                <a:latin typeface="Times New Roman"/>
                <a:cs typeface="Times New Roman"/>
              </a:rPr>
              <a:t>y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4" dirty="0">
                <a:latin typeface="Times New Roman"/>
                <a:cs typeface="Times New Roman"/>
              </a:rPr>
              <a:t>of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5" dirty="0">
                <a:latin typeface="Times New Roman"/>
                <a:cs typeface="Times New Roman"/>
              </a:rPr>
              <a:t>E</a:t>
            </a:r>
            <a:r>
              <a:rPr sz="2800" spc="-50" dirty="0">
                <a:latin typeface="Times New Roman"/>
                <a:cs typeface="Times New Roman"/>
              </a:rPr>
              <a:t>f</a:t>
            </a:r>
            <a:r>
              <a:rPr sz="2800" dirty="0">
                <a:latin typeface="Times New Roman"/>
                <a:cs typeface="Times New Roman"/>
              </a:rPr>
              <a:t>f</a:t>
            </a:r>
            <a:r>
              <a:rPr sz="2800" spc="-30" dirty="0">
                <a:latin typeface="Times New Roman"/>
                <a:cs typeface="Times New Roman"/>
              </a:rPr>
              <a:t>ec</a:t>
            </a:r>
            <a:r>
              <a:rPr sz="2800" spc="-4" dirty="0">
                <a:latin typeface="Times New Roman"/>
                <a:cs typeface="Times New Roman"/>
              </a:rPr>
              <a:t>t</a:t>
            </a:r>
            <a:r>
              <a:rPr sz="2800" spc="-14" dirty="0">
                <a:latin typeface="Times New Roman"/>
                <a:cs typeface="Times New Roman"/>
              </a:rPr>
              <a:t>u</a:t>
            </a:r>
            <a:r>
              <a:rPr sz="2800" spc="-30" dirty="0">
                <a:latin typeface="Times New Roman"/>
                <a:cs typeface="Times New Roman"/>
              </a:rPr>
              <a:t>a</a:t>
            </a:r>
            <a:r>
              <a:rPr sz="2800" spc="-4" dirty="0">
                <a:latin typeface="Times New Roman"/>
                <a:cs typeface="Times New Roman"/>
              </a:rPr>
              <a:t>ti</a:t>
            </a:r>
            <a:r>
              <a:rPr sz="2800" spc="-14" dirty="0">
                <a:latin typeface="Times New Roman"/>
                <a:cs typeface="Times New Roman"/>
              </a:rPr>
              <a:t>on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012889" y="1675218"/>
            <a:ext cx="974725" cy="4360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9"/>
            <a:r>
              <a:rPr sz="2800" dirty="0">
                <a:latin typeface="Times New Roman"/>
                <a:cs typeface="Times New Roman"/>
              </a:rPr>
              <a:t>(</a:t>
            </a:r>
            <a:r>
              <a:rPr sz="2800" spc="-14" dirty="0">
                <a:latin typeface="Times New Roman"/>
                <a:cs typeface="Times New Roman"/>
              </a:rPr>
              <a:t>2001)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70781" y="2315178"/>
            <a:ext cx="7920990" cy="39241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9" marR="5080" algn="just">
              <a:lnSpc>
                <a:spcPct val="150000"/>
              </a:lnSpc>
            </a:pPr>
            <a:r>
              <a:rPr sz="2800" spc="-14" dirty="0">
                <a:latin typeface="Times New Roman"/>
                <a:cs typeface="Times New Roman"/>
              </a:rPr>
              <a:t>d</a:t>
            </a:r>
            <a:r>
              <a:rPr sz="2800" spc="-30" dirty="0">
                <a:latin typeface="Times New Roman"/>
                <a:cs typeface="Times New Roman"/>
              </a:rPr>
              <a:t>e</a:t>
            </a:r>
            <a:r>
              <a:rPr sz="2800" spc="-14" dirty="0">
                <a:latin typeface="Times New Roman"/>
                <a:cs typeface="Times New Roman"/>
              </a:rPr>
              <a:t>s</a:t>
            </a:r>
            <a:r>
              <a:rPr sz="2800" dirty="0">
                <a:latin typeface="Times New Roman"/>
                <a:cs typeface="Times New Roman"/>
              </a:rPr>
              <a:t>c</a:t>
            </a:r>
            <a:r>
              <a:rPr sz="2800" spc="-20" dirty="0">
                <a:latin typeface="Times New Roman"/>
                <a:cs typeface="Times New Roman"/>
              </a:rPr>
              <a:t>r</a:t>
            </a:r>
            <a:r>
              <a:rPr sz="2800" spc="-4" dirty="0">
                <a:latin typeface="Times New Roman"/>
                <a:cs typeface="Times New Roman"/>
              </a:rPr>
              <a:t>i</a:t>
            </a:r>
            <a:r>
              <a:rPr sz="2800" spc="-14" dirty="0">
                <a:latin typeface="Times New Roman"/>
                <a:cs typeface="Times New Roman"/>
              </a:rPr>
              <a:t>b</a:t>
            </a:r>
            <a:r>
              <a:rPr sz="2800" spc="-30" dirty="0">
                <a:latin typeface="Times New Roman"/>
                <a:cs typeface="Times New Roman"/>
              </a:rPr>
              <a:t>e</a:t>
            </a:r>
            <a:r>
              <a:rPr sz="2800" spc="-14" dirty="0">
                <a:latin typeface="Times New Roman"/>
                <a:cs typeface="Times New Roman"/>
              </a:rPr>
              <a:t>s</a:t>
            </a:r>
            <a:r>
              <a:rPr sz="2800" dirty="0">
                <a:latin typeface="Times New Roman"/>
                <a:cs typeface="Times New Roman"/>
              </a:rPr>
              <a:t>  </a:t>
            </a:r>
            <a:r>
              <a:rPr sz="2800" spc="219" dirty="0">
                <a:latin typeface="Times New Roman"/>
                <a:cs typeface="Times New Roman"/>
              </a:rPr>
              <a:t> </a:t>
            </a:r>
            <a:r>
              <a:rPr sz="2800" spc="-30" dirty="0">
                <a:latin typeface="Times New Roman"/>
                <a:cs typeface="Times New Roman"/>
              </a:rPr>
              <a:t>a</a:t>
            </a:r>
            <a:r>
              <a:rPr sz="2800" spc="-14" dirty="0">
                <a:latin typeface="Times New Roman"/>
                <a:cs typeface="Times New Roman"/>
              </a:rPr>
              <a:t>n</a:t>
            </a:r>
            <a:r>
              <a:rPr sz="2800" dirty="0">
                <a:latin typeface="Times New Roman"/>
                <a:cs typeface="Times New Roman"/>
              </a:rPr>
              <a:t>  </a:t>
            </a:r>
            <a:r>
              <a:rPr sz="2800" spc="191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14" dirty="0">
                <a:latin typeface="Times New Roman"/>
                <a:cs typeface="Times New Roman"/>
              </a:rPr>
              <a:t>pp</a:t>
            </a:r>
            <a:r>
              <a:rPr sz="2800" spc="-20" dirty="0">
                <a:latin typeface="Times New Roman"/>
                <a:cs typeface="Times New Roman"/>
              </a:rPr>
              <a:t>r</a:t>
            </a:r>
            <a:r>
              <a:rPr sz="2800" spc="10" dirty="0">
                <a:latin typeface="Times New Roman"/>
                <a:cs typeface="Times New Roman"/>
              </a:rPr>
              <a:t>o</a:t>
            </a:r>
            <a:r>
              <a:rPr sz="2800" spc="-30" dirty="0">
                <a:latin typeface="Times New Roman"/>
                <a:cs typeface="Times New Roman"/>
              </a:rPr>
              <a:t>ac</a:t>
            </a:r>
            <a:r>
              <a:rPr sz="2800" spc="-14" dirty="0">
                <a:latin typeface="Times New Roman"/>
                <a:cs typeface="Times New Roman"/>
              </a:rPr>
              <a:t>h</a:t>
            </a:r>
            <a:r>
              <a:rPr sz="2800" dirty="0">
                <a:latin typeface="Times New Roman"/>
                <a:cs typeface="Times New Roman"/>
              </a:rPr>
              <a:t>  </a:t>
            </a:r>
            <a:r>
              <a:rPr sz="2800" spc="219" dirty="0">
                <a:latin typeface="Times New Roman"/>
                <a:cs typeface="Times New Roman"/>
              </a:rPr>
              <a:t> </a:t>
            </a:r>
            <a:r>
              <a:rPr sz="2800" b="1" spc="-4" dirty="0">
                <a:latin typeface="Times New Roman"/>
                <a:cs typeface="Times New Roman"/>
              </a:rPr>
              <a:t>t</a:t>
            </a:r>
            <a:r>
              <a:rPr sz="2800" b="1" spc="-14" dirty="0">
                <a:latin typeface="Times New Roman"/>
                <a:cs typeface="Times New Roman"/>
              </a:rPr>
              <a:t>o</a:t>
            </a:r>
            <a:r>
              <a:rPr sz="2800" b="1" dirty="0">
                <a:latin typeface="Times New Roman"/>
                <a:cs typeface="Times New Roman"/>
              </a:rPr>
              <a:t>  </a:t>
            </a:r>
            <a:r>
              <a:rPr sz="2800" b="1" spc="191" dirty="0">
                <a:latin typeface="Times New Roman"/>
                <a:cs typeface="Times New Roman"/>
              </a:rPr>
              <a:t> </a:t>
            </a:r>
            <a:r>
              <a:rPr sz="2800" b="1" spc="-50" dirty="0">
                <a:latin typeface="Times New Roman"/>
                <a:cs typeface="Times New Roman"/>
              </a:rPr>
              <a:t>m</a:t>
            </a:r>
            <a:r>
              <a:rPr sz="2800" b="1" dirty="0">
                <a:latin typeface="Times New Roman"/>
                <a:cs typeface="Times New Roman"/>
              </a:rPr>
              <a:t>a</a:t>
            </a:r>
            <a:r>
              <a:rPr sz="2800" b="1" spc="-14" dirty="0">
                <a:latin typeface="Times New Roman"/>
                <a:cs typeface="Times New Roman"/>
              </a:rPr>
              <a:t>k</a:t>
            </a:r>
            <a:r>
              <a:rPr sz="2800" b="1" spc="-4" dirty="0">
                <a:latin typeface="Times New Roman"/>
                <a:cs typeface="Times New Roman"/>
              </a:rPr>
              <a:t>i</a:t>
            </a:r>
            <a:r>
              <a:rPr sz="2800" b="1" spc="-14" dirty="0">
                <a:latin typeface="Times New Roman"/>
                <a:cs typeface="Times New Roman"/>
              </a:rPr>
              <a:t>ng</a:t>
            </a:r>
            <a:r>
              <a:rPr sz="2800" b="1" dirty="0">
                <a:latin typeface="Times New Roman"/>
                <a:cs typeface="Times New Roman"/>
              </a:rPr>
              <a:t>  </a:t>
            </a:r>
            <a:r>
              <a:rPr sz="2800" b="1" spc="219" dirty="0">
                <a:latin typeface="Times New Roman"/>
                <a:cs typeface="Times New Roman"/>
              </a:rPr>
              <a:t> </a:t>
            </a:r>
            <a:r>
              <a:rPr sz="2800" b="1" spc="-14" dirty="0">
                <a:latin typeface="Times New Roman"/>
                <a:cs typeface="Times New Roman"/>
              </a:rPr>
              <a:t>d</a:t>
            </a:r>
            <a:r>
              <a:rPr sz="2800" b="1" spc="-30" dirty="0">
                <a:latin typeface="Times New Roman"/>
                <a:cs typeface="Times New Roman"/>
              </a:rPr>
              <a:t>ec</a:t>
            </a:r>
            <a:r>
              <a:rPr sz="2800" b="1" spc="-4" dirty="0">
                <a:latin typeface="Times New Roman"/>
                <a:cs typeface="Times New Roman"/>
              </a:rPr>
              <a:t>i</a:t>
            </a:r>
            <a:r>
              <a:rPr sz="2800" b="1" spc="-14" dirty="0">
                <a:latin typeface="Times New Roman"/>
                <a:cs typeface="Times New Roman"/>
              </a:rPr>
              <a:t>s</a:t>
            </a:r>
            <a:r>
              <a:rPr sz="2800" b="1" spc="-4" dirty="0">
                <a:latin typeface="Times New Roman"/>
                <a:cs typeface="Times New Roman"/>
              </a:rPr>
              <a:t>i</a:t>
            </a:r>
            <a:r>
              <a:rPr sz="2800" b="1" spc="-14" dirty="0">
                <a:latin typeface="Times New Roman"/>
                <a:cs typeface="Times New Roman"/>
              </a:rPr>
              <a:t>ons</a:t>
            </a:r>
            <a:r>
              <a:rPr sz="2800" b="1" dirty="0">
                <a:latin typeface="Times New Roman"/>
                <a:cs typeface="Times New Roman"/>
              </a:rPr>
              <a:t>  </a:t>
            </a:r>
            <a:r>
              <a:rPr sz="2800" b="1" spc="195" dirty="0">
                <a:latin typeface="Times New Roman"/>
                <a:cs typeface="Times New Roman"/>
              </a:rPr>
              <a:t> </a:t>
            </a:r>
            <a:r>
              <a:rPr sz="2800" spc="-30" dirty="0">
                <a:latin typeface="Times New Roman"/>
                <a:cs typeface="Times New Roman"/>
              </a:rPr>
              <a:t>a</a:t>
            </a:r>
            <a:r>
              <a:rPr sz="2800" spc="10" dirty="0">
                <a:latin typeface="Times New Roman"/>
                <a:cs typeface="Times New Roman"/>
              </a:rPr>
              <a:t>n</a:t>
            </a:r>
            <a:r>
              <a:rPr sz="2800" spc="-14" dirty="0">
                <a:latin typeface="Times New Roman"/>
                <a:cs typeface="Times New Roman"/>
              </a:rPr>
              <a:t>d </a:t>
            </a:r>
            <a:r>
              <a:rPr sz="2800" b="1" spc="-14" dirty="0">
                <a:latin typeface="Times New Roman"/>
                <a:cs typeface="Times New Roman"/>
              </a:rPr>
              <a:t>p</a:t>
            </a:r>
            <a:r>
              <a:rPr sz="2800" b="1" spc="-30" dirty="0">
                <a:latin typeface="Times New Roman"/>
                <a:cs typeface="Times New Roman"/>
              </a:rPr>
              <a:t>e</a:t>
            </a:r>
            <a:r>
              <a:rPr sz="2800" b="1" dirty="0">
                <a:latin typeface="Times New Roman"/>
                <a:cs typeface="Times New Roman"/>
              </a:rPr>
              <a:t>r</a:t>
            </a:r>
            <a:r>
              <a:rPr sz="2800" b="1" spc="-20" dirty="0">
                <a:latin typeface="Times New Roman"/>
                <a:cs typeface="Times New Roman"/>
              </a:rPr>
              <a:t>f</a:t>
            </a:r>
            <a:r>
              <a:rPr sz="2800" b="1" spc="10" dirty="0">
                <a:latin typeface="Times New Roman"/>
                <a:cs typeface="Times New Roman"/>
              </a:rPr>
              <a:t>o</a:t>
            </a:r>
            <a:r>
              <a:rPr sz="2800" b="1" spc="-20" dirty="0">
                <a:latin typeface="Times New Roman"/>
                <a:cs typeface="Times New Roman"/>
              </a:rPr>
              <a:t>r</a:t>
            </a:r>
            <a:r>
              <a:rPr sz="2800" b="1" spc="-50" dirty="0">
                <a:latin typeface="Times New Roman"/>
                <a:cs typeface="Times New Roman"/>
              </a:rPr>
              <a:t>m</a:t>
            </a:r>
            <a:r>
              <a:rPr sz="2800" b="1" spc="-4" dirty="0">
                <a:latin typeface="Times New Roman"/>
                <a:cs typeface="Times New Roman"/>
              </a:rPr>
              <a:t>i</a:t>
            </a:r>
            <a:r>
              <a:rPr sz="2800" b="1" spc="-14" dirty="0">
                <a:latin typeface="Times New Roman"/>
                <a:cs typeface="Times New Roman"/>
              </a:rPr>
              <a:t>ng</a:t>
            </a:r>
            <a:r>
              <a:rPr sz="2800" dirty="0">
                <a:latin typeface="Times New Roman"/>
                <a:cs typeface="Times New Roman"/>
              </a:rPr>
              <a:t>  </a:t>
            </a:r>
            <a:r>
              <a:rPr sz="2800" spc="219" dirty="0">
                <a:latin typeface="Times New Roman"/>
                <a:cs typeface="Times New Roman"/>
              </a:rPr>
              <a:t> </a:t>
            </a:r>
            <a:r>
              <a:rPr sz="2800" b="1" spc="-30" dirty="0">
                <a:latin typeface="Times New Roman"/>
                <a:cs typeface="Times New Roman"/>
              </a:rPr>
              <a:t>ac</a:t>
            </a:r>
            <a:r>
              <a:rPr sz="2800" b="1" spc="-4" dirty="0">
                <a:latin typeface="Times New Roman"/>
                <a:cs typeface="Times New Roman"/>
              </a:rPr>
              <a:t>ti</a:t>
            </a:r>
            <a:r>
              <a:rPr sz="2800" b="1" spc="-14" dirty="0">
                <a:latin typeface="Times New Roman"/>
                <a:cs typeface="Times New Roman"/>
              </a:rPr>
              <a:t>o</a:t>
            </a:r>
            <a:r>
              <a:rPr sz="2800" b="1" spc="10" dirty="0">
                <a:latin typeface="Times New Roman"/>
                <a:cs typeface="Times New Roman"/>
              </a:rPr>
              <a:t>n</a:t>
            </a:r>
            <a:r>
              <a:rPr sz="2800" b="1" spc="-14" dirty="0">
                <a:latin typeface="Times New Roman"/>
                <a:cs typeface="Times New Roman"/>
              </a:rPr>
              <a:t>s</a:t>
            </a:r>
            <a:r>
              <a:rPr sz="2800" dirty="0">
                <a:latin typeface="Times New Roman"/>
                <a:cs typeface="Times New Roman"/>
              </a:rPr>
              <a:t>  </a:t>
            </a:r>
            <a:r>
              <a:rPr sz="2800" spc="195" dirty="0">
                <a:latin typeface="Times New Roman"/>
                <a:cs typeface="Times New Roman"/>
              </a:rPr>
              <a:t> </a:t>
            </a:r>
            <a:r>
              <a:rPr sz="2800" spc="-4" dirty="0">
                <a:latin typeface="Times New Roman"/>
                <a:cs typeface="Times New Roman"/>
              </a:rPr>
              <a:t>i</a:t>
            </a:r>
            <a:r>
              <a:rPr sz="2800" spc="-14" dirty="0">
                <a:latin typeface="Times New Roman"/>
                <a:cs typeface="Times New Roman"/>
              </a:rPr>
              <a:t>n</a:t>
            </a:r>
            <a:r>
              <a:rPr sz="2800" dirty="0">
                <a:latin typeface="Times New Roman"/>
                <a:cs typeface="Times New Roman"/>
              </a:rPr>
              <a:t>  </a:t>
            </a:r>
            <a:r>
              <a:rPr sz="2800" spc="191" dirty="0">
                <a:latin typeface="Times New Roman"/>
                <a:cs typeface="Times New Roman"/>
              </a:rPr>
              <a:t> </a:t>
            </a:r>
            <a:r>
              <a:rPr sz="2800" spc="-30" dirty="0">
                <a:latin typeface="Times New Roman"/>
                <a:cs typeface="Times New Roman"/>
              </a:rPr>
              <a:t>e</a:t>
            </a:r>
            <a:r>
              <a:rPr sz="2800" spc="10" dirty="0">
                <a:latin typeface="Times New Roman"/>
                <a:cs typeface="Times New Roman"/>
              </a:rPr>
              <a:t>n</a:t>
            </a:r>
            <a:r>
              <a:rPr sz="2800" spc="-4" dirty="0">
                <a:latin typeface="Times New Roman"/>
                <a:cs typeface="Times New Roman"/>
              </a:rPr>
              <a:t>t</a:t>
            </a:r>
            <a:r>
              <a:rPr sz="2800" spc="-20" dirty="0">
                <a:latin typeface="Times New Roman"/>
                <a:cs typeface="Times New Roman"/>
              </a:rPr>
              <a:t>r</a:t>
            </a:r>
            <a:r>
              <a:rPr sz="2800" spc="-30" dirty="0">
                <a:latin typeface="Times New Roman"/>
                <a:cs typeface="Times New Roman"/>
              </a:rPr>
              <a:t>e</a:t>
            </a:r>
            <a:r>
              <a:rPr sz="2800" spc="-14" dirty="0">
                <a:latin typeface="Times New Roman"/>
                <a:cs typeface="Times New Roman"/>
              </a:rPr>
              <a:t>p</a:t>
            </a:r>
            <a:r>
              <a:rPr sz="2800" dirty="0">
                <a:latin typeface="Times New Roman"/>
                <a:cs typeface="Times New Roman"/>
              </a:rPr>
              <a:t>r</a:t>
            </a:r>
            <a:r>
              <a:rPr sz="2800" spc="-30" dirty="0">
                <a:latin typeface="Times New Roman"/>
                <a:cs typeface="Times New Roman"/>
              </a:rPr>
              <a:t>e</a:t>
            </a:r>
            <a:r>
              <a:rPr sz="2800" spc="-14" dirty="0">
                <a:latin typeface="Times New Roman"/>
                <a:cs typeface="Times New Roman"/>
              </a:rPr>
              <a:t>n</a:t>
            </a:r>
            <a:r>
              <a:rPr sz="2800" dirty="0">
                <a:latin typeface="Times New Roman"/>
                <a:cs typeface="Times New Roman"/>
              </a:rPr>
              <a:t>e</a:t>
            </a:r>
            <a:r>
              <a:rPr sz="2800" spc="-14" dirty="0">
                <a:latin typeface="Times New Roman"/>
                <a:cs typeface="Times New Roman"/>
              </a:rPr>
              <a:t>u</a:t>
            </a:r>
            <a:r>
              <a:rPr sz="2800" spc="-20" dirty="0">
                <a:latin typeface="Times New Roman"/>
                <a:cs typeface="Times New Roman"/>
              </a:rPr>
              <a:t>r</a:t>
            </a:r>
            <a:r>
              <a:rPr sz="2800" spc="-14" dirty="0">
                <a:latin typeface="Times New Roman"/>
                <a:cs typeface="Times New Roman"/>
              </a:rPr>
              <a:t>sh</a:t>
            </a:r>
            <a:r>
              <a:rPr sz="2800" spc="-4" dirty="0">
                <a:latin typeface="Times New Roman"/>
                <a:cs typeface="Times New Roman"/>
              </a:rPr>
              <a:t>i</a:t>
            </a:r>
            <a:r>
              <a:rPr sz="2800" spc="-14" dirty="0">
                <a:latin typeface="Times New Roman"/>
                <a:cs typeface="Times New Roman"/>
              </a:rPr>
              <a:t>p</a:t>
            </a:r>
            <a:r>
              <a:rPr sz="2800" dirty="0">
                <a:latin typeface="Times New Roman"/>
                <a:cs typeface="Times New Roman"/>
              </a:rPr>
              <a:t>  </a:t>
            </a:r>
            <a:r>
              <a:rPr sz="2800" spc="219" dirty="0">
                <a:latin typeface="Times New Roman"/>
                <a:cs typeface="Times New Roman"/>
              </a:rPr>
              <a:t> </a:t>
            </a:r>
            <a:r>
              <a:rPr sz="2800" spc="-14" dirty="0">
                <a:latin typeface="Times New Roman"/>
                <a:cs typeface="Times New Roman"/>
              </a:rPr>
              <a:t>p</a:t>
            </a:r>
            <a:r>
              <a:rPr sz="2800" spc="-20" dirty="0">
                <a:latin typeface="Times New Roman"/>
                <a:cs typeface="Times New Roman"/>
              </a:rPr>
              <a:t>r</a:t>
            </a:r>
            <a:r>
              <a:rPr sz="2800" spc="10" dirty="0">
                <a:latin typeface="Times New Roman"/>
                <a:cs typeface="Times New Roman"/>
              </a:rPr>
              <a:t>o</a:t>
            </a:r>
            <a:r>
              <a:rPr sz="2800" spc="-30" dirty="0">
                <a:latin typeface="Times New Roman"/>
                <a:cs typeface="Times New Roman"/>
              </a:rPr>
              <a:t>ce</a:t>
            </a:r>
            <a:r>
              <a:rPr sz="2800" spc="-14" dirty="0">
                <a:latin typeface="Times New Roman"/>
                <a:cs typeface="Times New Roman"/>
              </a:rPr>
              <a:t>ss</a:t>
            </a:r>
            <a:r>
              <a:rPr sz="2800" spc="-30" dirty="0">
                <a:latin typeface="Times New Roman"/>
                <a:cs typeface="Times New Roman"/>
              </a:rPr>
              <a:t>e</a:t>
            </a:r>
            <a:r>
              <a:rPr sz="2800" spc="-10" dirty="0">
                <a:latin typeface="Times New Roman"/>
                <a:cs typeface="Times New Roman"/>
              </a:rPr>
              <a:t>s, </a:t>
            </a:r>
            <a:r>
              <a:rPr sz="2800" spc="-35" dirty="0">
                <a:latin typeface="Times New Roman"/>
                <a:cs typeface="Times New Roman"/>
              </a:rPr>
              <a:t>w</a:t>
            </a:r>
            <a:r>
              <a:rPr sz="2800" spc="-14" dirty="0">
                <a:latin typeface="Times New Roman"/>
                <a:cs typeface="Times New Roman"/>
              </a:rPr>
              <a:t>h</a:t>
            </a:r>
            <a:r>
              <a:rPr sz="2800" dirty="0">
                <a:latin typeface="Times New Roman"/>
                <a:cs typeface="Times New Roman"/>
              </a:rPr>
              <a:t>e</a:t>
            </a:r>
            <a:r>
              <a:rPr sz="2800" spc="-20" dirty="0">
                <a:latin typeface="Times New Roman"/>
                <a:cs typeface="Times New Roman"/>
              </a:rPr>
              <a:t>r</a:t>
            </a:r>
            <a:r>
              <a:rPr sz="2800" spc="-14" dirty="0">
                <a:latin typeface="Times New Roman"/>
                <a:cs typeface="Times New Roman"/>
              </a:rPr>
              <a:t>e</a:t>
            </a:r>
            <a:r>
              <a:rPr sz="2800" spc="181" dirty="0">
                <a:latin typeface="Times New Roman"/>
                <a:cs typeface="Times New Roman"/>
              </a:rPr>
              <a:t> </a:t>
            </a:r>
            <a:r>
              <a:rPr sz="2800" spc="-14" dirty="0">
                <a:latin typeface="Times New Roman"/>
                <a:cs typeface="Times New Roman"/>
              </a:rPr>
              <a:t>you</a:t>
            </a:r>
            <a:r>
              <a:rPr sz="2800" spc="191" dirty="0">
                <a:latin typeface="Times New Roman"/>
                <a:cs typeface="Times New Roman"/>
              </a:rPr>
              <a:t> </a:t>
            </a:r>
            <a:r>
              <a:rPr sz="2800" spc="-35" dirty="0">
                <a:latin typeface="Times New Roman"/>
                <a:cs typeface="Times New Roman"/>
              </a:rPr>
              <a:t>i</a:t>
            </a:r>
            <a:r>
              <a:rPr sz="2800" spc="10" dirty="0">
                <a:latin typeface="Times New Roman"/>
                <a:cs typeface="Times New Roman"/>
              </a:rPr>
              <a:t>d</a:t>
            </a:r>
            <a:r>
              <a:rPr sz="2800" spc="-30" dirty="0">
                <a:latin typeface="Times New Roman"/>
                <a:cs typeface="Times New Roman"/>
              </a:rPr>
              <a:t>e</a:t>
            </a:r>
            <a:r>
              <a:rPr sz="2800" spc="-14" dirty="0">
                <a:latin typeface="Times New Roman"/>
                <a:cs typeface="Times New Roman"/>
              </a:rPr>
              <a:t>n</a:t>
            </a:r>
            <a:r>
              <a:rPr sz="2800" spc="-4" dirty="0">
                <a:latin typeface="Times New Roman"/>
                <a:cs typeface="Times New Roman"/>
              </a:rPr>
              <a:t>t</a:t>
            </a:r>
            <a:r>
              <a:rPr sz="2800" spc="-35" dirty="0">
                <a:latin typeface="Times New Roman"/>
                <a:cs typeface="Times New Roman"/>
              </a:rPr>
              <a:t>i</a:t>
            </a:r>
            <a:r>
              <a:rPr sz="2800" dirty="0">
                <a:latin typeface="Times New Roman"/>
                <a:cs typeface="Times New Roman"/>
              </a:rPr>
              <a:t>f</a:t>
            </a:r>
            <a:r>
              <a:rPr sz="2800" spc="-14" dirty="0">
                <a:latin typeface="Times New Roman"/>
                <a:cs typeface="Times New Roman"/>
              </a:rPr>
              <a:t>y</a:t>
            </a:r>
            <a:r>
              <a:rPr sz="2800" spc="165" dirty="0">
                <a:latin typeface="Times New Roman"/>
                <a:cs typeface="Times New Roman"/>
              </a:rPr>
              <a:t> </a:t>
            </a:r>
            <a:r>
              <a:rPr sz="2800" spc="-35" dirty="0">
                <a:latin typeface="Times New Roman"/>
                <a:cs typeface="Times New Roman"/>
              </a:rPr>
              <a:t>t</a:t>
            </a:r>
            <a:r>
              <a:rPr sz="2800" spc="10" dirty="0">
                <a:latin typeface="Times New Roman"/>
                <a:cs typeface="Times New Roman"/>
              </a:rPr>
              <a:t>h</a:t>
            </a:r>
            <a:r>
              <a:rPr sz="2800" spc="-14" dirty="0">
                <a:latin typeface="Times New Roman"/>
                <a:cs typeface="Times New Roman"/>
              </a:rPr>
              <a:t>e</a:t>
            </a:r>
            <a:r>
              <a:rPr sz="2800" spc="155" dirty="0">
                <a:latin typeface="Times New Roman"/>
                <a:cs typeface="Times New Roman"/>
              </a:rPr>
              <a:t> </a:t>
            </a:r>
            <a:r>
              <a:rPr sz="2800" b="1" spc="-14" dirty="0">
                <a:latin typeface="Times New Roman"/>
                <a:cs typeface="Times New Roman"/>
              </a:rPr>
              <a:t>n</a:t>
            </a:r>
            <a:r>
              <a:rPr sz="2800" b="1" dirty="0">
                <a:latin typeface="Times New Roman"/>
                <a:cs typeface="Times New Roman"/>
              </a:rPr>
              <a:t>e</a:t>
            </a:r>
            <a:r>
              <a:rPr sz="2800" b="1" spc="-14" dirty="0">
                <a:latin typeface="Times New Roman"/>
                <a:cs typeface="Times New Roman"/>
              </a:rPr>
              <a:t>x</a:t>
            </a:r>
            <a:r>
              <a:rPr sz="2800" b="1" spc="-4" dirty="0">
                <a:latin typeface="Times New Roman"/>
                <a:cs typeface="Times New Roman"/>
              </a:rPr>
              <a:t>t</a:t>
            </a:r>
            <a:r>
              <a:rPr sz="2800" spc="-10" dirty="0">
                <a:latin typeface="Times New Roman"/>
                <a:cs typeface="Times New Roman"/>
              </a:rPr>
              <a:t>,</a:t>
            </a:r>
            <a:r>
              <a:rPr sz="2800" spc="165" dirty="0">
                <a:latin typeface="Times New Roman"/>
                <a:cs typeface="Times New Roman"/>
              </a:rPr>
              <a:t> </a:t>
            </a:r>
            <a:r>
              <a:rPr sz="2800" spc="-14" dirty="0">
                <a:latin typeface="Times New Roman"/>
                <a:cs typeface="Times New Roman"/>
              </a:rPr>
              <a:t>b</a:t>
            </a:r>
            <a:r>
              <a:rPr sz="2800" spc="-30" dirty="0">
                <a:latin typeface="Times New Roman"/>
                <a:cs typeface="Times New Roman"/>
              </a:rPr>
              <a:t>e</a:t>
            </a:r>
            <a:r>
              <a:rPr sz="2800" spc="-10" dirty="0">
                <a:latin typeface="Times New Roman"/>
                <a:cs typeface="Times New Roman"/>
              </a:rPr>
              <a:t>st</a:t>
            </a:r>
            <a:r>
              <a:rPr sz="2800" spc="170" dirty="0">
                <a:latin typeface="Times New Roman"/>
                <a:cs typeface="Times New Roman"/>
              </a:rPr>
              <a:t> </a:t>
            </a:r>
            <a:r>
              <a:rPr sz="2800" b="1" spc="-14" dirty="0">
                <a:latin typeface="Times New Roman"/>
                <a:cs typeface="Times New Roman"/>
              </a:rPr>
              <a:t>s</a:t>
            </a:r>
            <a:r>
              <a:rPr sz="2800" b="1" spc="-4" dirty="0">
                <a:latin typeface="Times New Roman"/>
                <a:cs typeface="Times New Roman"/>
              </a:rPr>
              <a:t>t</a:t>
            </a:r>
            <a:r>
              <a:rPr sz="2800" b="1" spc="-30" dirty="0">
                <a:latin typeface="Times New Roman"/>
                <a:cs typeface="Times New Roman"/>
              </a:rPr>
              <a:t>e</a:t>
            </a:r>
            <a:r>
              <a:rPr sz="2800" b="1" spc="-14" dirty="0">
                <a:latin typeface="Times New Roman"/>
                <a:cs typeface="Times New Roman"/>
              </a:rPr>
              <a:t>p</a:t>
            </a:r>
            <a:r>
              <a:rPr sz="2800" spc="191" dirty="0">
                <a:latin typeface="Times New Roman"/>
                <a:cs typeface="Times New Roman"/>
              </a:rPr>
              <a:t> </a:t>
            </a:r>
            <a:r>
              <a:rPr sz="2800" spc="-45" dirty="0">
                <a:latin typeface="Times New Roman"/>
                <a:cs typeface="Times New Roman"/>
              </a:rPr>
              <a:t>b</a:t>
            </a:r>
            <a:r>
              <a:rPr sz="2800" spc="-14" dirty="0">
                <a:latin typeface="Times New Roman"/>
                <a:cs typeface="Times New Roman"/>
              </a:rPr>
              <a:t>y</a:t>
            </a:r>
            <a:r>
              <a:rPr sz="2800" spc="1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14" dirty="0">
                <a:latin typeface="Times New Roman"/>
                <a:cs typeface="Times New Roman"/>
              </a:rPr>
              <a:t>ss</a:t>
            </a:r>
            <a:r>
              <a:rPr sz="2800" spc="-30" dirty="0">
                <a:latin typeface="Times New Roman"/>
                <a:cs typeface="Times New Roman"/>
              </a:rPr>
              <a:t>e</a:t>
            </a:r>
            <a:r>
              <a:rPr sz="2800" spc="-14" dirty="0">
                <a:latin typeface="Times New Roman"/>
                <a:cs typeface="Times New Roman"/>
              </a:rPr>
              <a:t>ss</a:t>
            </a:r>
            <a:r>
              <a:rPr sz="2800" spc="-4" dirty="0">
                <a:latin typeface="Times New Roman"/>
                <a:cs typeface="Times New Roman"/>
              </a:rPr>
              <a:t>i</a:t>
            </a:r>
            <a:r>
              <a:rPr sz="2800" spc="-14" dirty="0">
                <a:latin typeface="Times New Roman"/>
                <a:cs typeface="Times New Roman"/>
              </a:rPr>
              <a:t>ng</a:t>
            </a:r>
            <a:r>
              <a:rPr sz="2800" spc="135" dirty="0">
                <a:latin typeface="Times New Roman"/>
                <a:cs typeface="Times New Roman"/>
              </a:rPr>
              <a:t> </a:t>
            </a:r>
            <a:r>
              <a:rPr sz="2800" spc="-4" dirty="0">
                <a:latin typeface="Times New Roman"/>
                <a:cs typeface="Times New Roman"/>
              </a:rPr>
              <a:t>t</a:t>
            </a:r>
            <a:r>
              <a:rPr sz="2800" spc="10" dirty="0">
                <a:latin typeface="Times New Roman"/>
                <a:cs typeface="Times New Roman"/>
              </a:rPr>
              <a:t>h</a:t>
            </a:r>
            <a:r>
              <a:rPr sz="2800" spc="-14" dirty="0">
                <a:latin typeface="Times New Roman"/>
                <a:cs typeface="Times New Roman"/>
              </a:rPr>
              <a:t>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r</a:t>
            </a:r>
            <a:r>
              <a:rPr sz="2800" dirty="0">
                <a:latin typeface="Times New Roman"/>
                <a:cs typeface="Times New Roman"/>
              </a:rPr>
              <a:t>e</a:t>
            </a:r>
            <a:r>
              <a:rPr sz="2800" spc="-14" dirty="0">
                <a:latin typeface="Times New Roman"/>
                <a:cs typeface="Times New Roman"/>
              </a:rPr>
              <a:t>sou</a:t>
            </a:r>
            <a:r>
              <a:rPr sz="2800" dirty="0">
                <a:latin typeface="Times New Roman"/>
                <a:cs typeface="Times New Roman"/>
              </a:rPr>
              <a:t>r</a:t>
            </a:r>
            <a:r>
              <a:rPr sz="2800" spc="-30" dirty="0">
                <a:latin typeface="Times New Roman"/>
                <a:cs typeface="Times New Roman"/>
              </a:rPr>
              <a:t>ce</a:t>
            </a:r>
            <a:r>
              <a:rPr sz="2800" spc="-14" dirty="0">
                <a:latin typeface="Times New Roman"/>
                <a:cs typeface="Times New Roman"/>
              </a:rPr>
              <a:t>s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165" dirty="0">
                <a:latin typeface="Times New Roman"/>
                <a:cs typeface="Times New Roman"/>
              </a:rPr>
              <a:t> </a:t>
            </a:r>
            <a:r>
              <a:rPr sz="2800" spc="-30" dirty="0">
                <a:latin typeface="Times New Roman"/>
                <a:cs typeface="Times New Roman"/>
              </a:rPr>
              <a:t>a</a:t>
            </a:r>
            <a:r>
              <a:rPr sz="2800" spc="-14" dirty="0">
                <a:latin typeface="Times New Roman"/>
                <a:cs typeface="Times New Roman"/>
              </a:rPr>
              <a:t>v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35" dirty="0">
                <a:latin typeface="Times New Roman"/>
                <a:cs typeface="Times New Roman"/>
              </a:rPr>
              <a:t>i</a:t>
            </a:r>
            <a:r>
              <a:rPr sz="2800" spc="-4" dirty="0">
                <a:latin typeface="Times New Roman"/>
                <a:cs typeface="Times New Roman"/>
              </a:rPr>
              <a:t>l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45" dirty="0">
                <a:latin typeface="Times New Roman"/>
                <a:cs typeface="Times New Roman"/>
              </a:rPr>
              <a:t>b</a:t>
            </a:r>
            <a:r>
              <a:rPr sz="2800" spc="-4" dirty="0">
                <a:latin typeface="Times New Roman"/>
                <a:cs typeface="Times New Roman"/>
              </a:rPr>
              <a:t>l</a:t>
            </a:r>
            <a:r>
              <a:rPr sz="2800" spc="-14" dirty="0">
                <a:latin typeface="Times New Roman"/>
                <a:cs typeface="Times New Roman"/>
              </a:rPr>
              <a:t>e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150" dirty="0">
                <a:latin typeface="Times New Roman"/>
                <a:cs typeface="Times New Roman"/>
              </a:rPr>
              <a:t> </a:t>
            </a:r>
            <a:r>
              <a:rPr sz="2800" spc="-4" dirty="0">
                <a:latin typeface="Times New Roman"/>
                <a:cs typeface="Times New Roman"/>
              </a:rPr>
              <a:t>i</a:t>
            </a:r>
            <a:r>
              <a:rPr sz="2800" spc="-14" dirty="0">
                <a:latin typeface="Times New Roman"/>
                <a:cs typeface="Times New Roman"/>
              </a:rPr>
              <a:t>n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165" dirty="0">
                <a:latin typeface="Times New Roman"/>
                <a:cs typeface="Times New Roman"/>
              </a:rPr>
              <a:t> </a:t>
            </a:r>
            <a:r>
              <a:rPr sz="2800" spc="-14" dirty="0">
                <a:latin typeface="Times New Roman"/>
                <a:cs typeface="Times New Roman"/>
              </a:rPr>
              <a:t>o</a:t>
            </a:r>
            <a:r>
              <a:rPr sz="2800" dirty="0">
                <a:latin typeface="Times New Roman"/>
                <a:cs typeface="Times New Roman"/>
              </a:rPr>
              <a:t>r</a:t>
            </a:r>
            <a:r>
              <a:rPr sz="2800" spc="-14" dirty="0">
                <a:latin typeface="Times New Roman"/>
                <a:cs typeface="Times New Roman"/>
              </a:rPr>
              <a:t>d</a:t>
            </a:r>
            <a:r>
              <a:rPr sz="2800" spc="-30" dirty="0">
                <a:latin typeface="Times New Roman"/>
                <a:cs typeface="Times New Roman"/>
              </a:rPr>
              <a:t>e</a:t>
            </a:r>
            <a:r>
              <a:rPr sz="2800" spc="-10" dirty="0">
                <a:latin typeface="Times New Roman"/>
                <a:cs typeface="Times New Roman"/>
              </a:rPr>
              <a:t>r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185" dirty="0">
                <a:latin typeface="Times New Roman"/>
                <a:cs typeface="Times New Roman"/>
              </a:rPr>
              <a:t> </a:t>
            </a:r>
            <a:r>
              <a:rPr sz="2800" spc="-35" dirty="0">
                <a:latin typeface="Times New Roman"/>
                <a:cs typeface="Times New Roman"/>
              </a:rPr>
              <a:t>t</a:t>
            </a:r>
            <a:r>
              <a:rPr sz="2800" spc="-14" dirty="0">
                <a:latin typeface="Times New Roman"/>
                <a:cs typeface="Times New Roman"/>
              </a:rPr>
              <a:t>o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1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30" dirty="0">
                <a:latin typeface="Times New Roman"/>
                <a:cs typeface="Times New Roman"/>
              </a:rPr>
              <a:t>c</a:t>
            </a:r>
            <a:r>
              <a:rPr sz="2800" spc="-14" dirty="0">
                <a:latin typeface="Times New Roman"/>
                <a:cs typeface="Times New Roman"/>
              </a:rPr>
              <a:t>h</a:t>
            </a:r>
            <a:r>
              <a:rPr sz="2800" spc="-4" dirty="0">
                <a:latin typeface="Times New Roman"/>
                <a:cs typeface="Times New Roman"/>
              </a:rPr>
              <a:t>i</a:t>
            </a:r>
            <a:r>
              <a:rPr sz="2800" spc="-30" dirty="0">
                <a:latin typeface="Times New Roman"/>
                <a:cs typeface="Times New Roman"/>
              </a:rPr>
              <a:t>e</a:t>
            </a:r>
            <a:r>
              <a:rPr sz="2800" spc="-14" dirty="0">
                <a:latin typeface="Times New Roman"/>
                <a:cs typeface="Times New Roman"/>
              </a:rPr>
              <a:t>ve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150" dirty="0">
                <a:latin typeface="Times New Roman"/>
                <a:cs typeface="Times New Roman"/>
              </a:rPr>
              <a:t> </a:t>
            </a:r>
            <a:r>
              <a:rPr sz="2800" spc="10" dirty="0">
                <a:latin typeface="Times New Roman"/>
                <a:cs typeface="Times New Roman"/>
              </a:rPr>
              <a:t>y</a:t>
            </a:r>
            <a:r>
              <a:rPr sz="2800" spc="-14" dirty="0">
                <a:latin typeface="Times New Roman"/>
                <a:cs typeface="Times New Roman"/>
              </a:rPr>
              <a:t>our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155" dirty="0">
                <a:latin typeface="Times New Roman"/>
                <a:cs typeface="Times New Roman"/>
              </a:rPr>
              <a:t> </a:t>
            </a:r>
            <a:r>
              <a:rPr sz="2800" spc="10" dirty="0">
                <a:latin typeface="Times New Roman"/>
                <a:cs typeface="Times New Roman"/>
              </a:rPr>
              <a:t>g</a:t>
            </a:r>
            <a:r>
              <a:rPr sz="2800" spc="-14" dirty="0">
                <a:latin typeface="Times New Roman"/>
                <a:cs typeface="Times New Roman"/>
              </a:rPr>
              <a:t>o</a:t>
            </a:r>
            <a:r>
              <a:rPr sz="2800" spc="-30" dirty="0">
                <a:latin typeface="Times New Roman"/>
                <a:cs typeface="Times New Roman"/>
              </a:rPr>
              <a:t>a</a:t>
            </a:r>
            <a:r>
              <a:rPr sz="2800" spc="-4" dirty="0">
                <a:latin typeface="Times New Roman"/>
                <a:cs typeface="Times New Roman"/>
              </a:rPr>
              <a:t>l</a:t>
            </a:r>
            <a:r>
              <a:rPr sz="2800" spc="-10" dirty="0">
                <a:latin typeface="Times New Roman"/>
                <a:cs typeface="Times New Roman"/>
              </a:rPr>
              <a:t>s, </a:t>
            </a:r>
            <a:r>
              <a:rPr sz="2800" spc="-35" dirty="0">
                <a:latin typeface="Times New Roman"/>
                <a:cs typeface="Times New Roman"/>
              </a:rPr>
              <a:t>w</a:t>
            </a:r>
            <a:r>
              <a:rPr sz="2800" spc="-14" dirty="0">
                <a:latin typeface="Times New Roman"/>
                <a:cs typeface="Times New Roman"/>
              </a:rPr>
              <a:t>h</a:t>
            </a:r>
            <a:r>
              <a:rPr sz="2800" spc="-4" dirty="0">
                <a:latin typeface="Times New Roman"/>
                <a:cs typeface="Times New Roman"/>
              </a:rPr>
              <a:t>il</a:t>
            </a:r>
            <a:r>
              <a:rPr sz="2800" spc="-14" dirty="0">
                <a:latin typeface="Times New Roman"/>
                <a:cs typeface="Times New Roman"/>
              </a:rPr>
              <a:t>e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70" dirty="0">
                <a:latin typeface="Times New Roman"/>
                <a:cs typeface="Times New Roman"/>
              </a:rPr>
              <a:t> </a:t>
            </a:r>
            <a:r>
              <a:rPr sz="2800" spc="-30" dirty="0">
                <a:latin typeface="Times New Roman"/>
                <a:cs typeface="Times New Roman"/>
              </a:rPr>
              <a:t>c</a:t>
            </a:r>
            <a:r>
              <a:rPr sz="2800" spc="10" dirty="0">
                <a:latin typeface="Times New Roman"/>
                <a:cs typeface="Times New Roman"/>
              </a:rPr>
              <a:t>o</a:t>
            </a:r>
            <a:r>
              <a:rPr sz="2800" spc="-45" dirty="0">
                <a:latin typeface="Times New Roman"/>
                <a:cs typeface="Times New Roman"/>
              </a:rPr>
              <a:t>n</a:t>
            </a:r>
            <a:r>
              <a:rPr sz="2800" spc="-4" dirty="0">
                <a:latin typeface="Times New Roman"/>
                <a:cs typeface="Times New Roman"/>
              </a:rPr>
              <a:t>ti</a:t>
            </a:r>
            <a:r>
              <a:rPr sz="2800" spc="-14" dirty="0">
                <a:latin typeface="Times New Roman"/>
                <a:cs typeface="Times New Roman"/>
              </a:rPr>
              <a:t>nuous</a:t>
            </a:r>
            <a:r>
              <a:rPr sz="2800" spc="-4" dirty="0">
                <a:latin typeface="Times New Roman"/>
                <a:cs typeface="Times New Roman"/>
              </a:rPr>
              <a:t>l</a:t>
            </a:r>
            <a:r>
              <a:rPr sz="2800" spc="-14" dirty="0">
                <a:latin typeface="Times New Roman"/>
                <a:cs typeface="Times New Roman"/>
              </a:rPr>
              <a:t>y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80" dirty="0">
                <a:latin typeface="Times New Roman"/>
                <a:cs typeface="Times New Roman"/>
              </a:rPr>
              <a:t> </a:t>
            </a:r>
            <a:r>
              <a:rPr sz="2800" spc="-14" dirty="0">
                <a:latin typeface="Times New Roman"/>
                <a:cs typeface="Times New Roman"/>
              </a:rPr>
              <a:t>b</a:t>
            </a:r>
            <a:r>
              <a:rPr sz="2800" spc="-30" dirty="0">
                <a:latin typeface="Times New Roman"/>
                <a:cs typeface="Times New Roman"/>
              </a:rPr>
              <a:t>a</a:t>
            </a:r>
            <a:r>
              <a:rPr sz="2800" spc="-4" dirty="0">
                <a:latin typeface="Times New Roman"/>
                <a:cs typeface="Times New Roman"/>
              </a:rPr>
              <a:t>l</a:t>
            </a:r>
            <a:r>
              <a:rPr sz="2800" spc="-30" dirty="0">
                <a:latin typeface="Times New Roman"/>
                <a:cs typeface="Times New Roman"/>
              </a:rPr>
              <a:t>a</a:t>
            </a:r>
            <a:r>
              <a:rPr sz="2800" spc="-14" dirty="0">
                <a:latin typeface="Times New Roman"/>
                <a:cs typeface="Times New Roman"/>
              </a:rPr>
              <a:t>n</a:t>
            </a:r>
            <a:r>
              <a:rPr sz="2800" dirty="0">
                <a:latin typeface="Times New Roman"/>
                <a:cs typeface="Times New Roman"/>
              </a:rPr>
              <a:t>c</a:t>
            </a:r>
            <a:r>
              <a:rPr sz="2800" spc="-35" dirty="0">
                <a:latin typeface="Times New Roman"/>
                <a:cs typeface="Times New Roman"/>
              </a:rPr>
              <a:t>i</a:t>
            </a:r>
            <a:r>
              <a:rPr sz="2800" spc="-14" dirty="0">
                <a:latin typeface="Times New Roman"/>
                <a:cs typeface="Times New Roman"/>
              </a:rPr>
              <a:t>ng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80" dirty="0">
                <a:latin typeface="Times New Roman"/>
                <a:cs typeface="Times New Roman"/>
              </a:rPr>
              <a:t> </a:t>
            </a:r>
            <a:r>
              <a:rPr sz="2800" spc="-4" dirty="0">
                <a:latin typeface="Times New Roman"/>
                <a:cs typeface="Times New Roman"/>
              </a:rPr>
              <a:t>t</a:t>
            </a:r>
            <a:r>
              <a:rPr sz="2800" spc="-14" dirty="0">
                <a:latin typeface="Times New Roman"/>
                <a:cs typeface="Times New Roman"/>
              </a:rPr>
              <a:t>h</a:t>
            </a:r>
            <a:r>
              <a:rPr sz="2800" spc="-30" dirty="0">
                <a:latin typeface="Times New Roman"/>
                <a:cs typeface="Times New Roman"/>
              </a:rPr>
              <a:t>e</a:t>
            </a:r>
            <a:r>
              <a:rPr sz="2800" spc="-14" dirty="0">
                <a:latin typeface="Times New Roman"/>
                <a:cs typeface="Times New Roman"/>
              </a:rPr>
              <a:t>se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70" dirty="0">
                <a:latin typeface="Times New Roman"/>
                <a:cs typeface="Times New Roman"/>
              </a:rPr>
              <a:t> </a:t>
            </a:r>
            <a:r>
              <a:rPr sz="2800" spc="-14" dirty="0">
                <a:latin typeface="Times New Roman"/>
                <a:cs typeface="Times New Roman"/>
              </a:rPr>
              <a:t>go</a:t>
            </a:r>
            <a:r>
              <a:rPr sz="2800" spc="-30" dirty="0">
                <a:latin typeface="Times New Roman"/>
                <a:cs typeface="Times New Roman"/>
              </a:rPr>
              <a:t>a</a:t>
            </a:r>
            <a:r>
              <a:rPr sz="2800" spc="-4" dirty="0">
                <a:latin typeface="Times New Roman"/>
                <a:cs typeface="Times New Roman"/>
              </a:rPr>
              <a:t>l</a:t>
            </a:r>
            <a:r>
              <a:rPr sz="2800" spc="-14" dirty="0">
                <a:latin typeface="Times New Roman"/>
                <a:cs typeface="Times New Roman"/>
              </a:rPr>
              <a:t>s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80" dirty="0">
                <a:latin typeface="Times New Roman"/>
                <a:cs typeface="Times New Roman"/>
              </a:rPr>
              <a:t> </a:t>
            </a:r>
            <a:r>
              <a:rPr sz="2800" spc="-35" dirty="0">
                <a:latin typeface="Times New Roman"/>
                <a:cs typeface="Times New Roman"/>
              </a:rPr>
              <a:t>w</a:t>
            </a:r>
            <a:r>
              <a:rPr sz="2800" spc="-4" dirty="0">
                <a:latin typeface="Times New Roman"/>
                <a:cs typeface="Times New Roman"/>
              </a:rPr>
              <a:t>it</a:t>
            </a:r>
            <a:r>
              <a:rPr sz="2800" spc="-14" dirty="0">
                <a:latin typeface="Times New Roman"/>
                <a:cs typeface="Times New Roman"/>
              </a:rPr>
              <a:t>h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80" dirty="0">
                <a:latin typeface="Times New Roman"/>
                <a:cs typeface="Times New Roman"/>
              </a:rPr>
              <a:t> </a:t>
            </a:r>
            <a:r>
              <a:rPr sz="2800" spc="-14" dirty="0">
                <a:latin typeface="Times New Roman"/>
                <a:cs typeface="Times New Roman"/>
              </a:rPr>
              <a:t>your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r</a:t>
            </a:r>
            <a:r>
              <a:rPr sz="2800" dirty="0">
                <a:latin typeface="Times New Roman"/>
                <a:cs typeface="Times New Roman"/>
              </a:rPr>
              <a:t>e</a:t>
            </a:r>
            <a:r>
              <a:rPr sz="2800" spc="-14" dirty="0">
                <a:latin typeface="Times New Roman"/>
                <a:cs typeface="Times New Roman"/>
              </a:rPr>
              <a:t>sou</a:t>
            </a:r>
            <a:r>
              <a:rPr sz="2800" dirty="0">
                <a:latin typeface="Times New Roman"/>
                <a:cs typeface="Times New Roman"/>
              </a:rPr>
              <a:t>r</a:t>
            </a:r>
            <a:r>
              <a:rPr sz="2800" spc="-30" dirty="0">
                <a:latin typeface="Times New Roman"/>
                <a:cs typeface="Times New Roman"/>
              </a:rPr>
              <a:t>ce</a:t>
            </a:r>
            <a:r>
              <a:rPr sz="2800" spc="-14" dirty="0">
                <a:latin typeface="Times New Roman"/>
                <a:cs typeface="Times New Roman"/>
              </a:rPr>
              <a:t>s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30" dirty="0">
                <a:latin typeface="Times New Roman"/>
                <a:cs typeface="Times New Roman"/>
              </a:rPr>
              <a:t>a</a:t>
            </a:r>
            <a:r>
              <a:rPr sz="2800" spc="-14" dirty="0">
                <a:latin typeface="Times New Roman"/>
                <a:cs typeface="Times New Roman"/>
              </a:rPr>
              <a:t>nd</a:t>
            </a:r>
            <a:r>
              <a:rPr sz="2800" spc="-4" dirty="0">
                <a:latin typeface="Times New Roman"/>
                <a:cs typeface="Times New Roman"/>
              </a:rPr>
              <a:t> </a:t>
            </a:r>
            <a:r>
              <a:rPr sz="2800" spc="-30" dirty="0">
                <a:latin typeface="Times New Roman"/>
                <a:cs typeface="Times New Roman"/>
              </a:rPr>
              <a:t>a</a:t>
            </a:r>
            <a:r>
              <a:rPr sz="2800" dirty="0">
                <a:latin typeface="Times New Roman"/>
                <a:cs typeface="Times New Roman"/>
              </a:rPr>
              <a:t>c</a:t>
            </a:r>
            <a:r>
              <a:rPr sz="2800" spc="-35" dirty="0">
                <a:latin typeface="Times New Roman"/>
                <a:cs typeface="Times New Roman"/>
              </a:rPr>
              <a:t>t</a:t>
            </a:r>
            <a:r>
              <a:rPr sz="2800" spc="-4" dirty="0">
                <a:latin typeface="Times New Roman"/>
                <a:cs typeface="Times New Roman"/>
              </a:rPr>
              <a:t>i</a:t>
            </a:r>
            <a:r>
              <a:rPr sz="2800" spc="10" dirty="0">
                <a:latin typeface="Times New Roman"/>
                <a:cs typeface="Times New Roman"/>
              </a:rPr>
              <a:t>o</a:t>
            </a:r>
            <a:r>
              <a:rPr sz="2800" spc="-14" dirty="0">
                <a:latin typeface="Times New Roman"/>
                <a:cs typeface="Times New Roman"/>
              </a:rPr>
              <a:t>ns.”</a:t>
            </a: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39937" y="776032"/>
            <a:ext cx="7978524" cy="6249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30805">
              <a:lnSpc>
                <a:spcPts val="4780"/>
              </a:lnSpc>
            </a:pPr>
            <a:r>
              <a:rPr sz="4000" spc="-30" dirty="0">
                <a:solidFill>
                  <a:srgbClr val="000000"/>
                </a:solidFill>
              </a:rPr>
              <a:t>F</a:t>
            </a:r>
            <a:r>
              <a:rPr sz="4000" spc="-40" dirty="0">
                <a:solidFill>
                  <a:srgbClr val="000000"/>
                </a:solidFill>
              </a:rPr>
              <a:t>e</a:t>
            </a:r>
            <a:r>
              <a:rPr sz="4000" spc="20" dirty="0">
                <a:solidFill>
                  <a:srgbClr val="000000"/>
                </a:solidFill>
              </a:rPr>
              <a:t>a</a:t>
            </a:r>
            <a:r>
              <a:rPr sz="4000" spc="-30" dirty="0">
                <a:solidFill>
                  <a:srgbClr val="000000"/>
                </a:solidFill>
              </a:rPr>
              <a:t>t</a:t>
            </a:r>
            <a:r>
              <a:rPr sz="4000" spc="-50" dirty="0">
                <a:solidFill>
                  <a:srgbClr val="000000"/>
                </a:solidFill>
              </a:rPr>
              <a:t>u</a:t>
            </a:r>
            <a:r>
              <a:rPr sz="4000" spc="-80" dirty="0">
                <a:solidFill>
                  <a:srgbClr val="000000"/>
                </a:solidFill>
              </a:rPr>
              <a:t>r</a:t>
            </a:r>
            <a:r>
              <a:rPr sz="4000" spc="-40" dirty="0">
                <a:solidFill>
                  <a:srgbClr val="000000"/>
                </a:solidFill>
              </a:rPr>
              <a:t>e</a:t>
            </a:r>
            <a:r>
              <a:rPr sz="4000" spc="-20" dirty="0">
                <a:solidFill>
                  <a:srgbClr val="000000"/>
                </a:solidFill>
              </a:rPr>
              <a:t>s</a:t>
            </a:r>
            <a:r>
              <a:rPr sz="4000" spc="40" dirty="0">
                <a:solidFill>
                  <a:srgbClr val="000000"/>
                </a:solidFill>
              </a:rPr>
              <a:t> </a:t>
            </a:r>
            <a:r>
              <a:rPr sz="4000" spc="-20" dirty="0">
                <a:solidFill>
                  <a:srgbClr val="000000"/>
                </a:solidFill>
              </a:rPr>
              <a:t>of</a:t>
            </a:r>
            <a:r>
              <a:rPr sz="4000" spc="-14" dirty="0">
                <a:solidFill>
                  <a:srgbClr val="000000"/>
                </a:solidFill>
              </a:rPr>
              <a:t> </a:t>
            </a:r>
            <a:r>
              <a:rPr sz="4000" spc="-20" dirty="0">
                <a:solidFill>
                  <a:srgbClr val="000000"/>
                </a:solidFill>
              </a:rPr>
              <a:t>E</a:t>
            </a:r>
            <a:r>
              <a:rPr sz="4000" spc="-30" dirty="0">
                <a:solidFill>
                  <a:srgbClr val="000000"/>
                </a:solidFill>
              </a:rPr>
              <a:t>f</a:t>
            </a:r>
            <a:r>
              <a:rPr sz="4000" spc="10" dirty="0">
                <a:solidFill>
                  <a:srgbClr val="000000"/>
                </a:solidFill>
              </a:rPr>
              <a:t>f</a:t>
            </a:r>
            <a:r>
              <a:rPr sz="4000" spc="-40" dirty="0">
                <a:solidFill>
                  <a:srgbClr val="000000"/>
                </a:solidFill>
              </a:rPr>
              <a:t>ec</a:t>
            </a:r>
            <a:r>
              <a:rPr sz="4000" spc="10" dirty="0">
                <a:solidFill>
                  <a:srgbClr val="000000"/>
                </a:solidFill>
              </a:rPr>
              <a:t>t</a:t>
            </a:r>
            <a:r>
              <a:rPr sz="4000" spc="-50" dirty="0">
                <a:solidFill>
                  <a:srgbClr val="000000"/>
                </a:solidFill>
              </a:rPr>
              <a:t>u</a:t>
            </a:r>
            <a:r>
              <a:rPr sz="4000" spc="-20" dirty="0">
                <a:solidFill>
                  <a:srgbClr val="000000"/>
                </a:solidFill>
              </a:rPr>
              <a:t>a</a:t>
            </a:r>
            <a:r>
              <a:rPr sz="4000" spc="10" dirty="0">
                <a:solidFill>
                  <a:srgbClr val="000000"/>
                </a:solidFill>
              </a:rPr>
              <a:t>t</a:t>
            </a:r>
            <a:r>
              <a:rPr sz="4000" spc="-10" dirty="0">
                <a:solidFill>
                  <a:srgbClr val="000000"/>
                </a:solidFill>
              </a:rPr>
              <a:t>i</a:t>
            </a:r>
            <a:r>
              <a:rPr sz="4000" spc="-25" dirty="0">
                <a:solidFill>
                  <a:srgbClr val="000000"/>
                </a:solidFill>
              </a:rPr>
              <a:t>on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299414" y="1788658"/>
            <a:ext cx="7359650" cy="47787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9210" indent="-456511">
              <a:buFont typeface="Arial"/>
              <a:buChar char="•"/>
              <a:tabLst>
                <a:tab pos="469845" algn="l"/>
              </a:tabLst>
            </a:pPr>
            <a:r>
              <a:rPr sz="3200" spc="-20" dirty="0">
                <a:latin typeface="Times New Roman"/>
                <a:cs typeface="Times New Roman"/>
              </a:rPr>
              <a:t>F</a:t>
            </a:r>
            <a:r>
              <a:rPr sz="3200" spc="14" dirty="0">
                <a:latin typeface="Times New Roman"/>
                <a:cs typeface="Times New Roman"/>
              </a:rPr>
              <a:t>ac</a:t>
            </a:r>
            <a:r>
              <a:rPr sz="3200" dirty="0">
                <a:latin typeface="Times New Roman"/>
                <a:cs typeface="Times New Roman"/>
              </a:rPr>
              <a:t>e</a:t>
            </a:r>
            <a:r>
              <a:rPr sz="3200" spc="-14" dirty="0">
                <a:latin typeface="Times New Roman"/>
                <a:cs typeface="Times New Roman"/>
              </a:rPr>
              <a:t> </a:t>
            </a:r>
            <a:r>
              <a:rPr sz="3200" spc="4" dirty="0">
                <a:latin typeface="Times New Roman"/>
                <a:cs typeface="Times New Roman"/>
              </a:rPr>
              <a:t>C</a:t>
            </a:r>
            <a:r>
              <a:rPr sz="3200" dirty="0">
                <a:latin typeface="Times New Roman"/>
                <a:cs typeface="Times New Roman"/>
              </a:rPr>
              <a:t>h</a:t>
            </a:r>
            <a:r>
              <a:rPr sz="3200" spc="-14" dirty="0">
                <a:latin typeface="Times New Roman"/>
                <a:cs typeface="Times New Roman"/>
              </a:rPr>
              <a:t>a</a:t>
            </a:r>
            <a:r>
              <a:rPr sz="3200" spc="4" dirty="0">
                <a:latin typeface="Times New Roman"/>
                <a:cs typeface="Times New Roman"/>
              </a:rPr>
              <a:t>ll</a:t>
            </a:r>
            <a:r>
              <a:rPr sz="3200" spc="-14" dirty="0">
                <a:latin typeface="Times New Roman"/>
                <a:cs typeface="Times New Roman"/>
              </a:rPr>
              <a:t>e</a:t>
            </a:r>
            <a:r>
              <a:rPr sz="3200" dirty="0">
                <a:latin typeface="Times New Roman"/>
                <a:cs typeface="Times New Roman"/>
              </a:rPr>
              <a:t>n</a:t>
            </a:r>
            <a:r>
              <a:rPr sz="3200" spc="30" dirty="0">
                <a:latin typeface="Times New Roman"/>
                <a:cs typeface="Times New Roman"/>
              </a:rPr>
              <a:t>g</a:t>
            </a:r>
            <a:r>
              <a:rPr sz="3200" spc="-14" dirty="0">
                <a:latin typeface="Times New Roman"/>
                <a:cs typeface="Times New Roman"/>
              </a:rPr>
              <a:t>e</a:t>
            </a:r>
            <a:r>
              <a:rPr sz="3200" dirty="0">
                <a:latin typeface="Times New Roman"/>
                <a:cs typeface="Times New Roman"/>
              </a:rPr>
              <a:t>s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w</a:t>
            </a:r>
            <a:r>
              <a:rPr sz="3200" spc="4" dirty="0">
                <a:latin typeface="Times New Roman"/>
                <a:cs typeface="Times New Roman"/>
              </a:rPr>
              <a:t>it</a:t>
            </a:r>
            <a:r>
              <a:rPr sz="3200" dirty="0">
                <a:latin typeface="Times New Roman"/>
                <a:cs typeface="Times New Roman"/>
              </a:rPr>
              <a:t>h </a:t>
            </a:r>
            <a:r>
              <a:rPr sz="3200" spc="-25" dirty="0">
                <a:latin typeface="Times New Roman"/>
                <a:cs typeface="Times New Roman"/>
              </a:rPr>
              <a:t>C</a:t>
            </a:r>
            <a:r>
              <a:rPr sz="3200" spc="30" dirty="0">
                <a:latin typeface="Times New Roman"/>
                <a:cs typeface="Times New Roman"/>
              </a:rPr>
              <a:t>o</a:t>
            </a:r>
            <a:r>
              <a:rPr sz="3200" spc="4" dirty="0">
                <a:latin typeface="Times New Roman"/>
                <a:cs typeface="Times New Roman"/>
              </a:rPr>
              <a:t>m</a:t>
            </a:r>
            <a:r>
              <a:rPr sz="3200" spc="-30" dirty="0">
                <a:latin typeface="Times New Roman"/>
                <a:cs typeface="Times New Roman"/>
              </a:rPr>
              <a:t>m</a:t>
            </a:r>
            <a:r>
              <a:rPr sz="3200" spc="30" dirty="0">
                <a:latin typeface="Times New Roman"/>
                <a:cs typeface="Times New Roman"/>
              </a:rPr>
              <a:t>o</a:t>
            </a:r>
            <a:r>
              <a:rPr sz="3200" dirty="0">
                <a:latin typeface="Times New Roman"/>
                <a:cs typeface="Times New Roman"/>
              </a:rPr>
              <a:t>n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10" dirty="0">
                <a:latin typeface="Times New Roman"/>
                <a:cs typeface="Times New Roman"/>
              </a:rPr>
              <a:t>S</a:t>
            </a:r>
            <a:r>
              <a:rPr sz="3200" spc="-14" dirty="0">
                <a:latin typeface="Times New Roman"/>
                <a:cs typeface="Times New Roman"/>
              </a:rPr>
              <a:t>e</a:t>
            </a:r>
            <a:r>
              <a:rPr sz="3200" spc="30" dirty="0">
                <a:latin typeface="Times New Roman"/>
                <a:cs typeface="Times New Roman"/>
              </a:rPr>
              <a:t>n</a:t>
            </a:r>
            <a:r>
              <a:rPr sz="3200" dirty="0">
                <a:latin typeface="Times New Roman"/>
                <a:cs typeface="Times New Roman"/>
              </a:rPr>
              <a:t>se</a:t>
            </a:r>
          </a:p>
          <a:p>
            <a:pPr marL="469210" indent="-456511">
              <a:spcBef>
                <a:spcPts val="2685"/>
              </a:spcBef>
              <a:buFont typeface="Arial"/>
              <a:buChar char="•"/>
              <a:tabLst>
                <a:tab pos="469845" algn="l"/>
              </a:tabLst>
            </a:pPr>
            <a:r>
              <a:rPr sz="3200" spc="-20" dirty="0">
                <a:latin typeface="Times New Roman"/>
                <a:cs typeface="Times New Roman"/>
              </a:rPr>
              <a:t>F</a:t>
            </a:r>
            <a:r>
              <a:rPr sz="3200" spc="30" dirty="0">
                <a:latin typeface="Times New Roman"/>
                <a:cs typeface="Times New Roman"/>
              </a:rPr>
              <a:t>o</a:t>
            </a:r>
            <a:r>
              <a:rPr sz="3200" spc="-14" dirty="0">
                <a:latin typeface="Times New Roman"/>
                <a:cs typeface="Times New Roman"/>
              </a:rPr>
              <a:t>c</a:t>
            </a:r>
            <a:r>
              <a:rPr sz="3200" dirty="0">
                <a:latin typeface="Times New Roman"/>
                <a:cs typeface="Times New Roman"/>
              </a:rPr>
              <a:t>us on </a:t>
            </a:r>
            <a:r>
              <a:rPr sz="3200" spc="-10" dirty="0">
                <a:latin typeface="Times New Roman"/>
                <a:cs typeface="Times New Roman"/>
              </a:rPr>
              <a:t>w</a:t>
            </a:r>
            <a:r>
              <a:rPr sz="3200" dirty="0">
                <a:latin typeface="Times New Roman"/>
                <a:cs typeface="Times New Roman"/>
              </a:rPr>
              <a:t>h</a:t>
            </a:r>
            <a:r>
              <a:rPr sz="3200" spc="14" dirty="0">
                <a:latin typeface="Times New Roman"/>
                <a:cs typeface="Times New Roman"/>
              </a:rPr>
              <a:t>a</a:t>
            </a:r>
            <a:r>
              <a:rPr sz="3200" dirty="0">
                <a:latin typeface="Times New Roman"/>
                <a:cs typeface="Times New Roman"/>
              </a:rPr>
              <a:t>t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spc="4" dirty="0">
                <a:latin typeface="Times New Roman"/>
                <a:cs typeface="Times New Roman"/>
              </a:rPr>
              <a:t>i</a:t>
            </a:r>
            <a:r>
              <a:rPr sz="3200" dirty="0">
                <a:latin typeface="Times New Roman"/>
                <a:cs typeface="Times New Roman"/>
              </a:rPr>
              <a:t>s </a:t>
            </a:r>
            <a:r>
              <a:rPr lang="en-IN" sz="3200" dirty="0">
                <a:latin typeface="Times New Roman"/>
                <a:cs typeface="Times New Roman"/>
              </a:rPr>
              <a:t>D</a:t>
            </a:r>
            <a:r>
              <a:rPr lang="en-IN" sz="3200" dirty="0" smtClean="0">
                <a:latin typeface="Times New Roman"/>
                <a:cs typeface="Times New Roman"/>
              </a:rPr>
              <a:t>o</a:t>
            </a:r>
            <a:r>
              <a:rPr sz="3200" spc="14" dirty="0" smtClean="0">
                <a:latin typeface="Times New Roman"/>
                <a:cs typeface="Times New Roman"/>
              </a:rPr>
              <a:t>a</a:t>
            </a:r>
            <a:r>
              <a:rPr sz="3200" dirty="0" smtClean="0">
                <a:latin typeface="Times New Roman"/>
                <a:cs typeface="Times New Roman"/>
              </a:rPr>
              <a:t>b</a:t>
            </a:r>
            <a:r>
              <a:rPr sz="3200" spc="4" dirty="0" smtClean="0">
                <a:latin typeface="Times New Roman"/>
                <a:cs typeface="Times New Roman"/>
              </a:rPr>
              <a:t>l</a:t>
            </a:r>
            <a:r>
              <a:rPr sz="3200" dirty="0" smtClean="0">
                <a:latin typeface="Times New Roman"/>
                <a:cs typeface="Times New Roman"/>
              </a:rPr>
              <a:t>e</a:t>
            </a:r>
            <a:endParaRPr sz="3200" dirty="0">
              <a:latin typeface="Times New Roman"/>
              <a:cs typeface="Times New Roman"/>
            </a:endParaRPr>
          </a:p>
          <a:p>
            <a:pPr marL="469210" indent="-456511">
              <a:spcBef>
                <a:spcPts val="2685"/>
              </a:spcBef>
              <a:buFont typeface="Arial"/>
              <a:buChar char="•"/>
              <a:tabLst>
                <a:tab pos="469845" algn="l"/>
              </a:tabLst>
            </a:pPr>
            <a:r>
              <a:rPr sz="3200" spc="-20" dirty="0">
                <a:latin typeface="Times New Roman"/>
                <a:cs typeface="Times New Roman"/>
              </a:rPr>
              <a:t>F</a:t>
            </a:r>
            <a:r>
              <a:rPr sz="3200" spc="20" dirty="0">
                <a:latin typeface="Times New Roman"/>
                <a:cs typeface="Times New Roman"/>
              </a:rPr>
              <a:t>r</a:t>
            </a:r>
            <a:r>
              <a:rPr sz="3200" spc="-14" dirty="0">
                <a:latin typeface="Times New Roman"/>
                <a:cs typeface="Times New Roman"/>
              </a:rPr>
              <a:t>a</a:t>
            </a:r>
            <a:r>
              <a:rPr sz="3200" spc="4" dirty="0">
                <a:latin typeface="Times New Roman"/>
                <a:cs typeface="Times New Roman"/>
              </a:rPr>
              <a:t>m</a:t>
            </a:r>
            <a:r>
              <a:rPr sz="3200" spc="14" dirty="0">
                <a:latin typeface="Times New Roman"/>
                <a:cs typeface="Times New Roman"/>
              </a:rPr>
              <a:t>e</a:t>
            </a:r>
            <a:r>
              <a:rPr sz="3200" spc="-10" dirty="0">
                <a:latin typeface="Times New Roman"/>
                <a:cs typeface="Times New Roman"/>
              </a:rPr>
              <a:t>w</a:t>
            </a:r>
            <a:r>
              <a:rPr sz="3200" dirty="0">
                <a:latin typeface="Times New Roman"/>
                <a:cs typeface="Times New Roman"/>
              </a:rPr>
              <a:t>o</a:t>
            </a:r>
            <a:r>
              <a:rPr sz="3200" spc="20" dirty="0">
                <a:latin typeface="Times New Roman"/>
                <a:cs typeface="Times New Roman"/>
              </a:rPr>
              <a:t>r</a:t>
            </a:r>
            <a:r>
              <a:rPr sz="3200" dirty="0">
                <a:latin typeface="Times New Roman"/>
                <a:cs typeface="Times New Roman"/>
              </a:rPr>
              <a:t>k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4" dirty="0">
                <a:latin typeface="Times New Roman"/>
                <a:cs typeface="Times New Roman"/>
              </a:rPr>
              <a:t>t</a:t>
            </a:r>
            <a:r>
              <a:rPr sz="3200" dirty="0">
                <a:latin typeface="Times New Roman"/>
                <a:cs typeface="Times New Roman"/>
              </a:rPr>
              <a:t>o </a:t>
            </a:r>
            <a:r>
              <a:rPr sz="3200" spc="4" dirty="0">
                <a:latin typeface="Times New Roman"/>
                <a:cs typeface="Times New Roman"/>
              </a:rPr>
              <a:t>m</a:t>
            </a:r>
            <a:r>
              <a:rPr sz="3200" spc="-14" dirty="0">
                <a:latin typeface="Times New Roman"/>
                <a:cs typeface="Times New Roman"/>
              </a:rPr>
              <a:t>a</a:t>
            </a:r>
            <a:r>
              <a:rPr sz="3200" spc="30" dirty="0">
                <a:latin typeface="Times New Roman"/>
                <a:cs typeface="Times New Roman"/>
              </a:rPr>
              <a:t>k</a:t>
            </a:r>
            <a:r>
              <a:rPr sz="3200" dirty="0">
                <a:latin typeface="Times New Roman"/>
                <a:cs typeface="Times New Roman"/>
              </a:rPr>
              <a:t>e</a:t>
            </a:r>
            <a:r>
              <a:rPr sz="3200" spc="-14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D</a:t>
            </a:r>
            <a:r>
              <a:rPr sz="3200" spc="-14" dirty="0">
                <a:latin typeface="Times New Roman"/>
                <a:cs typeface="Times New Roman"/>
              </a:rPr>
              <a:t>e</a:t>
            </a:r>
            <a:r>
              <a:rPr sz="3200" spc="14" dirty="0">
                <a:latin typeface="Times New Roman"/>
                <a:cs typeface="Times New Roman"/>
              </a:rPr>
              <a:t>c</a:t>
            </a:r>
            <a:r>
              <a:rPr sz="3200" spc="4" dirty="0">
                <a:latin typeface="Times New Roman"/>
                <a:cs typeface="Times New Roman"/>
              </a:rPr>
              <a:t>i</a:t>
            </a:r>
            <a:r>
              <a:rPr sz="3200" dirty="0">
                <a:latin typeface="Times New Roman"/>
                <a:cs typeface="Times New Roman"/>
              </a:rPr>
              <a:t>s</a:t>
            </a:r>
            <a:r>
              <a:rPr sz="3200" spc="-30" dirty="0">
                <a:latin typeface="Times New Roman"/>
                <a:cs typeface="Times New Roman"/>
              </a:rPr>
              <a:t>i</a:t>
            </a:r>
            <a:r>
              <a:rPr sz="3200" spc="30" dirty="0">
                <a:latin typeface="Times New Roman"/>
                <a:cs typeface="Times New Roman"/>
              </a:rPr>
              <a:t>o</a:t>
            </a:r>
            <a:r>
              <a:rPr sz="3200" dirty="0">
                <a:latin typeface="Times New Roman"/>
                <a:cs typeface="Times New Roman"/>
              </a:rPr>
              <a:t>ns</a:t>
            </a:r>
          </a:p>
          <a:p>
            <a:pPr marL="469210" indent="-456511">
              <a:spcBef>
                <a:spcPts val="2685"/>
              </a:spcBef>
              <a:buFont typeface="Arial"/>
              <a:buChar char="•"/>
              <a:tabLst>
                <a:tab pos="469845" algn="l"/>
              </a:tabLst>
            </a:pPr>
            <a:r>
              <a:rPr sz="3200" dirty="0">
                <a:latin typeface="Times New Roman"/>
                <a:cs typeface="Times New Roman"/>
              </a:rPr>
              <a:t>M</a:t>
            </a:r>
            <a:r>
              <a:rPr sz="3200" spc="4" dirty="0">
                <a:latin typeface="Times New Roman"/>
                <a:cs typeface="Times New Roman"/>
              </a:rPr>
              <a:t>i</a:t>
            </a:r>
            <a:r>
              <a:rPr sz="3200" dirty="0">
                <a:latin typeface="Times New Roman"/>
                <a:cs typeface="Times New Roman"/>
              </a:rPr>
              <a:t>nds</a:t>
            </a:r>
            <a:r>
              <a:rPr sz="3200" spc="-14" dirty="0">
                <a:latin typeface="Times New Roman"/>
                <a:cs typeface="Times New Roman"/>
              </a:rPr>
              <a:t>e</a:t>
            </a:r>
            <a:r>
              <a:rPr sz="3200" dirty="0">
                <a:latin typeface="Times New Roman"/>
                <a:cs typeface="Times New Roman"/>
              </a:rPr>
              <a:t>t</a:t>
            </a:r>
            <a:r>
              <a:rPr sz="3200" spc="4" dirty="0">
                <a:latin typeface="Times New Roman"/>
                <a:cs typeface="Times New Roman"/>
              </a:rPr>
              <a:t> </a:t>
            </a:r>
            <a:r>
              <a:rPr sz="3200" spc="-14" dirty="0">
                <a:latin typeface="Times New Roman"/>
                <a:cs typeface="Times New Roman"/>
              </a:rPr>
              <a:t>a</a:t>
            </a:r>
            <a:r>
              <a:rPr sz="3200" spc="30" dirty="0">
                <a:latin typeface="Times New Roman"/>
                <a:cs typeface="Times New Roman"/>
              </a:rPr>
              <a:t>n</a:t>
            </a:r>
            <a:r>
              <a:rPr sz="3200" dirty="0">
                <a:latin typeface="Times New Roman"/>
                <a:cs typeface="Times New Roman"/>
              </a:rPr>
              <a:t>d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spc="10" dirty="0">
                <a:latin typeface="Times New Roman"/>
                <a:cs typeface="Times New Roman"/>
              </a:rPr>
              <a:t>P</a:t>
            </a:r>
            <a:r>
              <a:rPr sz="3200" spc="-10" dirty="0">
                <a:latin typeface="Times New Roman"/>
                <a:cs typeface="Times New Roman"/>
              </a:rPr>
              <a:t>r</a:t>
            </a:r>
            <a:r>
              <a:rPr sz="3200" spc="-14" dirty="0">
                <a:latin typeface="Times New Roman"/>
                <a:cs typeface="Times New Roman"/>
              </a:rPr>
              <a:t>a</a:t>
            </a:r>
            <a:r>
              <a:rPr sz="3200" spc="14" dirty="0">
                <a:latin typeface="Times New Roman"/>
                <a:cs typeface="Times New Roman"/>
              </a:rPr>
              <a:t>c</a:t>
            </a:r>
            <a:r>
              <a:rPr sz="3200" spc="4" dirty="0">
                <a:latin typeface="Times New Roman"/>
                <a:cs typeface="Times New Roman"/>
              </a:rPr>
              <a:t>t</a:t>
            </a:r>
            <a:r>
              <a:rPr sz="3200" spc="-30" dirty="0">
                <a:latin typeface="Times New Roman"/>
                <a:cs typeface="Times New Roman"/>
              </a:rPr>
              <a:t>i</a:t>
            </a:r>
            <a:r>
              <a:rPr sz="3200" spc="14" dirty="0">
                <a:latin typeface="Times New Roman"/>
                <a:cs typeface="Times New Roman"/>
              </a:rPr>
              <a:t>ca</a:t>
            </a:r>
            <a:r>
              <a:rPr sz="3200" dirty="0">
                <a:latin typeface="Times New Roman"/>
                <a:cs typeface="Times New Roman"/>
              </a:rPr>
              <a:t>l</a:t>
            </a:r>
            <a:r>
              <a:rPr sz="3200" spc="-219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A</a:t>
            </a:r>
            <a:r>
              <a:rPr sz="3200" dirty="0">
                <a:latin typeface="Times New Roman"/>
                <a:cs typeface="Times New Roman"/>
              </a:rPr>
              <a:t>p</a:t>
            </a:r>
            <a:r>
              <a:rPr sz="3200" spc="30" dirty="0">
                <a:latin typeface="Times New Roman"/>
                <a:cs typeface="Times New Roman"/>
              </a:rPr>
              <a:t>p</a:t>
            </a:r>
            <a:r>
              <a:rPr sz="3200" spc="-10" dirty="0">
                <a:latin typeface="Times New Roman"/>
                <a:cs typeface="Times New Roman"/>
              </a:rPr>
              <a:t>r</a:t>
            </a:r>
            <a:r>
              <a:rPr sz="3200" dirty="0">
                <a:latin typeface="Times New Roman"/>
                <a:cs typeface="Times New Roman"/>
              </a:rPr>
              <a:t>o</a:t>
            </a:r>
            <a:r>
              <a:rPr sz="3200" spc="14" dirty="0">
                <a:latin typeface="Times New Roman"/>
                <a:cs typeface="Times New Roman"/>
              </a:rPr>
              <a:t>a</a:t>
            </a:r>
            <a:r>
              <a:rPr sz="3200" spc="-14" dirty="0">
                <a:latin typeface="Times New Roman"/>
                <a:cs typeface="Times New Roman"/>
              </a:rPr>
              <a:t>c</a:t>
            </a:r>
            <a:r>
              <a:rPr sz="3200" dirty="0">
                <a:latin typeface="Times New Roman"/>
                <a:cs typeface="Times New Roman"/>
              </a:rPr>
              <a:t>h</a:t>
            </a:r>
          </a:p>
          <a:p>
            <a:pPr marL="469210" indent="-456511">
              <a:spcBef>
                <a:spcPts val="2685"/>
              </a:spcBef>
              <a:buFont typeface="Arial"/>
              <a:buChar char="•"/>
              <a:tabLst>
                <a:tab pos="469845" algn="l"/>
              </a:tabLst>
            </a:pPr>
            <a:r>
              <a:rPr sz="3200" spc="-10" dirty="0">
                <a:latin typeface="Times New Roman"/>
                <a:cs typeface="Times New Roman"/>
              </a:rPr>
              <a:t>I</a:t>
            </a:r>
            <a:r>
              <a:rPr sz="3200" dirty="0">
                <a:latin typeface="Times New Roman"/>
                <a:cs typeface="Times New Roman"/>
              </a:rPr>
              <a:t>t</a:t>
            </a:r>
            <a:r>
              <a:rPr sz="3200" spc="4" dirty="0">
                <a:latin typeface="Times New Roman"/>
                <a:cs typeface="Times New Roman"/>
              </a:rPr>
              <a:t> </a:t>
            </a:r>
            <a:r>
              <a:rPr sz="3200" spc="-30" dirty="0">
                <a:latin typeface="Times New Roman"/>
                <a:cs typeface="Times New Roman"/>
              </a:rPr>
              <a:t>i</a:t>
            </a:r>
            <a:r>
              <a:rPr sz="3200" dirty="0">
                <a:latin typeface="Times New Roman"/>
                <a:cs typeface="Times New Roman"/>
              </a:rPr>
              <a:t>s</a:t>
            </a:r>
            <a:r>
              <a:rPr sz="3200" spc="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not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imes New Roman"/>
                <a:cs typeface="Times New Roman"/>
              </a:rPr>
              <a:t>F</a:t>
            </a:r>
            <a:r>
              <a:rPr sz="3200" dirty="0">
                <a:latin typeface="Times New Roman"/>
                <a:cs typeface="Times New Roman"/>
              </a:rPr>
              <a:t>o</a:t>
            </a:r>
            <a:r>
              <a:rPr sz="3200" spc="20" dirty="0">
                <a:latin typeface="Times New Roman"/>
                <a:cs typeface="Times New Roman"/>
              </a:rPr>
              <a:t>r</a:t>
            </a:r>
            <a:r>
              <a:rPr sz="3200" spc="4" dirty="0">
                <a:latin typeface="Times New Roman"/>
                <a:cs typeface="Times New Roman"/>
              </a:rPr>
              <a:t>m</a:t>
            </a:r>
            <a:r>
              <a:rPr sz="3200" dirty="0">
                <a:latin typeface="Times New Roman"/>
                <a:cs typeface="Times New Roman"/>
              </a:rPr>
              <a:t>u</a:t>
            </a:r>
            <a:r>
              <a:rPr sz="3200" spc="-30" dirty="0">
                <a:latin typeface="Times New Roman"/>
                <a:cs typeface="Times New Roman"/>
              </a:rPr>
              <a:t>l</a:t>
            </a:r>
            <a:r>
              <a:rPr sz="3200" dirty="0">
                <a:latin typeface="Times New Roman"/>
                <a:cs typeface="Times New Roman"/>
              </a:rPr>
              <a:t>a</a:t>
            </a:r>
          </a:p>
          <a:p>
            <a:pPr marL="469210" indent="-456511">
              <a:spcBef>
                <a:spcPts val="2685"/>
              </a:spcBef>
              <a:buFont typeface="Arial"/>
              <a:buChar char="•"/>
              <a:tabLst>
                <a:tab pos="469845" algn="l"/>
              </a:tabLst>
            </a:pPr>
            <a:r>
              <a:rPr sz="3200" spc="-10" dirty="0">
                <a:latin typeface="Times New Roman"/>
                <a:cs typeface="Times New Roman"/>
              </a:rPr>
              <a:t>I</a:t>
            </a:r>
            <a:r>
              <a:rPr sz="3200" dirty="0">
                <a:latin typeface="Times New Roman"/>
                <a:cs typeface="Times New Roman"/>
              </a:rPr>
              <a:t>t</a:t>
            </a:r>
            <a:r>
              <a:rPr sz="3200" spc="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not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spc="4" dirty="0">
                <a:latin typeface="Times New Roman"/>
                <a:cs typeface="Times New Roman"/>
              </a:rPr>
              <a:t>m</a:t>
            </a:r>
            <a:r>
              <a:rPr sz="3200" spc="14" dirty="0">
                <a:latin typeface="Times New Roman"/>
                <a:cs typeface="Times New Roman"/>
              </a:rPr>
              <a:t>e</a:t>
            </a:r>
            <a:r>
              <a:rPr sz="3200" spc="-14" dirty="0">
                <a:latin typeface="Times New Roman"/>
                <a:cs typeface="Times New Roman"/>
              </a:rPr>
              <a:t>a</a:t>
            </a:r>
            <a:r>
              <a:rPr sz="3200" dirty="0">
                <a:latin typeface="Times New Roman"/>
                <a:cs typeface="Times New Roman"/>
              </a:rPr>
              <a:t>ns </a:t>
            </a:r>
            <a:r>
              <a:rPr sz="3200" spc="-30" dirty="0">
                <a:latin typeface="Times New Roman"/>
                <a:cs typeface="Times New Roman"/>
              </a:rPr>
              <a:t>t</a:t>
            </a:r>
            <a:r>
              <a:rPr sz="3200" spc="30" dirty="0">
                <a:latin typeface="Times New Roman"/>
                <a:cs typeface="Times New Roman"/>
              </a:rPr>
              <a:t>h</a:t>
            </a:r>
            <a:r>
              <a:rPr sz="3200" spc="-14" dirty="0">
                <a:latin typeface="Times New Roman"/>
                <a:cs typeface="Times New Roman"/>
              </a:rPr>
              <a:t>a</a:t>
            </a:r>
            <a:r>
              <a:rPr sz="3200" dirty="0">
                <a:latin typeface="Times New Roman"/>
                <a:cs typeface="Times New Roman"/>
              </a:rPr>
              <a:t>t</a:t>
            </a:r>
            <a:r>
              <a:rPr sz="3200" spc="4" dirty="0">
                <a:latin typeface="Times New Roman"/>
                <a:cs typeface="Times New Roman"/>
              </a:rPr>
              <a:t> </a:t>
            </a:r>
            <a:r>
              <a:rPr sz="3200" spc="-4" dirty="0">
                <a:latin typeface="Times New Roman"/>
                <a:cs typeface="Times New Roman"/>
              </a:rPr>
              <a:t>E</a:t>
            </a:r>
            <a:r>
              <a:rPr sz="3200" dirty="0">
                <a:latin typeface="Times New Roman"/>
                <a:cs typeface="Times New Roman"/>
              </a:rPr>
              <a:t>n</a:t>
            </a:r>
            <a:r>
              <a:rPr sz="3200" spc="4" dirty="0">
                <a:latin typeface="Times New Roman"/>
                <a:cs typeface="Times New Roman"/>
              </a:rPr>
              <a:t>t</a:t>
            </a:r>
            <a:r>
              <a:rPr sz="3200" spc="-10" dirty="0">
                <a:latin typeface="Times New Roman"/>
                <a:cs typeface="Times New Roman"/>
              </a:rPr>
              <a:t>r</a:t>
            </a:r>
            <a:r>
              <a:rPr sz="3200" spc="-14" dirty="0">
                <a:latin typeface="Times New Roman"/>
                <a:cs typeface="Times New Roman"/>
              </a:rPr>
              <a:t>e</a:t>
            </a:r>
            <a:r>
              <a:rPr sz="3200" spc="30" dirty="0">
                <a:latin typeface="Times New Roman"/>
                <a:cs typeface="Times New Roman"/>
              </a:rPr>
              <a:t>p</a:t>
            </a:r>
            <a:r>
              <a:rPr sz="3200" spc="-10" dirty="0">
                <a:latin typeface="Times New Roman"/>
                <a:cs typeface="Times New Roman"/>
              </a:rPr>
              <a:t>r</a:t>
            </a:r>
            <a:r>
              <a:rPr sz="3200" spc="14" dirty="0">
                <a:latin typeface="Times New Roman"/>
                <a:cs typeface="Times New Roman"/>
              </a:rPr>
              <a:t>e</a:t>
            </a:r>
            <a:r>
              <a:rPr sz="3200" spc="-35" dirty="0">
                <a:latin typeface="Times New Roman"/>
                <a:cs typeface="Times New Roman"/>
              </a:rPr>
              <a:t>n</a:t>
            </a:r>
            <a:r>
              <a:rPr sz="3200" spc="14" dirty="0">
                <a:latin typeface="Times New Roman"/>
                <a:cs typeface="Times New Roman"/>
              </a:rPr>
              <a:t>e</a:t>
            </a:r>
            <a:r>
              <a:rPr sz="3200" dirty="0">
                <a:latin typeface="Times New Roman"/>
                <a:cs typeface="Times New Roman"/>
              </a:rPr>
              <a:t>u</a:t>
            </a:r>
            <a:r>
              <a:rPr sz="3200" spc="-10" dirty="0">
                <a:latin typeface="Times New Roman"/>
                <a:cs typeface="Times New Roman"/>
              </a:rPr>
              <a:t>r</a:t>
            </a:r>
            <a:r>
              <a:rPr sz="3200" dirty="0">
                <a:latin typeface="Times New Roman"/>
                <a:cs typeface="Times New Roman"/>
              </a:rPr>
              <a:t>s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do</a:t>
            </a:r>
            <a:r>
              <a:rPr sz="3200" spc="30" dirty="0">
                <a:latin typeface="Times New Roman"/>
                <a:cs typeface="Times New Roman"/>
              </a:rPr>
              <a:t>n</a:t>
            </a:r>
            <a:r>
              <a:rPr sz="3200" spc="-75" dirty="0">
                <a:latin typeface="Times New Roman"/>
                <a:cs typeface="Times New Roman"/>
              </a:rPr>
              <a:t>’</a:t>
            </a:r>
            <a:r>
              <a:rPr sz="3200" dirty="0">
                <a:latin typeface="Times New Roman"/>
                <a:cs typeface="Times New Roman"/>
              </a:rPr>
              <a:t>t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imes New Roman"/>
                <a:cs typeface="Times New Roman"/>
              </a:rPr>
              <a:t>P</a:t>
            </a:r>
            <a:r>
              <a:rPr sz="3200" spc="4" dirty="0">
                <a:latin typeface="Times New Roman"/>
                <a:cs typeface="Times New Roman"/>
              </a:rPr>
              <a:t>l</a:t>
            </a:r>
            <a:r>
              <a:rPr sz="3200" spc="-14" dirty="0">
                <a:latin typeface="Times New Roman"/>
                <a:cs typeface="Times New Roman"/>
              </a:rPr>
              <a:t>a</a:t>
            </a:r>
            <a:r>
              <a:rPr sz="3200" dirty="0">
                <a:latin typeface="Times New Roman"/>
                <a:cs typeface="Times New Roman"/>
              </a:rPr>
              <a:t>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39937" y="776031"/>
            <a:ext cx="7978524" cy="8371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5080"/>
            <a:r>
              <a:rPr sz="4300" spc="-4" dirty="0">
                <a:solidFill>
                  <a:srgbClr val="000000"/>
                </a:solidFill>
              </a:rPr>
              <a:t>P</a:t>
            </a:r>
            <a:r>
              <a:rPr sz="4300" spc="-20" dirty="0">
                <a:solidFill>
                  <a:srgbClr val="000000"/>
                </a:solidFill>
              </a:rPr>
              <a:t>r</a:t>
            </a:r>
            <a:r>
              <a:rPr sz="4300" spc="4" dirty="0">
                <a:solidFill>
                  <a:srgbClr val="000000"/>
                </a:solidFill>
              </a:rPr>
              <a:t>i</a:t>
            </a:r>
            <a:r>
              <a:rPr sz="4300" spc="14" dirty="0">
                <a:solidFill>
                  <a:srgbClr val="000000"/>
                </a:solidFill>
              </a:rPr>
              <a:t>n</a:t>
            </a:r>
            <a:r>
              <a:rPr sz="4300" spc="-20" dirty="0">
                <a:solidFill>
                  <a:srgbClr val="000000"/>
                </a:solidFill>
              </a:rPr>
              <a:t>c</a:t>
            </a:r>
            <a:r>
              <a:rPr sz="4300" spc="4" dirty="0">
                <a:solidFill>
                  <a:srgbClr val="000000"/>
                </a:solidFill>
              </a:rPr>
              <a:t>i</a:t>
            </a:r>
            <a:r>
              <a:rPr sz="4300" spc="14" dirty="0">
                <a:solidFill>
                  <a:srgbClr val="000000"/>
                </a:solidFill>
              </a:rPr>
              <a:t>p</a:t>
            </a:r>
            <a:r>
              <a:rPr sz="4300" spc="-40" dirty="0">
                <a:solidFill>
                  <a:srgbClr val="000000"/>
                </a:solidFill>
              </a:rPr>
              <a:t>l</a:t>
            </a:r>
            <a:r>
              <a:rPr sz="4300" spc="25" dirty="0">
                <a:solidFill>
                  <a:srgbClr val="000000"/>
                </a:solidFill>
              </a:rPr>
              <a:t>e</a:t>
            </a:r>
            <a:r>
              <a:rPr sz="4300" dirty="0">
                <a:solidFill>
                  <a:srgbClr val="000000"/>
                </a:solidFill>
              </a:rPr>
              <a:t>s</a:t>
            </a:r>
            <a:r>
              <a:rPr sz="4300" spc="-40" dirty="0">
                <a:solidFill>
                  <a:srgbClr val="000000"/>
                </a:solidFill>
              </a:rPr>
              <a:t> </a:t>
            </a:r>
            <a:r>
              <a:rPr sz="4300" dirty="0">
                <a:solidFill>
                  <a:srgbClr val="000000"/>
                </a:solidFill>
              </a:rPr>
              <a:t>of</a:t>
            </a:r>
            <a:r>
              <a:rPr sz="4300" spc="-14" dirty="0">
                <a:solidFill>
                  <a:srgbClr val="000000"/>
                </a:solidFill>
              </a:rPr>
              <a:t> </a:t>
            </a:r>
            <a:r>
              <a:rPr sz="4300" spc="10" dirty="0">
                <a:solidFill>
                  <a:srgbClr val="000000"/>
                </a:solidFill>
              </a:rPr>
              <a:t>E</a:t>
            </a:r>
            <a:r>
              <a:rPr sz="4300" spc="-14" dirty="0">
                <a:solidFill>
                  <a:srgbClr val="000000"/>
                </a:solidFill>
              </a:rPr>
              <a:t>f</a:t>
            </a:r>
            <a:r>
              <a:rPr sz="4300" spc="30" dirty="0">
                <a:solidFill>
                  <a:srgbClr val="000000"/>
                </a:solidFill>
              </a:rPr>
              <a:t>f</a:t>
            </a:r>
            <a:r>
              <a:rPr sz="4300" spc="-20" dirty="0">
                <a:solidFill>
                  <a:srgbClr val="000000"/>
                </a:solidFill>
              </a:rPr>
              <a:t>e</a:t>
            </a:r>
            <a:r>
              <a:rPr sz="4300" spc="25" dirty="0">
                <a:solidFill>
                  <a:srgbClr val="000000"/>
                </a:solidFill>
              </a:rPr>
              <a:t>c</a:t>
            </a:r>
            <a:r>
              <a:rPr sz="4300" spc="-14" dirty="0">
                <a:solidFill>
                  <a:srgbClr val="000000"/>
                </a:solidFill>
              </a:rPr>
              <a:t>t</a:t>
            </a:r>
            <a:r>
              <a:rPr sz="4300" spc="-30" dirty="0">
                <a:solidFill>
                  <a:srgbClr val="000000"/>
                </a:solidFill>
              </a:rPr>
              <a:t>u</a:t>
            </a:r>
            <a:r>
              <a:rPr sz="4300" spc="40" dirty="0">
                <a:solidFill>
                  <a:srgbClr val="000000"/>
                </a:solidFill>
              </a:rPr>
              <a:t>a</a:t>
            </a:r>
            <a:r>
              <a:rPr sz="4300" spc="-14" dirty="0">
                <a:solidFill>
                  <a:srgbClr val="000000"/>
                </a:solidFill>
              </a:rPr>
              <a:t>t</a:t>
            </a:r>
            <a:r>
              <a:rPr sz="4300" spc="4" dirty="0">
                <a:solidFill>
                  <a:srgbClr val="000000"/>
                </a:solidFill>
              </a:rPr>
              <a:t>i</a:t>
            </a:r>
            <a:r>
              <a:rPr sz="4300" dirty="0">
                <a:solidFill>
                  <a:srgbClr val="000000"/>
                </a:solidFill>
              </a:rPr>
              <a:t>o</a:t>
            </a:r>
            <a:r>
              <a:rPr sz="4300" spc="-14" dirty="0">
                <a:solidFill>
                  <a:srgbClr val="000000"/>
                </a:solidFill>
              </a:rPr>
              <a:t>n</a:t>
            </a:r>
            <a:r>
              <a:rPr sz="5300" dirty="0">
                <a:solidFill>
                  <a:srgbClr val="000000"/>
                </a:solidFill>
              </a:rPr>
              <a:t>:</a:t>
            </a:r>
            <a:endParaRPr sz="5300"/>
          </a:p>
        </p:txBody>
      </p:sp>
      <p:sp>
        <p:nvSpPr>
          <p:cNvPr id="3" name="object 3"/>
          <p:cNvSpPr/>
          <p:nvPr/>
        </p:nvSpPr>
        <p:spPr>
          <a:xfrm>
            <a:off x="803149" y="1644396"/>
            <a:ext cx="8569451" cy="521360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39937" y="776032"/>
            <a:ext cx="7978524" cy="842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5080">
              <a:lnSpc>
                <a:spcPts val="6455"/>
              </a:lnSpc>
            </a:pPr>
            <a:r>
              <a:rPr sz="4300" spc="-4" dirty="0">
                <a:solidFill>
                  <a:srgbClr val="000000"/>
                </a:solidFill>
              </a:rPr>
              <a:t>P</a:t>
            </a:r>
            <a:r>
              <a:rPr sz="4300" spc="-20" dirty="0">
                <a:solidFill>
                  <a:srgbClr val="000000"/>
                </a:solidFill>
              </a:rPr>
              <a:t>r</a:t>
            </a:r>
            <a:r>
              <a:rPr sz="4300" spc="4" dirty="0">
                <a:solidFill>
                  <a:srgbClr val="000000"/>
                </a:solidFill>
              </a:rPr>
              <a:t>i</a:t>
            </a:r>
            <a:r>
              <a:rPr sz="4300" spc="14" dirty="0">
                <a:solidFill>
                  <a:srgbClr val="000000"/>
                </a:solidFill>
              </a:rPr>
              <a:t>n</a:t>
            </a:r>
            <a:r>
              <a:rPr sz="4300" spc="-20" dirty="0">
                <a:solidFill>
                  <a:srgbClr val="000000"/>
                </a:solidFill>
              </a:rPr>
              <a:t>c</a:t>
            </a:r>
            <a:r>
              <a:rPr sz="4300" spc="4" dirty="0">
                <a:solidFill>
                  <a:srgbClr val="000000"/>
                </a:solidFill>
              </a:rPr>
              <a:t>i</a:t>
            </a:r>
            <a:r>
              <a:rPr sz="4300" spc="14" dirty="0">
                <a:solidFill>
                  <a:srgbClr val="000000"/>
                </a:solidFill>
              </a:rPr>
              <a:t>p</a:t>
            </a:r>
            <a:r>
              <a:rPr sz="4300" spc="-40" dirty="0">
                <a:solidFill>
                  <a:srgbClr val="000000"/>
                </a:solidFill>
              </a:rPr>
              <a:t>l</a:t>
            </a:r>
            <a:r>
              <a:rPr sz="4300" spc="25" dirty="0">
                <a:solidFill>
                  <a:srgbClr val="000000"/>
                </a:solidFill>
              </a:rPr>
              <a:t>e</a:t>
            </a:r>
            <a:r>
              <a:rPr sz="4300" dirty="0">
                <a:solidFill>
                  <a:srgbClr val="000000"/>
                </a:solidFill>
              </a:rPr>
              <a:t>s</a:t>
            </a:r>
            <a:r>
              <a:rPr sz="4300" spc="-40" dirty="0">
                <a:solidFill>
                  <a:srgbClr val="000000"/>
                </a:solidFill>
              </a:rPr>
              <a:t> </a:t>
            </a:r>
            <a:r>
              <a:rPr sz="4300" dirty="0">
                <a:solidFill>
                  <a:srgbClr val="000000"/>
                </a:solidFill>
              </a:rPr>
              <a:t>of</a:t>
            </a:r>
            <a:r>
              <a:rPr sz="4300" spc="-14" dirty="0">
                <a:solidFill>
                  <a:srgbClr val="000000"/>
                </a:solidFill>
              </a:rPr>
              <a:t> </a:t>
            </a:r>
            <a:r>
              <a:rPr sz="4300" spc="10" dirty="0">
                <a:solidFill>
                  <a:srgbClr val="000000"/>
                </a:solidFill>
              </a:rPr>
              <a:t>E</a:t>
            </a:r>
            <a:r>
              <a:rPr sz="4300" spc="-14" dirty="0">
                <a:solidFill>
                  <a:srgbClr val="000000"/>
                </a:solidFill>
              </a:rPr>
              <a:t>f</a:t>
            </a:r>
            <a:r>
              <a:rPr sz="4300" spc="30" dirty="0">
                <a:solidFill>
                  <a:srgbClr val="000000"/>
                </a:solidFill>
              </a:rPr>
              <a:t>f</a:t>
            </a:r>
            <a:r>
              <a:rPr sz="4300" spc="-20" dirty="0">
                <a:solidFill>
                  <a:srgbClr val="000000"/>
                </a:solidFill>
              </a:rPr>
              <a:t>e</a:t>
            </a:r>
            <a:r>
              <a:rPr sz="4300" spc="25" dirty="0">
                <a:solidFill>
                  <a:srgbClr val="000000"/>
                </a:solidFill>
              </a:rPr>
              <a:t>c</a:t>
            </a:r>
            <a:r>
              <a:rPr sz="4300" spc="-14" dirty="0">
                <a:solidFill>
                  <a:srgbClr val="000000"/>
                </a:solidFill>
              </a:rPr>
              <a:t>t</a:t>
            </a:r>
            <a:r>
              <a:rPr sz="4300" spc="-30" dirty="0">
                <a:solidFill>
                  <a:srgbClr val="000000"/>
                </a:solidFill>
              </a:rPr>
              <a:t>u</a:t>
            </a:r>
            <a:r>
              <a:rPr sz="4300" spc="40" dirty="0">
                <a:solidFill>
                  <a:srgbClr val="000000"/>
                </a:solidFill>
              </a:rPr>
              <a:t>a</a:t>
            </a:r>
            <a:r>
              <a:rPr sz="4300" spc="-14" dirty="0">
                <a:solidFill>
                  <a:srgbClr val="000000"/>
                </a:solidFill>
              </a:rPr>
              <a:t>t</a:t>
            </a:r>
            <a:r>
              <a:rPr sz="4300" spc="4" dirty="0">
                <a:solidFill>
                  <a:srgbClr val="000000"/>
                </a:solidFill>
              </a:rPr>
              <a:t>i</a:t>
            </a:r>
            <a:r>
              <a:rPr sz="4300" dirty="0">
                <a:solidFill>
                  <a:srgbClr val="000000"/>
                </a:solidFill>
              </a:rPr>
              <a:t>o</a:t>
            </a:r>
            <a:r>
              <a:rPr sz="4300" spc="-14" dirty="0">
                <a:solidFill>
                  <a:srgbClr val="000000"/>
                </a:solidFill>
              </a:rPr>
              <a:t>n</a:t>
            </a:r>
            <a:r>
              <a:rPr sz="5300" dirty="0">
                <a:solidFill>
                  <a:srgbClr val="000000"/>
                </a:solidFill>
              </a:rPr>
              <a:t>:</a:t>
            </a:r>
            <a:endParaRPr sz="5300"/>
          </a:p>
        </p:txBody>
      </p:sp>
      <p:sp>
        <p:nvSpPr>
          <p:cNvPr id="3" name="object 3"/>
          <p:cNvSpPr txBox="1"/>
          <p:nvPr/>
        </p:nvSpPr>
        <p:spPr>
          <a:xfrm>
            <a:off x="994665" y="1624884"/>
            <a:ext cx="8072755" cy="47089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27624" marR="5080" indent="-514924">
              <a:buFont typeface="Arial"/>
              <a:buChar char="•"/>
              <a:tabLst>
                <a:tab pos="528258" algn="l"/>
                <a:tab pos="1283820" algn="l"/>
                <a:tab pos="2139065" algn="l"/>
                <a:tab pos="2604466" algn="l"/>
                <a:tab pos="3619712" algn="l"/>
                <a:tab pos="5286392" algn="l"/>
                <a:tab pos="7448313" algn="l"/>
              </a:tabLst>
            </a:pPr>
            <a:r>
              <a:rPr sz="2800" b="1" spc="-14" dirty="0">
                <a:latin typeface="Times New Roman"/>
                <a:cs typeface="Times New Roman"/>
              </a:rPr>
              <a:t>T</a:t>
            </a:r>
            <a:r>
              <a:rPr sz="2800" b="1" spc="-40" dirty="0">
                <a:latin typeface="Times New Roman"/>
                <a:cs typeface="Times New Roman"/>
              </a:rPr>
              <a:t>h</a:t>
            </a:r>
            <a:r>
              <a:rPr sz="2800" b="1" spc="-14" dirty="0">
                <a:latin typeface="Times New Roman"/>
                <a:cs typeface="Times New Roman"/>
              </a:rPr>
              <a:t>e</a:t>
            </a:r>
            <a:r>
              <a:rPr sz="2800" b="1" dirty="0">
                <a:latin typeface="Times New Roman"/>
                <a:cs typeface="Times New Roman"/>
              </a:rPr>
              <a:t>	</a:t>
            </a:r>
            <a:r>
              <a:rPr sz="2800" b="1" spc="-14" dirty="0">
                <a:latin typeface="Times New Roman"/>
                <a:cs typeface="Times New Roman"/>
              </a:rPr>
              <a:t>B</a:t>
            </a:r>
            <a:r>
              <a:rPr sz="2800" b="1" spc="-4" dirty="0">
                <a:latin typeface="Times New Roman"/>
                <a:cs typeface="Times New Roman"/>
              </a:rPr>
              <a:t>i</a:t>
            </a:r>
            <a:r>
              <a:rPr sz="2800" b="1" spc="-30" dirty="0">
                <a:latin typeface="Times New Roman"/>
                <a:cs typeface="Times New Roman"/>
              </a:rPr>
              <a:t>r</a:t>
            </a:r>
            <a:r>
              <a:rPr sz="2800" b="1" spc="-20" dirty="0">
                <a:latin typeface="Times New Roman"/>
                <a:cs typeface="Times New Roman"/>
              </a:rPr>
              <a:t>d</a:t>
            </a:r>
            <a:r>
              <a:rPr sz="2800" b="1" dirty="0">
                <a:latin typeface="Times New Roman"/>
                <a:cs typeface="Times New Roman"/>
              </a:rPr>
              <a:t>	</a:t>
            </a:r>
            <a:r>
              <a:rPr sz="2800" b="1" spc="-4" dirty="0">
                <a:latin typeface="Times New Roman"/>
                <a:cs typeface="Times New Roman"/>
              </a:rPr>
              <a:t>i</a:t>
            </a:r>
            <a:r>
              <a:rPr sz="2800" b="1" spc="-20" dirty="0">
                <a:latin typeface="Times New Roman"/>
                <a:cs typeface="Times New Roman"/>
              </a:rPr>
              <a:t>n</a:t>
            </a:r>
            <a:r>
              <a:rPr sz="2800" b="1" dirty="0">
                <a:latin typeface="Times New Roman"/>
                <a:cs typeface="Times New Roman"/>
              </a:rPr>
              <a:t>	</a:t>
            </a:r>
            <a:r>
              <a:rPr sz="2800" b="1" spc="-50" dirty="0">
                <a:latin typeface="Times New Roman"/>
                <a:cs typeface="Times New Roman"/>
              </a:rPr>
              <a:t>H</a:t>
            </a:r>
            <a:r>
              <a:rPr sz="2800" b="1" spc="-14" dirty="0">
                <a:latin typeface="Times New Roman"/>
                <a:cs typeface="Times New Roman"/>
              </a:rPr>
              <a:t>a</a:t>
            </a:r>
            <a:r>
              <a:rPr sz="2800" b="1" spc="-10" dirty="0">
                <a:latin typeface="Times New Roman"/>
                <a:cs typeface="Times New Roman"/>
              </a:rPr>
              <a:t>n</a:t>
            </a:r>
            <a:r>
              <a:rPr sz="2800" b="1" spc="-20" dirty="0">
                <a:latin typeface="Times New Roman"/>
                <a:cs typeface="Times New Roman"/>
              </a:rPr>
              <a:t>d</a:t>
            </a:r>
            <a:r>
              <a:rPr sz="2800" b="1" dirty="0">
                <a:latin typeface="Times New Roman"/>
                <a:cs typeface="Times New Roman"/>
              </a:rPr>
              <a:t>	</a:t>
            </a:r>
            <a:r>
              <a:rPr sz="2800" b="1" spc="-25" dirty="0">
                <a:latin typeface="Times New Roman"/>
                <a:cs typeface="Times New Roman"/>
              </a:rPr>
              <a:t>P</a:t>
            </a:r>
            <a:r>
              <a:rPr sz="2800" b="1" spc="-30" dirty="0">
                <a:latin typeface="Times New Roman"/>
                <a:cs typeface="Times New Roman"/>
              </a:rPr>
              <a:t>r</a:t>
            </a:r>
            <a:r>
              <a:rPr sz="2800" b="1" spc="-4" dirty="0">
                <a:latin typeface="Times New Roman"/>
                <a:cs typeface="Times New Roman"/>
              </a:rPr>
              <a:t>i</a:t>
            </a:r>
            <a:r>
              <a:rPr sz="2800" b="1" spc="-10" dirty="0">
                <a:latin typeface="Times New Roman"/>
                <a:cs typeface="Times New Roman"/>
              </a:rPr>
              <a:t>n</a:t>
            </a:r>
            <a:r>
              <a:rPr sz="2800" b="1" spc="-30" dirty="0">
                <a:latin typeface="Times New Roman"/>
                <a:cs typeface="Times New Roman"/>
              </a:rPr>
              <a:t>c</a:t>
            </a:r>
            <a:r>
              <a:rPr sz="2800" b="1" spc="-4" dirty="0">
                <a:latin typeface="Times New Roman"/>
                <a:cs typeface="Times New Roman"/>
              </a:rPr>
              <a:t>i</a:t>
            </a:r>
            <a:r>
              <a:rPr sz="2800" b="1" spc="-10" dirty="0">
                <a:latin typeface="Times New Roman"/>
                <a:cs typeface="Times New Roman"/>
              </a:rPr>
              <a:t>p</a:t>
            </a:r>
            <a:r>
              <a:rPr sz="2800" b="1" spc="-4" dirty="0">
                <a:latin typeface="Times New Roman"/>
                <a:cs typeface="Times New Roman"/>
              </a:rPr>
              <a:t>l</a:t>
            </a:r>
            <a:r>
              <a:rPr sz="2800" b="1" spc="-30" dirty="0">
                <a:latin typeface="Times New Roman"/>
                <a:cs typeface="Times New Roman"/>
              </a:rPr>
              <a:t>e</a:t>
            </a:r>
            <a:r>
              <a:rPr sz="2800" b="1" spc="-10" dirty="0">
                <a:latin typeface="Times New Roman"/>
                <a:cs typeface="Times New Roman"/>
              </a:rPr>
              <a:t>:</a:t>
            </a:r>
            <a:r>
              <a:rPr sz="2800" b="1" dirty="0">
                <a:latin typeface="Times New Roman"/>
                <a:cs typeface="Times New Roman"/>
              </a:rPr>
              <a:t>	</a:t>
            </a:r>
            <a:r>
              <a:rPr sz="2800" spc="-25" dirty="0">
                <a:latin typeface="Times New Roman"/>
                <a:cs typeface="Times New Roman"/>
              </a:rPr>
              <a:t>E</a:t>
            </a:r>
            <a:r>
              <a:rPr sz="2800" spc="-14" dirty="0">
                <a:latin typeface="Times New Roman"/>
                <a:cs typeface="Times New Roman"/>
              </a:rPr>
              <a:t>n</a:t>
            </a:r>
            <a:r>
              <a:rPr sz="2800" spc="-4" dirty="0">
                <a:latin typeface="Times New Roman"/>
                <a:cs typeface="Times New Roman"/>
              </a:rPr>
              <a:t>t</a:t>
            </a:r>
            <a:r>
              <a:rPr sz="2800" dirty="0">
                <a:latin typeface="Times New Roman"/>
                <a:cs typeface="Times New Roman"/>
              </a:rPr>
              <a:t>r</a:t>
            </a:r>
            <a:r>
              <a:rPr sz="2800" spc="-30" dirty="0">
                <a:latin typeface="Times New Roman"/>
                <a:cs typeface="Times New Roman"/>
              </a:rPr>
              <a:t>e</a:t>
            </a:r>
            <a:r>
              <a:rPr sz="2800" spc="-14" dirty="0">
                <a:latin typeface="Times New Roman"/>
                <a:cs typeface="Times New Roman"/>
              </a:rPr>
              <a:t>p</a:t>
            </a:r>
            <a:r>
              <a:rPr sz="2800" spc="-20" dirty="0">
                <a:latin typeface="Times New Roman"/>
                <a:cs typeface="Times New Roman"/>
              </a:rPr>
              <a:t>r</a:t>
            </a:r>
            <a:r>
              <a:rPr sz="2800" dirty="0">
                <a:latin typeface="Times New Roman"/>
                <a:cs typeface="Times New Roman"/>
              </a:rPr>
              <a:t>e</a:t>
            </a:r>
            <a:r>
              <a:rPr sz="2800" spc="-14" dirty="0">
                <a:latin typeface="Times New Roman"/>
                <a:cs typeface="Times New Roman"/>
              </a:rPr>
              <a:t>n</a:t>
            </a:r>
            <a:r>
              <a:rPr sz="2800" spc="-30" dirty="0">
                <a:latin typeface="Times New Roman"/>
                <a:cs typeface="Times New Roman"/>
              </a:rPr>
              <a:t>e</a:t>
            </a:r>
            <a:r>
              <a:rPr sz="2800" spc="-14" dirty="0">
                <a:latin typeface="Times New Roman"/>
                <a:cs typeface="Times New Roman"/>
              </a:rPr>
              <a:t>u</a:t>
            </a:r>
            <a:r>
              <a:rPr sz="2800" dirty="0">
                <a:latin typeface="Times New Roman"/>
                <a:cs typeface="Times New Roman"/>
              </a:rPr>
              <a:t>r</a:t>
            </a:r>
            <a:r>
              <a:rPr sz="2800" spc="-14" dirty="0">
                <a:latin typeface="Times New Roman"/>
                <a:cs typeface="Times New Roman"/>
              </a:rPr>
              <a:t>s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45" dirty="0">
                <a:latin typeface="Times New Roman"/>
                <a:cs typeface="Times New Roman"/>
              </a:rPr>
              <a:t>s</a:t>
            </a:r>
            <a:r>
              <a:rPr sz="2800" spc="-4" dirty="0">
                <a:latin typeface="Times New Roman"/>
                <a:cs typeface="Times New Roman"/>
              </a:rPr>
              <a:t>t</a:t>
            </a:r>
            <a:r>
              <a:rPr sz="2800" spc="-30" dirty="0">
                <a:latin typeface="Times New Roman"/>
                <a:cs typeface="Times New Roman"/>
              </a:rPr>
              <a:t>a</a:t>
            </a:r>
            <a:r>
              <a:rPr sz="2800" dirty="0">
                <a:latin typeface="Times New Roman"/>
                <a:cs typeface="Times New Roman"/>
              </a:rPr>
              <a:t>r</a:t>
            </a:r>
            <a:r>
              <a:rPr sz="2800" spc="-10" dirty="0">
                <a:latin typeface="Times New Roman"/>
                <a:cs typeface="Times New Roman"/>
              </a:rPr>
              <a:t>t </a:t>
            </a:r>
            <a:r>
              <a:rPr sz="2800" spc="-35" dirty="0">
                <a:latin typeface="Times New Roman"/>
                <a:cs typeface="Times New Roman"/>
              </a:rPr>
              <a:t>w</a:t>
            </a:r>
            <a:r>
              <a:rPr sz="2800" spc="-4" dirty="0">
                <a:latin typeface="Times New Roman"/>
                <a:cs typeface="Times New Roman"/>
              </a:rPr>
              <a:t>it</a:t>
            </a:r>
            <a:r>
              <a:rPr sz="2800" spc="-14" dirty="0">
                <a:latin typeface="Times New Roman"/>
                <a:cs typeface="Times New Roman"/>
              </a:rPr>
              <a:t>h</a:t>
            </a:r>
            <a:r>
              <a:rPr sz="2800" spc="-4" dirty="0">
                <a:latin typeface="Times New Roman"/>
                <a:cs typeface="Times New Roman"/>
              </a:rPr>
              <a:t> </a:t>
            </a:r>
            <a:r>
              <a:rPr sz="2800" spc="-35" dirty="0">
                <a:latin typeface="Times New Roman"/>
                <a:cs typeface="Times New Roman"/>
              </a:rPr>
              <a:t>w</a:t>
            </a:r>
            <a:r>
              <a:rPr sz="2800" spc="-14" dirty="0">
                <a:latin typeface="Times New Roman"/>
                <a:cs typeface="Times New Roman"/>
              </a:rPr>
              <a:t>h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10" dirty="0">
                <a:latin typeface="Times New Roman"/>
                <a:cs typeface="Times New Roman"/>
              </a:rPr>
              <a:t>t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4" dirty="0">
                <a:latin typeface="Times New Roman"/>
                <a:cs typeface="Times New Roman"/>
              </a:rPr>
              <a:t>t</a:t>
            </a:r>
            <a:r>
              <a:rPr sz="2800" spc="-14" dirty="0">
                <a:latin typeface="Times New Roman"/>
                <a:cs typeface="Times New Roman"/>
              </a:rPr>
              <a:t>h</a:t>
            </a:r>
            <a:r>
              <a:rPr sz="2800" dirty="0">
                <a:latin typeface="Times New Roman"/>
                <a:cs typeface="Times New Roman"/>
              </a:rPr>
              <a:t>e</a:t>
            </a:r>
            <a:r>
              <a:rPr sz="2800" spc="-14" dirty="0">
                <a:latin typeface="Times New Roman"/>
                <a:cs typeface="Times New Roman"/>
              </a:rPr>
              <a:t>y</a:t>
            </a:r>
            <a:r>
              <a:rPr sz="2800" spc="-4" dirty="0">
                <a:latin typeface="Times New Roman"/>
                <a:cs typeface="Times New Roman"/>
              </a:rPr>
              <a:t> </a:t>
            </a:r>
            <a:r>
              <a:rPr sz="2800" spc="-14" dirty="0">
                <a:latin typeface="Times New Roman"/>
                <a:cs typeface="Times New Roman"/>
              </a:rPr>
              <a:t>h</a:t>
            </a:r>
            <a:r>
              <a:rPr sz="2800" spc="-30" dirty="0">
                <a:latin typeface="Times New Roman"/>
                <a:cs typeface="Times New Roman"/>
              </a:rPr>
              <a:t>a</a:t>
            </a:r>
            <a:r>
              <a:rPr sz="2800" spc="-14" dirty="0">
                <a:latin typeface="Times New Roman"/>
                <a:cs typeface="Times New Roman"/>
              </a:rPr>
              <a:t>v</a:t>
            </a:r>
            <a:r>
              <a:rPr sz="2800" dirty="0">
                <a:latin typeface="Times New Roman"/>
                <a:cs typeface="Times New Roman"/>
              </a:rPr>
              <a:t>e</a:t>
            </a:r>
            <a:r>
              <a:rPr sz="2800" spc="-10" dirty="0">
                <a:latin typeface="Times New Roman"/>
                <a:cs typeface="Times New Roman"/>
              </a:rPr>
              <a:t>.</a:t>
            </a:r>
            <a:endParaRPr sz="2800" dirty="0">
              <a:latin typeface="Times New Roman"/>
              <a:cs typeface="Times New Roman"/>
            </a:endParaRPr>
          </a:p>
          <a:p>
            <a:pPr marL="527624" marR="8889" indent="-514924">
              <a:spcBef>
                <a:spcPts val="670"/>
              </a:spcBef>
              <a:buFont typeface="Arial"/>
              <a:buChar char="•"/>
              <a:tabLst>
                <a:tab pos="528258" algn="l"/>
                <a:tab pos="1333344" algn="l"/>
                <a:tab pos="3211454" algn="l"/>
                <a:tab pos="4116859" algn="l"/>
                <a:tab pos="5831793" algn="l"/>
                <a:tab pos="6737196" algn="l"/>
                <a:tab pos="7564505" algn="l"/>
              </a:tabLst>
            </a:pPr>
            <a:r>
              <a:rPr sz="2800" b="1" spc="-14" dirty="0">
                <a:latin typeface="Times New Roman"/>
                <a:cs typeface="Times New Roman"/>
              </a:rPr>
              <a:t>T</a:t>
            </a:r>
            <a:r>
              <a:rPr sz="2800" b="1" spc="-40" dirty="0">
                <a:latin typeface="Times New Roman"/>
                <a:cs typeface="Times New Roman"/>
              </a:rPr>
              <a:t>h</a:t>
            </a:r>
            <a:r>
              <a:rPr sz="2800" b="1" spc="-14" dirty="0">
                <a:latin typeface="Times New Roman"/>
                <a:cs typeface="Times New Roman"/>
              </a:rPr>
              <a:t>e</a:t>
            </a:r>
            <a:r>
              <a:rPr sz="2800" b="1" dirty="0">
                <a:latin typeface="Times New Roman"/>
                <a:cs typeface="Times New Roman"/>
              </a:rPr>
              <a:t>	</a:t>
            </a:r>
            <a:r>
              <a:rPr sz="2800" b="1" spc="-4" dirty="0">
                <a:latin typeface="Times New Roman"/>
                <a:cs typeface="Times New Roman"/>
              </a:rPr>
              <a:t>A</a:t>
            </a:r>
            <a:r>
              <a:rPr sz="2800" b="1" spc="-20" dirty="0">
                <a:latin typeface="Times New Roman"/>
                <a:cs typeface="Times New Roman"/>
              </a:rPr>
              <a:t>f</a:t>
            </a:r>
            <a:r>
              <a:rPr sz="2800" b="1" dirty="0">
                <a:latin typeface="Times New Roman"/>
                <a:cs typeface="Times New Roman"/>
              </a:rPr>
              <a:t>f</a:t>
            </a:r>
            <a:r>
              <a:rPr sz="2800" b="1" spc="-14" dirty="0">
                <a:latin typeface="Times New Roman"/>
                <a:cs typeface="Times New Roman"/>
              </a:rPr>
              <a:t>o</a:t>
            </a:r>
            <a:r>
              <a:rPr sz="2800" b="1" spc="-30" dirty="0">
                <a:latin typeface="Times New Roman"/>
                <a:cs typeface="Times New Roman"/>
              </a:rPr>
              <a:t>r</a:t>
            </a:r>
            <a:r>
              <a:rPr sz="2800" b="1" spc="-10" dirty="0">
                <a:latin typeface="Times New Roman"/>
                <a:cs typeface="Times New Roman"/>
              </a:rPr>
              <a:t>d</a:t>
            </a:r>
            <a:r>
              <a:rPr sz="2800" b="1" spc="-14" dirty="0">
                <a:latin typeface="Times New Roman"/>
                <a:cs typeface="Times New Roman"/>
              </a:rPr>
              <a:t>a</a:t>
            </a:r>
            <a:r>
              <a:rPr sz="2800" b="1" spc="-10" dirty="0">
                <a:latin typeface="Times New Roman"/>
                <a:cs typeface="Times New Roman"/>
              </a:rPr>
              <a:t>b</a:t>
            </a:r>
            <a:r>
              <a:rPr sz="2800" b="1" spc="-4" dirty="0">
                <a:latin typeface="Times New Roman"/>
                <a:cs typeface="Times New Roman"/>
              </a:rPr>
              <a:t>l</a:t>
            </a:r>
            <a:r>
              <a:rPr sz="2800" b="1" spc="-14" dirty="0">
                <a:latin typeface="Times New Roman"/>
                <a:cs typeface="Times New Roman"/>
              </a:rPr>
              <a:t>e</a:t>
            </a:r>
            <a:r>
              <a:rPr sz="2800" b="1" dirty="0">
                <a:latin typeface="Times New Roman"/>
                <a:cs typeface="Times New Roman"/>
              </a:rPr>
              <a:t>	</a:t>
            </a:r>
            <a:r>
              <a:rPr sz="2800" b="1" spc="-40" dirty="0">
                <a:latin typeface="Times New Roman"/>
                <a:cs typeface="Times New Roman"/>
              </a:rPr>
              <a:t>L</a:t>
            </a:r>
            <a:r>
              <a:rPr sz="2800" b="1" spc="10" dirty="0">
                <a:latin typeface="Times New Roman"/>
                <a:cs typeface="Times New Roman"/>
              </a:rPr>
              <a:t>o</a:t>
            </a:r>
            <a:r>
              <a:rPr sz="2800" b="1" spc="-14" dirty="0">
                <a:latin typeface="Times New Roman"/>
                <a:cs typeface="Times New Roman"/>
              </a:rPr>
              <a:t>ss</a:t>
            </a:r>
            <a:r>
              <a:rPr sz="2800" b="1" dirty="0">
                <a:latin typeface="Times New Roman"/>
                <a:cs typeface="Times New Roman"/>
              </a:rPr>
              <a:t>	</a:t>
            </a:r>
            <a:r>
              <a:rPr sz="2800" b="1" spc="-25" dirty="0">
                <a:latin typeface="Times New Roman"/>
                <a:cs typeface="Times New Roman"/>
              </a:rPr>
              <a:t>P</a:t>
            </a:r>
            <a:r>
              <a:rPr sz="2800" b="1" spc="-30" dirty="0">
                <a:latin typeface="Times New Roman"/>
                <a:cs typeface="Times New Roman"/>
              </a:rPr>
              <a:t>r</a:t>
            </a:r>
            <a:r>
              <a:rPr sz="2800" b="1" spc="-4" dirty="0">
                <a:latin typeface="Times New Roman"/>
                <a:cs typeface="Times New Roman"/>
              </a:rPr>
              <a:t>i</a:t>
            </a:r>
            <a:r>
              <a:rPr sz="2800" b="1" spc="-10" dirty="0">
                <a:latin typeface="Times New Roman"/>
                <a:cs typeface="Times New Roman"/>
              </a:rPr>
              <a:t>n</a:t>
            </a:r>
            <a:r>
              <a:rPr sz="2800" b="1" spc="-30" dirty="0">
                <a:latin typeface="Times New Roman"/>
                <a:cs typeface="Times New Roman"/>
              </a:rPr>
              <a:t>c</a:t>
            </a:r>
            <a:r>
              <a:rPr sz="2800" b="1" spc="-4" dirty="0">
                <a:latin typeface="Times New Roman"/>
                <a:cs typeface="Times New Roman"/>
              </a:rPr>
              <a:t>i</a:t>
            </a:r>
            <a:r>
              <a:rPr sz="2800" b="1" spc="-10" dirty="0">
                <a:latin typeface="Times New Roman"/>
                <a:cs typeface="Times New Roman"/>
              </a:rPr>
              <a:t>p</a:t>
            </a:r>
            <a:r>
              <a:rPr sz="2800" b="1" spc="-4" dirty="0">
                <a:latin typeface="Times New Roman"/>
                <a:cs typeface="Times New Roman"/>
              </a:rPr>
              <a:t>l</a:t>
            </a:r>
            <a:r>
              <a:rPr sz="2800" b="1" spc="-30" dirty="0">
                <a:latin typeface="Times New Roman"/>
                <a:cs typeface="Times New Roman"/>
              </a:rPr>
              <a:t>e</a:t>
            </a:r>
            <a:r>
              <a:rPr sz="2800" b="1" spc="-10" dirty="0">
                <a:latin typeface="Times New Roman"/>
                <a:cs typeface="Times New Roman"/>
              </a:rPr>
              <a:t>:</a:t>
            </a:r>
            <a:r>
              <a:rPr sz="2800" b="1" dirty="0">
                <a:latin typeface="Times New Roman"/>
                <a:cs typeface="Times New Roman"/>
              </a:rPr>
              <a:t>	</a:t>
            </a:r>
            <a:r>
              <a:rPr sz="2800" spc="-35" dirty="0">
                <a:latin typeface="Times New Roman"/>
                <a:cs typeface="Times New Roman"/>
              </a:rPr>
              <a:t>H</a:t>
            </a:r>
            <a:r>
              <a:rPr sz="2800" spc="-20" dirty="0">
                <a:latin typeface="Times New Roman"/>
                <a:cs typeface="Times New Roman"/>
              </a:rPr>
              <a:t>ow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4" dirty="0">
                <a:latin typeface="Times New Roman"/>
                <a:cs typeface="Times New Roman"/>
              </a:rPr>
              <a:t>t</a:t>
            </a:r>
            <a:r>
              <a:rPr sz="2800" spc="-14" dirty="0">
                <a:latin typeface="Times New Roman"/>
                <a:cs typeface="Times New Roman"/>
              </a:rPr>
              <a:t>h</a:t>
            </a:r>
            <a:r>
              <a:rPr sz="2800" spc="-30" dirty="0">
                <a:latin typeface="Times New Roman"/>
                <a:cs typeface="Times New Roman"/>
              </a:rPr>
              <a:t>e</a:t>
            </a:r>
            <a:r>
              <a:rPr sz="2800" spc="-14" dirty="0">
                <a:latin typeface="Times New Roman"/>
                <a:cs typeface="Times New Roman"/>
              </a:rPr>
              <a:t>y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30" dirty="0">
                <a:latin typeface="Times New Roman"/>
                <a:cs typeface="Times New Roman"/>
              </a:rPr>
              <a:t>ca</a:t>
            </a:r>
            <a:r>
              <a:rPr sz="2800" spc="-14" dirty="0">
                <a:latin typeface="Times New Roman"/>
                <a:cs typeface="Times New Roman"/>
              </a:rPr>
              <a:t>n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0" dirty="0">
                <a:latin typeface="Times New Roman"/>
                <a:cs typeface="Times New Roman"/>
              </a:rPr>
              <a:t>m</a:t>
            </a:r>
            <a:r>
              <a:rPr sz="2800" spc="-4" dirty="0">
                <a:latin typeface="Times New Roman"/>
                <a:cs typeface="Times New Roman"/>
              </a:rPr>
              <a:t>i</a:t>
            </a:r>
            <a:r>
              <a:rPr sz="2800" spc="-14" dirty="0">
                <a:latin typeface="Times New Roman"/>
                <a:cs typeface="Times New Roman"/>
              </a:rPr>
              <a:t>n</a:t>
            </a:r>
            <a:r>
              <a:rPr sz="2800" spc="-4" dirty="0">
                <a:latin typeface="Times New Roman"/>
                <a:cs typeface="Times New Roman"/>
              </a:rPr>
              <a:t>i</a:t>
            </a:r>
            <a:r>
              <a:rPr sz="2800" spc="-50" dirty="0">
                <a:latin typeface="Times New Roman"/>
                <a:cs typeface="Times New Roman"/>
              </a:rPr>
              <a:t>m</a:t>
            </a:r>
            <a:r>
              <a:rPr sz="2800" spc="-4" dirty="0">
                <a:latin typeface="Times New Roman"/>
                <a:cs typeface="Times New Roman"/>
              </a:rPr>
              <a:t>i</a:t>
            </a:r>
            <a:r>
              <a:rPr sz="2800" dirty="0">
                <a:latin typeface="Times New Roman"/>
                <a:cs typeface="Times New Roman"/>
              </a:rPr>
              <a:t>z</a:t>
            </a:r>
            <a:r>
              <a:rPr sz="2800" spc="-14" dirty="0">
                <a:latin typeface="Times New Roman"/>
                <a:cs typeface="Times New Roman"/>
              </a:rPr>
              <a:t>e </a:t>
            </a:r>
            <a:r>
              <a:rPr sz="2800" spc="-4" dirty="0">
                <a:latin typeface="Times New Roman"/>
                <a:cs typeface="Times New Roman"/>
              </a:rPr>
              <a:t>t</a:t>
            </a:r>
            <a:r>
              <a:rPr sz="2800" spc="-14" dirty="0">
                <a:latin typeface="Times New Roman"/>
                <a:cs typeface="Times New Roman"/>
              </a:rPr>
              <a:t>ho</a:t>
            </a:r>
            <a:r>
              <a:rPr sz="2800" spc="14" dirty="0">
                <a:latin typeface="Times New Roman"/>
                <a:cs typeface="Times New Roman"/>
              </a:rPr>
              <a:t>s</a:t>
            </a:r>
            <a:r>
              <a:rPr sz="2800" spc="-14" dirty="0">
                <a:latin typeface="Times New Roman"/>
                <a:cs typeface="Times New Roman"/>
              </a:rPr>
              <a:t>e </a:t>
            </a:r>
            <a:r>
              <a:rPr sz="2800" spc="-4" dirty="0">
                <a:latin typeface="Times New Roman"/>
                <a:cs typeface="Times New Roman"/>
              </a:rPr>
              <a:t>l</a:t>
            </a:r>
            <a:r>
              <a:rPr sz="2800" spc="-14" dirty="0">
                <a:latin typeface="Times New Roman"/>
                <a:cs typeface="Times New Roman"/>
              </a:rPr>
              <a:t>oss</a:t>
            </a:r>
            <a:r>
              <a:rPr sz="2800" spc="-30" dirty="0">
                <a:latin typeface="Times New Roman"/>
                <a:cs typeface="Times New Roman"/>
              </a:rPr>
              <a:t>e</a:t>
            </a:r>
            <a:r>
              <a:rPr sz="2800" spc="-10" dirty="0">
                <a:latin typeface="Times New Roman"/>
                <a:cs typeface="Times New Roman"/>
              </a:rPr>
              <a:t>s.</a:t>
            </a:r>
            <a:endParaRPr sz="2800" dirty="0">
              <a:latin typeface="Times New Roman"/>
              <a:cs typeface="Times New Roman"/>
            </a:endParaRPr>
          </a:p>
          <a:p>
            <a:pPr marL="527624" marR="6984" indent="-514924">
              <a:spcBef>
                <a:spcPts val="670"/>
              </a:spcBef>
              <a:buFont typeface="Arial"/>
              <a:buChar char="•"/>
              <a:tabLst>
                <a:tab pos="528258" algn="l"/>
                <a:tab pos="1549853" algn="l"/>
                <a:tab pos="2909865" algn="l"/>
                <a:tab pos="4131461" algn="l"/>
                <a:tab pos="6064811" algn="l"/>
              </a:tabLst>
            </a:pPr>
            <a:r>
              <a:rPr sz="2800" b="1" spc="-14" dirty="0">
                <a:latin typeface="Times New Roman"/>
                <a:cs typeface="Times New Roman"/>
              </a:rPr>
              <a:t>T</a:t>
            </a:r>
            <a:r>
              <a:rPr sz="2800" b="1" spc="-40" dirty="0">
                <a:latin typeface="Times New Roman"/>
                <a:cs typeface="Times New Roman"/>
              </a:rPr>
              <a:t>h</a:t>
            </a:r>
            <a:r>
              <a:rPr sz="2800" b="1" spc="-14" dirty="0">
                <a:latin typeface="Times New Roman"/>
                <a:cs typeface="Times New Roman"/>
              </a:rPr>
              <a:t>e</a:t>
            </a:r>
            <a:r>
              <a:rPr sz="2800" b="1" dirty="0">
                <a:latin typeface="Times New Roman"/>
                <a:cs typeface="Times New Roman"/>
              </a:rPr>
              <a:t>	</a:t>
            </a:r>
            <a:r>
              <a:rPr sz="2800" b="1" spc="-35" dirty="0">
                <a:latin typeface="Times New Roman"/>
                <a:cs typeface="Times New Roman"/>
              </a:rPr>
              <a:t>C</a:t>
            </a:r>
            <a:r>
              <a:rPr sz="2800" b="1" dirty="0">
                <a:latin typeface="Times New Roman"/>
                <a:cs typeface="Times New Roman"/>
              </a:rPr>
              <a:t>r</a:t>
            </a:r>
            <a:r>
              <a:rPr sz="2800" b="1" spc="10" dirty="0">
                <a:latin typeface="Times New Roman"/>
                <a:cs typeface="Times New Roman"/>
              </a:rPr>
              <a:t>a</a:t>
            </a:r>
            <a:r>
              <a:rPr sz="2800" b="1" spc="-55" dirty="0">
                <a:latin typeface="Times New Roman"/>
                <a:cs typeface="Times New Roman"/>
              </a:rPr>
              <a:t>z</a:t>
            </a:r>
            <a:r>
              <a:rPr sz="2800" b="1" spc="-14" dirty="0">
                <a:latin typeface="Times New Roman"/>
                <a:cs typeface="Times New Roman"/>
              </a:rPr>
              <a:t>y</a:t>
            </a:r>
            <a:r>
              <a:rPr sz="2800" b="1" dirty="0">
                <a:latin typeface="Times New Roman"/>
                <a:cs typeface="Times New Roman"/>
              </a:rPr>
              <a:t>	</a:t>
            </a:r>
            <a:r>
              <a:rPr sz="2800" b="1" spc="-50" dirty="0">
                <a:latin typeface="Times New Roman"/>
                <a:cs typeface="Times New Roman"/>
              </a:rPr>
              <a:t>Q</a:t>
            </a:r>
            <a:r>
              <a:rPr sz="2800" b="1" spc="-10" dirty="0">
                <a:latin typeface="Times New Roman"/>
                <a:cs typeface="Times New Roman"/>
              </a:rPr>
              <a:t>u</a:t>
            </a:r>
            <a:r>
              <a:rPr sz="2800" b="1" spc="20" dirty="0">
                <a:latin typeface="Times New Roman"/>
                <a:cs typeface="Times New Roman"/>
              </a:rPr>
              <a:t>i</a:t>
            </a:r>
            <a:r>
              <a:rPr sz="2800" b="1" spc="-35" dirty="0">
                <a:latin typeface="Times New Roman"/>
                <a:cs typeface="Times New Roman"/>
              </a:rPr>
              <a:t>l</a:t>
            </a:r>
            <a:r>
              <a:rPr sz="2800" b="1" spc="-10" dirty="0">
                <a:latin typeface="Times New Roman"/>
                <a:cs typeface="Times New Roman"/>
              </a:rPr>
              <a:t>t</a:t>
            </a:r>
            <a:r>
              <a:rPr sz="2800" b="1" dirty="0">
                <a:latin typeface="Times New Roman"/>
                <a:cs typeface="Times New Roman"/>
              </a:rPr>
              <a:t>	</a:t>
            </a:r>
            <a:r>
              <a:rPr sz="2800" b="1" spc="-25" dirty="0">
                <a:latin typeface="Times New Roman"/>
                <a:cs typeface="Times New Roman"/>
              </a:rPr>
              <a:t>P</a:t>
            </a:r>
            <a:r>
              <a:rPr sz="2800" b="1" dirty="0">
                <a:latin typeface="Times New Roman"/>
                <a:cs typeface="Times New Roman"/>
              </a:rPr>
              <a:t>r</a:t>
            </a:r>
            <a:r>
              <a:rPr sz="2800" b="1" spc="-35" dirty="0">
                <a:latin typeface="Times New Roman"/>
                <a:cs typeface="Times New Roman"/>
              </a:rPr>
              <a:t>i</a:t>
            </a:r>
            <a:r>
              <a:rPr sz="2800" b="1" spc="-10" dirty="0">
                <a:latin typeface="Times New Roman"/>
                <a:cs typeface="Times New Roman"/>
              </a:rPr>
              <a:t>n</a:t>
            </a:r>
            <a:r>
              <a:rPr sz="2800" b="1" dirty="0">
                <a:latin typeface="Times New Roman"/>
                <a:cs typeface="Times New Roman"/>
              </a:rPr>
              <a:t>c</a:t>
            </a:r>
            <a:r>
              <a:rPr sz="2800" b="1" spc="-4" dirty="0">
                <a:latin typeface="Times New Roman"/>
                <a:cs typeface="Times New Roman"/>
              </a:rPr>
              <a:t>i</a:t>
            </a:r>
            <a:r>
              <a:rPr sz="2800" b="1" spc="-10" dirty="0">
                <a:latin typeface="Times New Roman"/>
                <a:cs typeface="Times New Roman"/>
              </a:rPr>
              <a:t>p</a:t>
            </a:r>
            <a:r>
              <a:rPr sz="2800" b="1" spc="-35" dirty="0">
                <a:latin typeface="Times New Roman"/>
                <a:cs typeface="Times New Roman"/>
              </a:rPr>
              <a:t>l</a:t>
            </a:r>
            <a:r>
              <a:rPr sz="2800" b="1" dirty="0">
                <a:latin typeface="Times New Roman"/>
                <a:cs typeface="Times New Roman"/>
              </a:rPr>
              <a:t>e</a:t>
            </a:r>
            <a:r>
              <a:rPr sz="2800" b="1" spc="-10" dirty="0">
                <a:latin typeface="Times New Roman"/>
                <a:cs typeface="Times New Roman"/>
              </a:rPr>
              <a:t>:</a:t>
            </a:r>
            <a:r>
              <a:rPr sz="2800" b="1" dirty="0">
                <a:latin typeface="Times New Roman"/>
                <a:cs typeface="Times New Roman"/>
              </a:rPr>
              <a:t>	</a:t>
            </a:r>
            <a:r>
              <a:rPr sz="2800" spc="-25" dirty="0">
                <a:latin typeface="Times New Roman"/>
                <a:cs typeface="Times New Roman"/>
              </a:rPr>
              <a:t>E</a:t>
            </a:r>
            <a:r>
              <a:rPr sz="2800" spc="-14" dirty="0">
                <a:latin typeface="Times New Roman"/>
                <a:cs typeface="Times New Roman"/>
              </a:rPr>
              <a:t>n</a:t>
            </a:r>
            <a:r>
              <a:rPr sz="2800" spc="-4" dirty="0">
                <a:latin typeface="Times New Roman"/>
                <a:cs typeface="Times New Roman"/>
              </a:rPr>
              <a:t>t</a:t>
            </a:r>
            <a:r>
              <a:rPr sz="2800" dirty="0">
                <a:latin typeface="Times New Roman"/>
                <a:cs typeface="Times New Roman"/>
              </a:rPr>
              <a:t>r</a:t>
            </a:r>
            <a:r>
              <a:rPr sz="2800" spc="-30" dirty="0">
                <a:latin typeface="Times New Roman"/>
                <a:cs typeface="Times New Roman"/>
              </a:rPr>
              <a:t>e</a:t>
            </a:r>
            <a:r>
              <a:rPr sz="2800" spc="-14" dirty="0">
                <a:latin typeface="Times New Roman"/>
                <a:cs typeface="Times New Roman"/>
              </a:rPr>
              <a:t>p</a:t>
            </a:r>
            <a:r>
              <a:rPr sz="2800" spc="-20" dirty="0">
                <a:latin typeface="Times New Roman"/>
                <a:cs typeface="Times New Roman"/>
              </a:rPr>
              <a:t>r</a:t>
            </a:r>
            <a:r>
              <a:rPr sz="2800" dirty="0">
                <a:latin typeface="Times New Roman"/>
                <a:cs typeface="Times New Roman"/>
              </a:rPr>
              <a:t>e</a:t>
            </a:r>
            <a:r>
              <a:rPr sz="2800" spc="-14" dirty="0">
                <a:latin typeface="Times New Roman"/>
                <a:cs typeface="Times New Roman"/>
              </a:rPr>
              <a:t>n</a:t>
            </a:r>
            <a:r>
              <a:rPr sz="2800" spc="-30" dirty="0">
                <a:latin typeface="Times New Roman"/>
                <a:cs typeface="Times New Roman"/>
              </a:rPr>
              <a:t>e</a:t>
            </a:r>
            <a:r>
              <a:rPr sz="2800" spc="-14" dirty="0">
                <a:latin typeface="Times New Roman"/>
                <a:cs typeface="Times New Roman"/>
              </a:rPr>
              <a:t>u</a:t>
            </a:r>
            <a:r>
              <a:rPr sz="2800" spc="-20" dirty="0">
                <a:latin typeface="Times New Roman"/>
                <a:cs typeface="Times New Roman"/>
              </a:rPr>
              <a:t>r</a:t>
            </a:r>
            <a:r>
              <a:rPr sz="2800" spc="-14" dirty="0">
                <a:latin typeface="Times New Roman"/>
                <a:cs typeface="Times New Roman"/>
              </a:rPr>
              <a:t>s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30" dirty="0">
                <a:latin typeface="Times New Roman"/>
                <a:cs typeface="Times New Roman"/>
              </a:rPr>
              <a:t>c</a:t>
            </a:r>
            <a:r>
              <a:rPr sz="2800" spc="-14" dirty="0">
                <a:latin typeface="Times New Roman"/>
                <a:cs typeface="Times New Roman"/>
              </a:rPr>
              <a:t>o</a:t>
            </a:r>
            <a:r>
              <a:rPr sz="2800" spc="10" dirty="0">
                <a:latin typeface="Times New Roman"/>
                <a:cs typeface="Times New Roman"/>
              </a:rPr>
              <a:t>o</a:t>
            </a:r>
            <a:r>
              <a:rPr sz="2800" spc="-14" dirty="0">
                <a:latin typeface="Times New Roman"/>
                <a:cs typeface="Times New Roman"/>
              </a:rPr>
              <a:t>p</a:t>
            </a:r>
            <a:r>
              <a:rPr sz="2800" spc="-30" dirty="0">
                <a:latin typeface="Times New Roman"/>
                <a:cs typeface="Times New Roman"/>
              </a:rPr>
              <a:t>e</a:t>
            </a:r>
            <a:r>
              <a:rPr sz="2800" dirty="0">
                <a:latin typeface="Times New Roman"/>
                <a:cs typeface="Times New Roman"/>
              </a:rPr>
              <a:t>r</a:t>
            </a:r>
            <a:r>
              <a:rPr sz="2800" spc="-30" dirty="0">
                <a:latin typeface="Times New Roman"/>
                <a:cs typeface="Times New Roman"/>
              </a:rPr>
              <a:t>a</a:t>
            </a:r>
            <a:r>
              <a:rPr sz="2800" spc="-4" dirty="0">
                <a:latin typeface="Times New Roman"/>
                <a:cs typeface="Times New Roman"/>
              </a:rPr>
              <a:t>t</a:t>
            </a:r>
            <a:r>
              <a:rPr sz="2800" spc="-14" dirty="0">
                <a:latin typeface="Times New Roman"/>
                <a:cs typeface="Times New Roman"/>
              </a:rPr>
              <a:t>e </a:t>
            </a:r>
            <a:r>
              <a:rPr sz="2800" spc="-35" dirty="0">
                <a:latin typeface="Times New Roman"/>
                <a:cs typeface="Times New Roman"/>
              </a:rPr>
              <a:t>w</a:t>
            </a:r>
            <a:r>
              <a:rPr sz="2800" spc="-4" dirty="0">
                <a:latin typeface="Times New Roman"/>
                <a:cs typeface="Times New Roman"/>
              </a:rPr>
              <a:t>it</a:t>
            </a:r>
            <a:r>
              <a:rPr sz="2800" spc="-14" dirty="0">
                <a:latin typeface="Times New Roman"/>
                <a:cs typeface="Times New Roman"/>
              </a:rPr>
              <a:t>h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10" dirty="0">
                <a:latin typeface="Times New Roman"/>
                <a:cs typeface="Times New Roman"/>
              </a:rPr>
              <a:t>p</a:t>
            </a:r>
            <a:r>
              <a:rPr sz="2800" spc="-30" dirty="0">
                <a:latin typeface="Times New Roman"/>
                <a:cs typeface="Times New Roman"/>
              </a:rPr>
              <a:t>a</a:t>
            </a:r>
            <a:r>
              <a:rPr sz="2800" spc="-20" dirty="0">
                <a:latin typeface="Times New Roman"/>
                <a:cs typeface="Times New Roman"/>
              </a:rPr>
              <a:t>r</a:t>
            </a:r>
            <a:r>
              <a:rPr sz="2800" spc="-4" dirty="0">
                <a:latin typeface="Times New Roman"/>
                <a:cs typeface="Times New Roman"/>
              </a:rPr>
              <a:t>ti</a:t>
            </a:r>
            <a:r>
              <a:rPr sz="2800" spc="-30" dirty="0">
                <a:latin typeface="Times New Roman"/>
                <a:cs typeface="Times New Roman"/>
              </a:rPr>
              <a:t>e</a:t>
            </a:r>
            <a:r>
              <a:rPr sz="2800" spc="-14" dirty="0">
                <a:latin typeface="Times New Roman"/>
                <a:cs typeface="Times New Roman"/>
              </a:rPr>
              <a:t>s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4" dirty="0">
                <a:latin typeface="Times New Roman"/>
                <a:cs typeface="Times New Roman"/>
              </a:rPr>
              <a:t>t</a:t>
            </a:r>
            <a:r>
              <a:rPr sz="2800" spc="-14" dirty="0">
                <a:latin typeface="Times New Roman"/>
                <a:cs typeface="Times New Roman"/>
              </a:rPr>
              <a:t>h</a:t>
            </a:r>
            <a:r>
              <a:rPr sz="2800" spc="-30" dirty="0">
                <a:latin typeface="Times New Roman"/>
                <a:cs typeface="Times New Roman"/>
              </a:rPr>
              <a:t>e</a:t>
            </a:r>
            <a:r>
              <a:rPr sz="2800" spc="-14" dirty="0">
                <a:latin typeface="Times New Roman"/>
                <a:cs typeface="Times New Roman"/>
              </a:rPr>
              <a:t>y</a:t>
            </a:r>
            <a:r>
              <a:rPr sz="2800" spc="-4" dirty="0">
                <a:latin typeface="Times New Roman"/>
                <a:cs typeface="Times New Roman"/>
              </a:rPr>
              <a:t> </a:t>
            </a:r>
            <a:r>
              <a:rPr sz="2800" spc="-30" dirty="0">
                <a:latin typeface="Times New Roman"/>
                <a:cs typeface="Times New Roman"/>
              </a:rPr>
              <a:t>c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14" dirty="0">
                <a:latin typeface="Times New Roman"/>
                <a:cs typeface="Times New Roman"/>
              </a:rPr>
              <a:t>n</a:t>
            </a:r>
            <a:r>
              <a:rPr sz="2800" spc="-4" dirty="0">
                <a:latin typeface="Times New Roman"/>
                <a:cs typeface="Times New Roman"/>
              </a:rPr>
              <a:t> t</a:t>
            </a:r>
            <a:r>
              <a:rPr sz="2800" spc="-20" dirty="0">
                <a:latin typeface="Times New Roman"/>
                <a:cs typeface="Times New Roman"/>
              </a:rPr>
              <a:t>r</a:t>
            </a:r>
            <a:r>
              <a:rPr sz="2800" spc="-14" dirty="0">
                <a:latin typeface="Times New Roman"/>
                <a:cs typeface="Times New Roman"/>
              </a:rPr>
              <a:t>us</a:t>
            </a:r>
            <a:r>
              <a:rPr sz="2800" spc="-4" dirty="0">
                <a:latin typeface="Times New Roman"/>
                <a:cs typeface="Times New Roman"/>
              </a:rPr>
              <a:t>t</a:t>
            </a:r>
            <a:r>
              <a:rPr sz="2800" spc="-10" dirty="0">
                <a:latin typeface="Times New Roman"/>
                <a:cs typeface="Times New Roman"/>
              </a:rPr>
              <a:t>.</a:t>
            </a:r>
            <a:endParaRPr sz="2800" dirty="0">
              <a:latin typeface="Times New Roman"/>
              <a:cs typeface="Times New Roman"/>
            </a:endParaRPr>
          </a:p>
          <a:p>
            <a:pPr marL="527624" marR="8254" indent="-514924">
              <a:spcBef>
                <a:spcPts val="670"/>
              </a:spcBef>
              <a:buFont typeface="Arial"/>
              <a:buChar char="•"/>
              <a:tabLst>
                <a:tab pos="528258" algn="l"/>
              </a:tabLst>
            </a:pPr>
            <a:r>
              <a:rPr sz="2800" b="1" spc="-14" dirty="0">
                <a:latin typeface="Times New Roman"/>
                <a:cs typeface="Times New Roman"/>
              </a:rPr>
              <a:t>T</a:t>
            </a:r>
            <a:r>
              <a:rPr sz="2800" b="1" spc="-40" dirty="0">
                <a:latin typeface="Times New Roman"/>
                <a:cs typeface="Times New Roman"/>
              </a:rPr>
              <a:t>h</a:t>
            </a:r>
            <a:r>
              <a:rPr sz="2800" b="1" spc="-14" dirty="0">
                <a:latin typeface="Times New Roman"/>
                <a:cs typeface="Times New Roman"/>
              </a:rPr>
              <a:t>e</a:t>
            </a:r>
            <a:r>
              <a:rPr sz="2800" b="1" spc="320" dirty="0">
                <a:latin typeface="Times New Roman"/>
                <a:cs typeface="Times New Roman"/>
              </a:rPr>
              <a:t> </a:t>
            </a:r>
            <a:r>
              <a:rPr sz="2800" b="1" spc="-14" dirty="0">
                <a:latin typeface="Times New Roman"/>
                <a:cs typeface="Times New Roman"/>
              </a:rPr>
              <a:t>L</a:t>
            </a:r>
            <a:r>
              <a:rPr sz="2800" b="1" dirty="0">
                <a:latin typeface="Times New Roman"/>
                <a:cs typeface="Times New Roman"/>
              </a:rPr>
              <a:t>e</a:t>
            </a:r>
            <a:r>
              <a:rPr sz="2800" b="1" spc="-35" dirty="0">
                <a:latin typeface="Times New Roman"/>
                <a:cs typeface="Times New Roman"/>
              </a:rPr>
              <a:t>m</a:t>
            </a:r>
            <a:r>
              <a:rPr sz="2800" b="1" spc="-14" dirty="0">
                <a:latin typeface="Times New Roman"/>
                <a:cs typeface="Times New Roman"/>
              </a:rPr>
              <a:t>o</a:t>
            </a:r>
            <a:r>
              <a:rPr sz="2800" b="1" spc="-10" dirty="0">
                <a:latin typeface="Times New Roman"/>
                <a:cs typeface="Times New Roman"/>
              </a:rPr>
              <a:t>n</a:t>
            </a:r>
            <a:r>
              <a:rPr sz="2800" b="1" spc="-14" dirty="0">
                <a:latin typeface="Times New Roman"/>
                <a:cs typeface="Times New Roman"/>
              </a:rPr>
              <a:t>a</a:t>
            </a:r>
            <a:r>
              <a:rPr sz="2800" b="1" spc="-10" dirty="0">
                <a:latin typeface="Times New Roman"/>
                <a:cs typeface="Times New Roman"/>
              </a:rPr>
              <a:t>d</a:t>
            </a:r>
            <a:r>
              <a:rPr sz="2800" b="1" spc="-14" dirty="0">
                <a:latin typeface="Times New Roman"/>
                <a:cs typeface="Times New Roman"/>
              </a:rPr>
              <a:t>e</a:t>
            </a:r>
            <a:r>
              <a:rPr sz="2800" b="1" spc="320" dirty="0">
                <a:latin typeface="Times New Roman"/>
                <a:cs typeface="Times New Roman"/>
              </a:rPr>
              <a:t> </a:t>
            </a:r>
            <a:r>
              <a:rPr sz="2800" b="1" spc="-25" dirty="0">
                <a:latin typeface="Times New Roman"/>
                <a:cs typeface="Times New Roman"/>
              </a:rPr>
              <a:t>P</a:t>
            </a:r>
            <a:r>
              <a:rPr sz="2800" b="1" dirty="0">
                <a:latin typeface="Times New Roman"/>
                <a:cs typeface="Times New Roman"/>
              </a:rPr>
              <a:t>r</a:t>
            </a:r>
            <a:r>
              <a:rPr sz="2800" b="1" spc="-4" dirty="0">
                <a:latin typeface="Times New Roman"/>
                <a:cs typeface="Times New Roman"/>
              </a:rPr>
              <a:t>i</a:t>
            </a:r>
            <a:r>
              <a:rPr sz="2800" b="1" spc="-10" dirty="0">
                <a:latin typeface="Times New Roman"/>
                <a:cs typeface="Times New Roman"/>
              </a:rPr>
              <a:t>n</a:t>
            </a:r>
            <a:r>
              <a:rPr sz="2800" b="1" spc="-30" dirty="0">
                <a:latin typeface="Times New Roman"/>
                <a:cs typeface="Times New Roman"/>
              </a:rPr>
              <a:t>c</a:t>
            </a:r>
            <a:r>
              <a:rPr sz="2800" b="1" spc="-4" dirty="0">
                <a:latin typeface="Times New Roman"/>
                <a:cs typeface="Times New Roman"/>
              </a:rPr>
              <a:t>i</a:t>
            </a:r>
            <a:r>
              <a:rPr sz="2800" b="1" spc="-10" dirty="0">
                <a:latin typeface="Times New Roman"/>
                <a:cs typeface="Times New Roman"/>
              </a:rPr>
              <a:t>p</a:t>
            </a:r>
            <a:r>
              <a:rPr sz="2800" b="1" spc="-35" dirty="0">
                <a:latin typeface="Times New Roman"/>
                <a:cs typeface="Times New Roman"/>
              </a:rPr>
              <a:t>l</a:t>
            </a:r>
            <a:r>
              <a:rPr sz="2800" b="1" dirty="0">
                <a:latin typeface="Times New Roman"/>
                <a:cs typeface="Times New Roman"/>
              </a:rPr>
              <a:t>e</a:t>
            </a:r>
            <a:r>
              <a:rPr sz="2800" b="1" spc="-10" dirty="0">
                <a:latin typeface="Times New Roman"/>
                <a:cs typeface="Times New Roman"/>
              </a:rPr>
              <a:t>:</a:t>
            </a:r>
            <a:r>
              <a:rPr sz="2800" b="1" spc="32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E</a:t>
            </a:r>
            <a:r>
              <a:rPr sz="2800" spc="10" dirty="0">
                <a:latin typeface="Times New Roman"/>
                <a:cs typeface="Times New Roman"/>
              </a:rPr>
              <a:t>n</a:t>
            </a:r>
            <a:r>
              <a:rPr sz="2800" spc="-4" dirty="0">
                <a:latin typeface="Times New Roman"/>
                <a:cs typeface="Times New Roman"/>
              </a:rPr>
              <a:t>t</a:t>
            </a:r>
            <a:r>
              <a:rPr sz="2800" spc="-20" dirty="0">
                <a:latin typeface="Times New Roman"/>
                <a:cs typeface="Times New Roman"/>
              </a:rPr>
              <a:t>r</a:t>
            </a:r>
            <a:r>
              <a:rPr sz="2800" spc="-30" dirty="0">
                <a:latin typeface="Times New Roman"/>
                <a:cs typeface="Times New Roman"/>
              </a:rPr>
              <a:t>e</a:t>
            </a:r>
            <a:r>
              <a:rPr sz="2800" spc="-14" dirty="0">
                <a:latin typeface="Times New Roman"/>
                <a:cs typeface="Times New Roman"/>
              </a:rPr>
              <a:t>p</a:t>
            </a:r>
            <a:r>
              <a:rPr sz="2800" dirty="0">
                <a:latin typeface="Times New Roman"/>
                <a:cs typeface="Times New Roman"/>
              </a:rPr>
              <a:t>r</a:t>
            </a:r>
            <a:r>
              <a:rPr sz="2800" spc="-30" dirty="0">
                <a:latin typeface="Times New Roman"/>
                <a:cs typeface="Times New Roman"/>
              </a:rPr>
              <a:t>e</a:t>
            </a:r>
            <a:r>
              <a:rPr sz="2800" spc="-14" dirty="0">
                <a:latin typeface="Times New Roman"/>
                <a:cs typeface="Times New Roman"/>
              </a:rPr>
              <a:t>n</a:t>
            </a:r>
            <a:r>
              <a:rPr sz="2800" dirty="0">
                <a:latin typeface="Times New Roman"/>
                <a:cs typeface="Times New Roman"/>
              </a:rPr>
              <a:t>e</a:t>
            </a:r>
            <a:r>
              <a:rPr sz="2800" spc="-14" dirty="0">
                <a:latin typeface="Times New Roman"/>
                <a:cs typeface="Times New Roman"/>
              </a:rPr>
              <a:t>u</a:t>
            </a:r>
            <a:r>
              <a:rPr sz="2800" spc="-20" dirty="0">
                <a:latin typeface="Times New Roman"/>
                <a:cs typeface="Times New Roman"/>
              </a:rPr>
              <a:t>r</a:t>
            </a:r>
            <a:r>
              <a:rPr sz="2800" spc="-14" dirty="0">
                <a:latin typeface="Times New Roman"/>
                <a:cs typeface="Times New Roman"/>
              </a:rPr>
              <a:t>s</a:t>
            </a:r>
            <a:r>
              <a:rPr sz="2800" spc="335" dirty="0">
                <a:latin typeface="Times New Roman"/>
                <a:cs typeface="Times New Roman"/>
              </a:rPr>
              <a:t> </a:t>
            </a:r>
            <a:r>
              <a:rPr sz="2800" spc="-35" dirty="0">
                <a:latin typeface="Times New Roman"/>
                <a:cs typeface="Times New Roman"/>
              </a:rPr>
              <a:t>w</a:t>
            </a:r>
            <a:r>
              <a:rPr sz="2800" spc="-4" dirty="0">
                <a:latin typeface="Times New Roman"/>
                <a:cs typeface="Times New Roman"/>
              </a:rPr>
              <a:t>il</a:t>
            </a:r>
            <a:r>
              <a:rPr sz="2800" spc="-10" dirty="0">
                <a:latin typeface="Times New Roman"/>
                <a:cs typeface="Times New Roman"/>
              </a:rPr>
              <a:t>l</a:t>
            </a:r>
            <a:r>
              <a:rPr sz="2800" spc="310" dirty="0">
                <a:latin typeface="Times New Roman"/>
                <a:cs typeface="Times New Roman"/>
              </a:rPr>
              <a:t> </a:t>
            </a:r>
            <a:r>
              <a:rPr sz="2800" spc="-4" dirty="0">
                <a:latin typeface="Times New Roman"/>
                <a:cs typeface="Times New Roman"/>
              </a:rPr>
              <a:t>l</a:t>
            </a:r>
            <a:r>
              <a:rPr sz="2800" spc="10" dirty="0">
                <a:latin typeface="Times New Roman"/>
                <a:cs typeface="Times New Roman"/>
              </a:rPr>
              <a:t>o</a:t>
            </a:r>
            <a:r>
              <a:rPr sz="2800" spc="-45" dirty="0">
                <a:latin typeface="Times New Roman"/>
                <a:cs typeface="Times New Roman"/>
              </a:rPr>
              <a:t>o</a:t>
            </a:r>
            <a:r>
              <a:rPr sz="2800" spc="-14" dirty="0">
                <a:latin typeface="Times New Roman"/>
                <a:cs typeface="Times New Roman"/>
              </a:rPr>
              <a:t>k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30" dirty="0">
                <a:latin typeface="Times New Roman"/>
                <a:cs typeface="Times New Roman"/>
              </a:rPr>
              <a:t>a</a:t>
            </a:r>
            <a:r>
              <a:rPr sz="2800" spc="-10" dirty="0">
                <a:latin typeface="Times New Roman"/>
                <a:cs typeface="Times New Roman"/>
              </a:rPr>
              <a:t>t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how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4" dirty="0">
                <a:latin typeface="Times New Roman"/>
                <a:cs typeface="Times New Roman"/>
              </a:rPr>
              <a:t>t</a:t>
            </a:r>
            <a:r>
              <a:rPr sz="2800" spc="-14" dirty="0">
                <a:latin typeface="Times New Roman"/>
                <a:cs typeface="Times New Roman"/>
              </a:rPr>
              <a:t>o</a:t>
            </a:r>
            <a:r>
              <a:rPr sz="2800" spc="-4" dirty="0">
                <a:latin typeface="Times New Roman"/>
                <a:cs typeface="Times New Roman"/>
              </a:rPr>
              <a:t> l</a:t>
            </a:r>
            <a:r>
              <a:rPr sz="2800" dirty="0">
                <a:latin typeface="Times New Roman"/>
                <a:cs typeface="Times New Roman"/>
              </a:rPr>
              <a:t>e</a:t>
            </a:r>
            <a:r>
              <a:rPr sz="2800" spc="-14" dirty="0">
                <a:latin typeface="Times New Roman"/>
                <a:cs typeface="Times New Roman"/>
              </a:rPr>
              <a:t>v</a:t>
            </a:r>
            <a:r>
              <a:rPr sz="2800" spc="-30" dirty="0">
                <a:latin typeface="Times New Roman"/>
                <a:cs typeface="Times New Roman"/>
              </a:rPr>
              <a:t>e</a:t>
            </a:r>
            <a:r>
              <a:rPr sz="2800" spc="-20" dirty="0">
                <a:latin typeface="Times New Roman"/>
                <a:cs typeface="Times New Roman"/>
              </a:rPr>
              <a:t>r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14" dirty="0">
                <a:latin typeface="Times New Roman"/>
                <a:cs typeface="Times New Roman"/>
              </a:rPr>
              <a:t>ge </a:t>
            </a:r>
            <a:r>
              <a:rPr sz="2800" spc="-30" dirty="0" smtClean="0">
                <a:latin typeface="Times New Roman"/>
                <a:cs typeface="Times New Roman"/>
              </a:rPr>
              <a:t>c</a:t>
            </a:r>
            <a:r>
              <a:rPr sz="2800" spc="-14" dirty="0" smtClean="0">
                <a:latin typeface="Times New Roman"/>
                <a:cs typeface="Times New Roman"/>
              </a:rPr>
              <a:t>o</a:t>
            </a:r>
            <a:r>
              <a:rPr sz="2800" spc="10" dirty="0" smtClean="0">
                <a:latin typeface="Times New Roman"/>
                <a:cs typeface="Times New Roman"/>
              </a:rPr>
              <a:t>n</a:t>
            </a:r>
            <a:r>
              <a:rPr sz="2800" spc="-35" dirty="0" smtClean="0">
                <a:latin typeface="Times New Roman"/>
                <a:cs typeface="Times New Roman"/>
              </a:rPr>
              <a:t>t</a:t>
            </a:r>
            <a:r>
              <a:rPr sz="2800" spc="-4" dirty="0" smtClean="0">
                <a:latin typeface="Times New Roman"/>
                <a:cs typeface="Times New Roman"/>
              </a:rPr>
              <a:t>i</a:t>
            </a:r>
            <a:r>
              <a:rPr sz="2800" spc="10" dirty="0" smtClean="0">
                <a:latin typeface="Times New Roman"/>
                <a:cs typeface="Times New Roman"/>
              </a:rPr>
              <a:t>n</a:t>
            </a:r>
            <a:r>
              <a:rPr sz="2800" spc="-14" dirty="0" smtClean="0">
                <a:latin typeface="Times New Roman"/>
                <a:cs typeface="Times New Roman"/>
              </a:rPr>
              <a:t>g</a:t>
            </a:r>
            <a:r>
              <a:rPr sz="2800" spc="-30" dirty="0" smtClean="0">
                <a:latin typeface="Times New Roman"/>
                <a:cs typeface="Times New Roman"/>
              </a:rPr>
              <a:t>e</a:t>
            </a:r>
            <a:r>
              <a:rPr sz="2800" spc="-14" dirty="0" smtClean="0">
                <a:latin typeface="Times New Roman"/>
                <a:cs typeface="Times New Roman"/>
              </a:rPr>
              <a:t>n</a:t>
            </a:r>
            <a:r>
              <a:rPr sz="2800" spc="-30" dirty="0" smtClean="0">
                <a:latin typeface="Times New Roman"/>
                <a:cs typeface="Times New Roman"/>
              </a:rPr>
              <a:t>c</a:t>
            </a:r>
            <a:r>
              <a:rPr sz="2800" spc="-4" dirty="0" smtClean="0">
                <a:latin typeface="Times New Roman"/>
                <a:cs typeface="Times New Roman"/>
              </a:rPr>
              <a:t>i</a:t>
            </a:r>
            <a:r>
              <a:rPr sz="2800" dirty="0" smtClean="0">
                <a:latin typeface="Times New Roman"/>
                <a:cs typeface="Times New Roman"/>
              </a:rPr>
              <a:t>e</a:t>
            </a:r>
            <a:r>
              <a:rPr sz="2800" spc="-10" dirty="0" smtClean="0">
                <a:latin typeface="Times New Roman"/>
                <a:cs typeface="Times New Roman"/>
              </a:rPr>
              <a:t>s</a:t>
            </a:r>
            <a:r>
              <a:rPr lang="en-IN" sz="2800" spc="-10" smtClean="0">
                <a:latin typeface="Times New Roman"/>
                <a:cs typeface="Times New Roman"/>
              </a:rPr>
              <a:t>/possibilities</a:t>
            </a:r>
            <a:r>
              <a:rPr sz="2800" spc="-10" smtClean="0">
                <a:latin typeface="Times New Roman"/>
                <a:cs typeface="Times New Roman"/>
              </a:rPr>
              <a:t>.</a:t>
            </a:r>
            <a:endParaRPr sz="2800" dirty="0">
              <a:latin typeface="Times New Roman"/>
              <a:cs typeface="Times New Roman"/>
            </a:endParaRPr>
          </a:p>
          <a:p>
            <a:pPr marL="527624" marR="6984" indent="-514924">
              <a:spcBef>
                <a:spcPts val="670"/>
              </a:spcBef>
              <a:buFont typeface="Arial"/>
              <a:buChar char="•"/>
              <a:tabLst>
                <a:tab pos="528258" algn="l"/>
                <a:tab pos="1283820" algn="l"/>
                <a:tab pos="4236225" algn="l"/>
                <a:tab pos="6394972" algn="l"/>
                <a:tab pos="7048310" algn="l"/>
              </a:tabLst>
            </a:pPr>
            <a:r>
              <a:rPr sz="2800" b="1" spc="-14" dirty="0">
                <a:latin typeface="Times New Roman"/>
                <a:cs typeface="Times New Roman"/>
              </a:rPr>
              <a:t>T</a:t>
            </a:r>
            <a:r>
              <a:rPr sz="2800" b="1" spc="-40" dirty="0">
                <a:latin typeface="Times New Roman"/>
                <a:cs typeface="Times New Roman"/>
              </a:rPr>
              <a:t>h</a:t>
            </a:r>
            <a:r>
              <a:rPr sz="2800" b="1" spc="-14" dirty="0">
                <a:latin typeface="Times New Roman"/>
                <a:cs typeface="Times New Roman"/>
              </a:rPr>
              <a:t>e</a:t>
            </a:r>
            <a:r>
              <a:rPr sz="2800" b="1" dirty="0">
                <a:latin typeface="Times New Roman"/>
                <a:cs typeface="Times New Roman"/>
              </a:rPr>
              <a:t>	</a:t>
            </a:r>
            <a:r>
              <a:rPr sz="2800" b="1" spc="-25" dirty="0">
                <a:latin typeface="Times New Roman"/>
                <a:cs typeface="Times New Roman"/>
              </a:rPr>
              <a:t>P</a:t>
            </a:r>
            <a:r>
              <a:rPr sz="2800" b="1" spc="-4" dirty="0">
                <a:latin typeface="Times New Roman"/>
                <a:cs typeface="Times New Roman"/>
              </a:rPr>
              <a:t>il</a:t>
            </a:r>
            <a:r>
              <a:rPr sz="2800" b="1" spc="-14" dirty="0">
                <a:latin typeface="Times New Roman"/>
                <a:cs typeface="Times New Roman"/>
              </a:rPr>
              <a:t>o</a:t>
            </a:r>
            <a:r>
              <a:rPr sz="2800" b="1" spc="-20" dirty="0">
                <a:latin typeface="Times New Roman"/>
                <a:cs typeface="Times New Roman"/>
              </a:rPr>
              <a:t>t</a:t>
            </a:r>
            <a:r>
              <a:rPr sz="2800" b="1" dirty="0">
                <a:latin typeface="Times New Roman"/>
                <a:cs typeface="Times New Roman"/>
              </a:rPr>
              <a:t>-</a:t>
            </a:r>
            <a:r>
              <a:rPr sz="2800" b="1" spc="-4" dirty="0">
                <a:latin typeface="Times New Roman"/>
                <a:cs typeface="Times New Roman"/>
              </a:rPr>
              <a:t>i</a:t>
            </a:r>
            <a:r>
              <a:rPr sz="2800" b="1" spc="-40" dirty="0">
                <a:latin typeface="Times New Roman"/>
                <a:cs typeface="Times New Roman"/>
              </a:rPr>
              <a:t>n</a:t>
            </a:r>
            <a:r>
              <a:rPr sz="2800" b="1" dirty="0">
                <a:latin typeface="Times New Roman"/>
                <a:cs typeface="Times New Roman"/>
              </a:rPr>
              <a:t>-</a:t>
            </a:r>
            <a:r>
              <a:rPr sz="2800" b="1" spc="-20" dirty="0">
                <a:latin typeface="Times New Roman"/>
                <a:cs typeface="Times New Roman"/>
              </a:rPr>
              <a:t>t</a:t>
            </a:r>
            <a:r>
              <a:rPr sz="2800" b="1" spc="-10" dirty="0">
                <a:latin typeface="Times New Roman"/>
                <a:cs typeface="Times New Roman"/>
              </a:rPr>
              <a:t>h</a:t>
            </a:r>
            <a:r>
              <a:rPr sz="2800" b="1" spc="-30" dirty="0">
                <a:latin typeface="Times New Roman"/>
                <a:cs typeface="Times New Roman"/>
              </a:rPr>
              <a:t>e</a:t>
            </a:r>
            <a:r>
              <a:rPr sz="2800" b="1" dirty="0">
                <a:latin typeface="Times New Roman"/>
                <a:cs typeface="Times New Roman"/>
              </a:rPr>
              <a:t>-</a:t>
            </a:r>
            <a:r>
              <a:rPr sz="2800" b="1" spc="-10" dirty="0">
                <a:latin typeface="Times New Roman"/>
                <a:cs typeface="Times New Roman"/>
              </a:rPr>
              <a:t>p</a:t>
            </a:r>
            <a:r>
              <a:rPr sz="2800" b="1" spc="-4" dirty="0">
                <a:latin typeface="Times New Roman"/>
                <a:cs typeface="Times New Roman"/>
              </a:rPr>
              <a:t>l</a:t>
            </a:r>
            <a:r>
              <a:rPr sz="2800" b="1" spc="-14" dirty="0">
                <a:latin typeface="Times New Roman"/>
                <a:cs typeface="Times New Roman"/>
              </a:rPr>
              <a:t>a</a:t>
            </a:r>
            <a:r>
              <a:rPr sz="2800" b="1" spc="-10" dirty="0">
                <a:latin typeface="Times New Roman"/>
                <a:cs typeface="Times New Roman"/>
              </a:rPr>
              <a:t>n</a:t>
            </a:r>
            <a:r>
              <a:rPr sz="2800" b="1" spc="-30" dirty="0">
                <a:latin typeface="Times New Roman"/>
                <a:cs typeface="Times New Roman"/>
              </a:rPr>
              <a:t>e</a:t>
            </a:r>
            <a:r>
              <a:rPr sz="2800" b="1" spc="-10" dirty="0">
                <a:latin typeface="Times New Roman"/>
                <a:cs typeface="Times New Roman"/>
              </a:rPr>
              <a:t>:</a:t>
            </a:r>
            <a:r>
              <a:rPr sz="2800" b="1" dirty="0">
                <a:latin typeface="Times New Roman"/>
                <a:cs typeface="Times New Roman"/>
              </a:rPr>
              <a:t>	</a:t>
            </a:r>
            <a:r>
              <a:rPr sz="2800" spc="-25" dirty="0">
                <a:latin typeface="Times New Roman"/>
                <a:cs typeface="Times New Roman"/>
              </a:rPr>
              <a:t>E</a:t>
            </a:r>
            <a:r>
              <a:rPr sz="2800" spc="-14" dirty="0">
                <a:latin typeface="Times New Roman"/>
                <a:cs typeface="Times New Roman"/>
              </a:rPr>
              <a:t>n</a:t>
            </a:r>
            <a:r>
              <a:rPr sz="2800" spc="-4" dirty="0">
                <a:latin typeface="Times New Roman"/>
                <a:cs typeface="Times New Roman"/>
              </a:rPr>
              <a:t>t</a:t>
            </a:r>
            <a:r>
              <a:rPr sz="2800" dirty="0">
                <a:latin typeface="Times New Roman"/>
                <a:cs typeface="Times New Roman"/>
              </a:rPr>
              <a:t>r</a:t>
            </a:r>
            <a:r>
              <a:rPr sz="2800" spc="-30" dirty="0">
                <a:latin typeface="Times New Roman"/>
                <a:cs typeface="Times New Roman"/>
              </a:rPr>
              <a:t>e</a:t>
            </a:r>
            <a:r>
              <a:rPr sz="2800" spc="-14" dirty="0">
                <a:latin typeface="Times New Roman"/>
                <a:cs typeface="Times New Roman"/>
              </a:rPr>
              <a:t>p</a:t>
            </a:r>
            <a:r>
              <a:rPr sz="2800" spc="-20" dirty="0">
                <a:latin typeface="Times New Roman"/>
                <a:cs typeface="Times New Roman"/>
              </a:rPr>
              <a:t>r</a:t>
            </a:r>
            <a:r>
              <a:rPr sz="2800" dirty="0">
                <a:latin typeface="Times New Roman"/>
                <a:cs typeface="Times New Roman"/>
              </a:rPr>
              <a:t>e</a:t>
            </a:r>
            <a:r>
              <a:rPr sz="2800" spc="-14" dirty="0">
                <a:latin typeface="Times New Roman"/>
                <a:cs typeface="Times New Roman"/>
              </a:rPr>
              <a:t>n</a:t>
            </a:r>
            <a:r>
              <a:rPr sz="2800" spc="-30" dirty="0">
                <a:latin typeface="Times New Roman"/>
                <a:cs typeface="Times New Roman"/>
              </a:rPr>
              <a:t>e</a:t>
            </a:r>
            <a:r>
              <a:rPr sz="2800" spc="-14" dirty="0">
                <a:latin typeface="Times New Roman"/>
                <a:cs typeface="Times New Roman"/>
              </a:rPr>
              <a:t>u</a:t>
            </a:r>
            <a:r>
              <a:rPr sz="2800" dirty="0">
                <a:latin typeface="Times New Roman"/>
                <a:cs typeface="Times New Roman"/>
              </a:rPr>
              <a:t>r</a:t>
            </a:r>
            <a:r>
              <a:rPr sz="2800" spc="-14" dirty="0">
                <a:latin typeface="Times New Roman"/>
                <a:cs typeface="Times New Roman"/>
              </a:rPr>
              <a:t>s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30" dirty="0">
                <a:latin typeface="Times New Roman"/>
                <a:cs typeface="Times New Roman"/>
              </a:rPr>
              <a:t>ca</a:t>
            </a:r>
            <a:r>
              <a:rPr sz="2800" spc="-14" dirty="0">
                <a:latin typeface="Times New Roman"/>
                <a:cs typeface="Times New Roman"/>
              </a:rPr>
              <a:t>n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30" dirty="0">
                <a:latin typeface="Times New Roman"/>
                <a:cs typeface="Times New Roman"/>
              </a:rPr>
              <a:t>c</a:t>
            </a:r>
            <a:r>
              <a:rPr sz="2800" spc="10" dirty="0">
                <a:latin typeface="Times New Roman"/>
                <a:cs typeface="Times New Roman"/>
              </a:rPr>
              <a:t>o</a:t>
            </a:r>
            <a:r>
              <a:rPr sz="2800" spc="-14" dirty="0">
                <a:latin typeface="Times New Roman"/>
                <a:cs typeface="Times New Roman"/>
              </a:rPr>
              <a:t>n</a:t>
            </a:r>
            <a:r>
              <a:rPr sz="2800" spc="-4" dirty="0">
                <a:latin typeface="Times New Roman"/>
                <a:cs typeface="Times New Roman"/>
              </a:rPr>
              <a:t>t</a:t>
            </a:r>
            <a:r>
              <a:rPr sz="2800" spc="-20" dirty="0">
                <a:latin typeface="Times New Roman"/>
                <a:cs typeface="Times New Roman"/>
              </a:rPr>
              <a:t>r</a:t>
            </a:r>
            <a:r>
              <a:rPr sz="2800" spc="-14" dirty="0">
                <a:latin typeface="Times New Roman"/>
                <a:cs typeface="Times New Roman"/>
              </a:rPr>
              <a:t>ol so</a:t>
            </a:r>
            <a:r>
              <a:rPr sz="2800" spc="-20" dirty="0">
                <a:latin typeface="Times New Roman"/>
                <a:cs typeface="Times New Roman"/>
              </a:rPr>
              <a:t>m</a:t>
            </a:r>
            <a:r>
              <a:rPr sz="2800" spc="-14" dirty="0">
                <a:latin typeface="Times New Roman"/>
                <a:cs typeface="Times New Roman"/>
              </a:rPr>
              <a:t>e of</a:t>
            </a:r>
            <a:r>
              <a:rPr sz="2800" spc="14" dirty="0">
                <a:latin typeface="Times New Roman"/>
                <a:cs typeface="Times New Roman"/>
              </a:rPr>
              <a:t> </a:t>
            </a:r>
            <a:r>
              <a:rPr sz="2800" spc="-4" dirty="0">
                <a:latin typeface="Times New Roman"/>
                <a:cs typeface="Times New Roman"/>
              </a:rPr>
              <a:t>t</a:t>
            </a:r>
            <a:r>
              <a:rPr sz="2800" spc="-14" dirty="0">
                <a:latin typeface="Times New Roman"/>
                <a:cs typeface="Times New Roman"/>
              </a:rPr>
              <a:t>he </a:t>
            </a:r>
            <a:r>
              <a:rPr sz="2800" spc="-20" dirty="0">
                <a:latin typeface="Times New Roman"/>
                <a:cs typeface="Times New Roman"/>
              </a:rPr>
              <a:t>f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30" dirty="0">
                <a:latin typeface="Times New Roman"/>
                <a:cs typeface="Times New Roman"/>
              </a:rPr>
              <a:t>c</a:t>
            </a:r>
            <a:r>
              <a:rPr sz="2800" spc="-4" dirty="0">
                <a:latin typeface="Times New Roman"/>
                <a:cs typeface="Times New Roman"/>
              </a:rPr>
              <a:t>t</a:t>
            </a:r>
            <a:r>
              <a:rPr sz="2800" spc="-14" dirty="0">
                <a:latin typeface="Times New Roman"/>
                <a:cs typeface="Times New Roman"/>
              </a:rPr>
              <a:t>o</a:t>
            </a:r>
            <a:r>
              <a:rPr sz="2800" spc="-20" dirty="0">
                <a:latin typeface="Times New Roman"/>
                <a:cs typeface="Times New Roman"/>
              </a:rPr>
              <a:t>r</a:t>
            </a:r>
            <a:r>
              <a:rPr sz="2800" spc="-14" dirty="0">
                <a:latin typeface="Times New Roman"/>
                <a:cs typeface="Times New Roman"/>
              </a:rPr>
              <a:t>s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35" dirty="0">
                <a:latin typeface="Times New Roman"/>
                <a:cs typeface="Times New Roman"/>
              </a:rPr>
              <a:t>w</a:t>
            </a:r>
            <a:r>
              <a:rPr sz="2800" spc="10" dirty="0">
                <a:latin typeface="Times New Roman"/>
                <a:cs typeface="Times New Roman"/>
              </a:rPr>
              <a:t>h</a:t>
            </a:r>
            <a:r>
              <a:rPr sz="2800" spc="-4" dirty="0">
                <a:latin typeface="Times New Roman"/>
                <a:cs typeface="Times New Roman"/>
              </a:rPr>
              <a:t>i</a:t>
            </a:r>
            <a:r>
              <a:rPr sz="2800" spc="-30" dirty="0">
                <a:latin typeface="Times New Roman"/>
                <a:cs typeface="Times New Roman"/>
              </a:rPr>
              <a:t>c</a:t>
            </a:r>
            <a:r>
              <a:rPr sz="2800" spc="-14" dirty="0">
                <a:latin typeface="Times New Roman"/>
                <a:cs typeface="Times New Roman"/>
              </a:rPr>
              <a:t>h</a:t>
            </a:r>
            <a:r>
              <a:rPr sz="2800" spc="-4" dirty="0">
                <a:latin typeface="Times New Roman"/>
                <a:cs typeface="Times New Roman"/>
              </a:rPr>
              <a:t> </a:t>
            </a:r>
            <a:r>
              <a:rPr sz="2800" spc="-14" dirty="0">
                <a:latin typeface="Times New Roman"/>
                <a:cs typeface="Times New Roman"/>
              </a:rPr>
              <a:t>d</a:t>
            </a:r>
            <a:r>
              <a:rPr sz="2800" spc="-30" dirty="0">
                <a:latin typeface="Times New Roman"/>
                <a:cs typeface="Times New Roman"/>
              </a:rPr>
              <a:t>e</a:t>
            </a:r>
            <a:r>
              <a:rPr sz="2800" spc="-4" dirty="0">
                <a:latin typeface="Times New Roman"/>
                <a:cs typeface="Times New Roman"/>
              </a:rPr>
              <a:t>t</a:t>
            </a:r>
            <a:r>
              <a:rPr sz="2800" spc="-30" dirty="0">
                <a:latin typeface="Times New Roman"/>
                <a:cs typeface="Times New Roman"/>
              </a:rPr>
              <a:t>e</a:t>
            </a:r>
            <a:r>
              <a:rPr sz="2800" dirty="0">
                <a:latin typeface="Times New Roman"/>
                <a:cs typeface="Times New Roman"/>
              </a:rPr>
              <a:t>r</a:t>
            </a:r>
            <a:r>
              <a:rPr sz="2800" spc="-50" dirty="0">
                <a:latin typeface="Times New Roman"/>
                <a:cs typeface="Times New Roman"/>
              </a:rPr>
              <a:t>m</a:t>
            </a:r>
            <a:r>
              <a:rPr sz="2800" spc="-4" dirty="0">
                <a:latin typeface="Times New Roman"/>
                <a:cs typeface="Times New Roman"/>
              </a:rPr>
              <a:t>i</a:t>
            </a:r>
            <a:r>
              <a:rPr sz="2800" spc="-14" dirty="0">
                <a:latin typeface="Times New Roman"/>
                <a:cs typeface="Times New Roman"/>
              </a:rPr>
              <a:t>ne </a:t>
            </a:r>
            <a:r>
              <a:rPr sz="2800" spc="-4" dirty="0">
                <a:latin typeface="Times New Roman"/>
                <a:cs typeface="Times New Roman"/>
              </a:rPr>
              <a:t>t</a:t>
            </a:r>
            <a:r>
              <a:rPr sz="2800" spc="-14" dirty="0">
                <a:latin typeface="Times New Roman"/>
                <a:cs typeface="Times New Roman"/>
              </a:rPr>
              <a:t>he </a:t>
            </a:r>
            <a:r>
              <a:rPr sz="2800" dirty="0">
                <a:latin typeface="Times New Roman"/>
                <a:cs typeface="Times New Roman"/>
              </a:rPr>
              <a:t>f</a:t>
            </a:r>
            <a:r>
              <a:rPr sz="2800" spc="-14" dirty="0">
                <a:latin typeface="Times New Roman"/>
                <a:cs typeface="Times New Roman"/>
              </a:rPr>
              <a:t>u</a:t>
            </a:r>
            <a:r>
              <a:rPr sz="2800" spc="-4" dirty="0">
                <a:latin typeface="Times New Roman"/>
                <a:cs typeface="Times New Roman"/>
              </a:rPr>
              <a:t>t</a:t>
            </a:r>
            <a:r>
              <a:rPr sz="2800" spc="-14" dirty="0">
                <a:latin typeface="Times New Roman"/>
                <a:cs typeface="Times New Roman"/>
              </a:rPr>
              <a:t>u</a:t>
            </a:r>
            <a:r>
              <a:rPr sz="2800" dirty="0">
                <a:latin typeface="Times New Roman"/>
                <a:cs typeface="Times New Roman"/>
              </a:rPr>
              <a:t>r</a:t>
            </a:r>
            <a:r>
              <a:rPr sz="2800" spc="-30" dirty="0">
                <a:latin typeface="Times New Roman"/>
                <a:cs typeface="Times New Roman"/>
              </a:rPr>
              <a:t>e</a:t>
            </a:r>
            <a:r>
              <a:rPr sz="2800" spc="-10" dirty="0">
                <a:latin typeface="Times New Roman"/>
                <a:cs typeface="Times New Roman"/>
              </a:rPr>
              <a:t>.</a:t>
            </a: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56167" y="555940"/>
            <a:ext cx="4202430" cy="5057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9"/>
            <a:r>
              <a:rPr sz="3200" b="1" spc="4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3200" b="1" spc="-3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3200" b="1" spc="20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3200" b="1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3200" b="1" spc="-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252525"/>
                </a:solidFill>
                <a:latin typeface="Times New Roman"/>
                <a:cs typeface="Times New Roman"/>
              </a:rPr>
              <a:t>as an</a:t>
            </a:r>
            <a:r>
              <a:rPr sz="3200" b="1" spc="-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3200" b="1" spc="4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3200" b="1" spc="-2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3200" b="1" spc="2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3200" b="1" spc="-8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3200" b="1" spc="14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3200" b="1" spc="-20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3200" b="1" spc="-4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3200" b="1" spc="14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3200" b="1" spc="-2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3200" b="1" spc="14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3200" b="1" spc="-20" dirty="0">
                <a:solidFill>
                  <a:srgbClr val="252525"/>
                </a:solidFill>
                <a:latin typeface="Times New Roman"/>
                <a:cs typeface="Times New Roman"/>
              </a:rPr>
              <a:t>u</a:t>
            </a:r>
            <a:r>
              <a:rPr sz="3200" b="1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676401" y="1066800"/>
            <a:ext cx="7620000" cy="6019800"/>
          </a:xfrm>
          <a:custGeom>
            <a:avLst/>
            <a:gdLst/>
            <a:ahLst/>
            <a:cxnLst/>
            <a:rect l="l" t="t" r="r" b="b"/>
            <a:pathLst>
              <a:path w="7620000" h="6019800">
                <a:moveTo>
                  <a:pt x="0" y="6019799"/>
                </a:moveTo>
                <a:lnTo>
                  <a:pt x="7619999" y="6019799"/>
                </a:lnTo>
                <a:lnTo>
                  <a:pt x="7619999" y="0"/>
                </a:lnTo>
                <a:lnTo>
                  <a:pt x="0" y="0"/>
                </a:lnTo>
                <a:lnTo>
                  <a:pt x="0" y="60197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676401" y="1066800"/>
            <a:ext cx="7620000" cy="6019800"/>
          </a:xfrm>
          <a:custGeom>
            <a:avLst/>
            <a:gdLst/>
            <a:ahLst/>
            <a:cxnLst/>
            <a:rect l="l" t="t" r="r" b="b"/>
            <a:pathLst>
              <a:path w="7620000" h="6019800">
                <a:moveTo>
                  <a:pt x="0" y="6019799"/>
                </a:moveTo>
                <a:lnTo>
                  <a:pt x="7619999" y="6019799"/>
                </a:lnTo>
                <a:lnTo>
                  <a:pt x="7619999" y="0"/>
                </a:lnTo>
                <a:lnTo>
                  <a:pt x="0" y="0"/>
                </a:lnTo>
                <a:lnTo>
                  <a:pt x="0" y="6019799"/>
                </a:lnTo>
                <a:close/>
              </a:path>
            </a:pathLst>
          </a:custGeom>
          <a:ln w="15239">
            <a:solidFill>
              <a:srgbClr val="71855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756680" y="1137856"/>
            <a:ext cx="7251065" cy="1255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4924" marR="5080" indent="-342859"/>
            <a:r>
              <a:rPr sz="2000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2000" dirty="0">
                <a:solidFill>
                  <a:srgbClr val="A42F0F"/>
                </a:solidFill>
                <a:latin typeface="Times New Roman"/>
                <a:cs typeface="Times New Roman"/>
              </a:rPr>
              <a:t> </a:t>
            </a:r>
            <a:r>
              <a:rPr sz="2000" spc="-90" dirty="0">
                <a:solidFill>
                  <a:srgbClr val="A42F0F"/>
                </a:solidFill>
                <a:latin typeface="Times New Roman"/>
                <a:cs typeface="Times New Roman"/>
              </a:rPr>
              <a:t> </a:t>
            </a:r>
            <a:r>
              <a:rPr sz="2000" spc="4" dirty="0">
                <a:latin typeface="Times New Roman"/>
                <a:cs typeface="Times New Roman"/>
              </a:rPr>
              <a:t>F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10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n </a:t>
            </a:r>
            <a:r>
              <a:rPr sz="2000" spc="-20" dirty="0">
                <a:latin typeface="Times New Roman"/>
                <a:cs typeface="Times New Roman"/>
              </a:rPr>
              <a:t>i</a:t>
            </a:r>
            <a:r>
              <a:rPr sz="2000" dirty="0">
                <a:latin typeface="Times New Roman"/>
                <a:cs typeface="Times New Roman"/>
              </a:rPr>
              <a:t>n</a:t>
            </a:r>
            <a:r>
              <a:rPr sz="2000" spc="20" dirty="0">
                <a:latin typeface="Times New Roman"/>
                <a:cs typeface="Times New Roman"/>
              </a:rPr>
              <a:t>d</a:t>
            </a:r>
            <a:r>
              <a:rPr sz="2000" spc="-20" dirty="0">
                <a:latin typeface="Times New Roman"/>
                <a:cs typeface="Times New Roman"/>
              </a:rPr>
              <a:t>i</a:t>
            </a:r>
            <a:r>
              <a:rPr sz="2000" spc="20" dirty="0">
                <a:latin typeface="Times New Roman"/>
                <a:cs typeface="Times New Roman"/>
              </a:rPr>
              <a:t>v</a:t>
            </a:r>
            <a:r>
              <a:rPr sz="2000" spc="-20" dirty="0">
                <a:latin typeface="Times New Roman"/>
                <a:cs typeface="Times New Roman"/>
              </a:rPr>
              <a:t>i</a:t>
            </a:r>
            <a:r>
              <a:rPr sz="2000" dirty="0">
                <a:latin typeface="Times New Roman"/>
                <a:cs typeface="Times New Roman"/>
              </a:rPr>
              <a:t>du</a:t>
            </a:r>
            <a:r>
              <a:rPr sz="2000" spc="-10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l,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t</a:t>
            </a:r>
            <a:r>
              <a:rPr sz="2000" spc="20" dirty="0">
                <a:latin typeface="Times New Roman"/>
                <a:cs typeface="Times New Roman"/>
              </a:rPr>
              <a:t>h</a:t>
            </a:r>
            <a:r>
              <a:rPr sz="2000" dirty="0">
                <a:latin typeface="Times New Roman"/>
                <a:cs typeface="Times New Roman"/>
              </a:rPr>
              <a:t>e</a:t>
            </a:r>
            <a:r>
              <a:rPr sz="2000" spc="-10" dirty="0">
                <a:latin typeface="Times New Roman"/>
                <a:cs typeface="Times New Roman"/>
              </a:rPr>
              <a:t> r</a:t>
            </a:r>
            <a:r>
              <a:rPr sz="2000" dirty="0">
                <a:latin typeface="Times New Roman"/>
                <a:cs typeface="Times New Roman"/>
              </a:rPr>
              <a:t>ole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10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nd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</a:t>
            </a:r>
            <a:r>
              <a:rPr sz="2000" spc="-20" dirty="0">
                <a:latin typeface="Times New Roman"/>
                <a:cs typeface="Times New Roman"/>
              </a:rPr>
              <a:t>y</a:t>
            </a:r>
            <a:r>
              <a:rPr sz="2000" spc="20" dirty="0">
                <a:latin typeface="Times New Roman"/>
                <a:cs typeface="Times New Roman"/>
              </a:rPr>
              <a:t>p</a:t>
            </a:r>
            <a:r>
              <a:rPr sz="2000" dirty="0">
                <a:latin typeface="Times New Roman"/>
                <a:cs typeface="Times New Roman"/>
              </a:rPr>
              <a:t>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4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</a:t>
            </a:r>
            <a:r>
              <a:rPr sz="2000" spc="10" dirty="0">
                <a:latin typeface="Times New Roman"/>
                <a:cs typeface="Times New Roman"/>
              </a:rPr>
              <a:t>a</a:t>
            </a:r>
            <a:r>
              <a:rPr sz="2000" spc="-10" dirty="0">
                <a:latin typeface="Times New Roman"/>
                <a:cs typeface="Times New Roman"/>
              </a:rPr>
              <a:t>re</a:t>
            </a:r>
            <a:r>
              <a:rPr sz="2000" spc="1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she</a:t>
            </a:r>
            <a:r>
              <a:rPr sz="2000" spc="-10" dirty="0">
                <a:latin typeface="Times New Roman"/>
                <a:cs typeface="Times New Roman"/>
              </a:rPr>
              <a:t> c</a:t>
            </a:r>
            <a:r>
              <a:rPr sz="2000" dirty="0">
                <a:latin typeface="Times New Roman"/>
                <a:cs typeface="Times New Roman"/>
              </a:rPr>
              <a:t>h</a:t>
            </a:r>
            <a:r>
              <a:rPr sz="2000" spc="20" dirty="0">
                <a:latin typeface="Times New Roman"/>
                <a:cs typeface="Times New Roman"/>
              </a:rPr>
              <a:t>o</a:t>
            </a:r>
            <a:r>
              <a:rPr sz="2000" dirty="0">
                <a:latin typeface="Times New Roman"/>
                <a:cs typeface="Times New Roman"/>
              </a:rPr>
              <a:t>os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20" dirty="0">
                <a:latin typeface="Times New Roman"/>
                <a:cs typeface="Times New Roman"/>
              </a:rPr>
              <a:t>o</a:t>
            </a:r>
            <a:r>
              <a:rPr sz="2000" dirty="0">
                <a:latin typeface="Times New Roman"/>
                <a:cs typeface="Times New Roman"/>
              </a:rPr>
              <a:t>f g</a:t>
            </a:r>
            <a:r>
              <a:rPr sz="2000" spc="10" dirty="0">
                <a:latin typeface="Times New Roman"/>
                <a:cs typeface="Times New Roman"/>
              </a:rPr>
              <a:t>r</a:t>
            </a:r>
            <a:r>
              <a:rPr sz="2000" spc="-10" dirty="0">
                <a:latin typeface="Times New Roman"/>
                <a:cs typeface="Times New Roman"/>
              </a:rPr>
              <a:t>ea</a:t>
            </a:r>
            <a:r>
              <a:rPr sz="2000" dirty="0">
                <a:latin typeface="Times New Roman"/>
                <a:cs typeface="Times New Roman"/>
              </a:rPr>
              <a:t>t</a:t>
            </a:r>
            <a:r>
              <a:rPr sz="2000" spc="-1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</a:t>
            </a:r>
            <a:r>
              <a:rPr sz="2000" spc="-40" dirty="0">
                <a:latin typeface="Times New Roman"/>
                <a:cs typeface="Times New Roman"/>
              </a:rPr>
              <a:t>m</a:t>
            </a:r>
            <a:r>
              <a:rPr sz="2000" dirty="0">
                <a:latin typeface="Times New Roman"/>
                <a:cs typeface="Times New Roman"/>
              </a:rPr>
              <a:t>p</a:t>
            </a:r>
            <a:r>
              <a:rPr sz="2000" spc="20" dirty="0">
                <a:latin typeface="Times New Roman"/>
                <a:cs typeface="Times New Roman"/>
              </a:rPr>
              <a:t>o</a:t>
            </a:r>
            <a:r>
              <a:rPr sz="2000" spc="-10" dirty="0">
                <a:latin typeface="Times New Roman"/>
                <a:cs typeface="Times New Roman"/>
              </a:rPr>
              <a:t>r</a:t>
            </a:r>
            <a:r>
              <a:rPr sz="2000" dirty="0">
                <a:latin typeface="Times New Roman"/>
                <a:cs typeface="Times New Roman"/>
              </a:rPr>
              <a:t>t</a:t>
            </a:r>
            <a:r>
              <a:rPr sz="2000" spc="-10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n</a:t>
            </a:r>
            <a:r>
              <a:rPr sz="2000" spc="10" dirty="0">
                <a:latin typeface="Times New Roman"/>
                <a:cs typeface="Times New Roman"/>
              </a:rPr>
              <a:t>c</a:t>
            </a:r>
            <a:r>
              <a:rPr sz="2000" dirty="0">
                <a:latin typeface="Times New Roman"/>
                <a:cs typeface="Times New Roman"/>
              </a:rPr>
              <a:t>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</a:t>
            </a:r>
            <a:r>
              <a:rPr sz="2000" spc="10" dirty="0">
                <a:latin typeface="Times New Roman"/>
                <a:cs typeface="Times New Roman"/>
              </a:rPr>
              <a:t>e</a:t>
            </a:r>
            <a:r>
              <a:rPr sz="2000" spc="-10" dirty="0">
                <a:latin typeface="Times New Roman"/>
                <a:cs typeface="Times New Roman"/>
              </a:rPr>
              <a:t>ca</a:t>
            </a:r>
            <a:r>
              <a:rPr sz="2000" spc="20" dirty="0">
                <a:latin typeface="Times New Roman"/>
                <a:cs typeface="Times New Roman"/>
              </a:rPr>
              <a:t>u</a:t>
            </a:r>
            <a:r>
              <a:rPr sz="2000" spc="-20" dirty="0">
                <a:latin typeface="Times New Roman"/>
                <a:cs typeface="Times New Roman"/>
              </a:rPr>
              <a:t>s</a:t>
            </a:r>
            <a:r>
              <a:rPr sz="2000" spc="1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,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14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l</a:t>
            </a:r>
            <a:r>
              <a:rPr sz="2000" spc="10" dirty="0">
                <a:latin typeface="Times New Roman"/>
                <a:cs typeface="Times New Roman"/>
              </a:rPr>
              <a:t>a</a:t>
            </a:r>
            <a:r>
              <a:rPr sz="2000" spc="-20" dirty="0">
                <a:latin typeface="Times New Roman"/>
                <a:cs typeface="Times New Roman"/>
              </a:rPr>
              <a:t>y</a:t>
            </a:r>
            <a:r>
              <a:rPr sz="2000" dirty="0">
                <a:latin typeface="Times New Roman"/>
                <a:cs typeface="Times New Roman"/>
              </a:rPr>
              <a:t>s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do</a:t>
            </a:r>
            <a:r>
              <a:rPr sz="2000" spc="14" dirty="0">
                <a:latin typeface="Times New Roman"/>
                <a:cs typeface="Times New Roman"/>
              </a:rPr>
              <a:t>w</a:t>
            </a:r>
            <a:r>
              <a:rPr sz="2000" dirty="0">
                <a:latin typeface="Times New Roman"/>
                <a:cs typeface="Times New Roman"/>
              </a:rPr>
              <a:t>n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20" dirty="0">
                <a:latin typeface="Times New Roman"/>
                <a:cs typeface="Times New Roman"/>
              </a:rPr>
              <a:t>h</a:t>
            </a:r>
            <a:r>
              <a:rPr sz="2000" spc="-20" dirty="0">
                <a:latin typeface="Times New Roman"/>
                <a:cs typeface="Times New Roman"/>
              </a:rPr>
              <a:t>i</a:t>
            </a:r>
            <a:r>
              <a:rPr sz="2000" dirty="0">
                <a:latin typeface="Times New Roman"/>
                <a:cs typeface="Times New Roman"/>
              </a:rPr>
              <a:t>s or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20" dirty="0">
                <a:latin typeface="Times New Roman"/>
                <a:cs typeface="Times New Roman"/>
              </a:rPr>
              <a:t>h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20" dirty="0">
                <a:latin typeface="Times New Roman"/>
                <a:cs typeface="Times New Roman"/>
              </a:rPr>
              <a:t>p</a:t>
            </a:r>
            <a:r>
              <a:rPr sz="2000" spc="-10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t</a:t>
            </a:r>
            <a:r>
              <a:rPr sz="2000" spc="-20" dirty="0">
                <a:latin typeface="Times New Roman"/>
                <a:cs typeface="Times New Roman"/>
              </a:rPr>
              <a:t>t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spc="10" dirty="0">
                <a:latin typeface="Times New Roman"/>
                <a:cs typeface="Times New Roman"/>
              </a:rPr>
              <a:t>r</a:t>
            </a:r>
            <a:r>
              <a:rPr sz="2000" dirty="0">
                <a:latin typeface="Times New Roman"/>
                <a:cs typeface="Times New Roman"/>
              </a:rPr>
              <a:t>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liv</a:t>
            </a:r>
            <a:r>
              <a:rPr sz="2000" spc="-20" dirty="0">
                <a:latin typeface="Times New Roman"/>
                <a:cs typeface="Times New Roman"/>
              </a:rPr>
              <a:t>i</a:t>
            </a:r>
            <a:r>
              <a:rPr sz="2000" spc="20" dirty="0">
                <a:latin typeface="Times New Roman"/>
                <a:cs typeface="Times New Roman"/>
              </a:rPr>
              <a:t>n</a:t>
            </a:r>
            <a:r>
              <a:rPr sz="2000" dirty="0">
                <a:latin typeface="Times New Roman"/>
                <a:cs typeface="Times New Roman"/>
              </a:rPr>
              <a:t>g, d</a:t>
            </a:r>
            <a:r>
              <a:rPr sz="2000" spc="10" dirty="0">
                <a:latin typeface="Times New Roman"/>
                <a:cs typeface="Times New Roman"/>
              </a:rPr>
              <a:t>e</a:t>
            </a:r>
            <a:r>
              <a:rPr sz="2000" spc="-20" dirty="0">
                <a:latin typeface="Times New Roman"/>
                <a:cs typeface="Times New Roman"/>
              </a:rPr>
              <a:t>t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spc="10" dirty="0">
                <a:latin typeface="Times New Roman"/>
                <a:cs typeface="Times New Roman"/>
              </a:rPr>
              <a:t>r</a:t>
            </a:r>
            <a:r>
              <a:rPr sz="2000" spc="-20" dirty="0">
                <a:latin typeface="Times New Roman"/>
                <a:cs typeface="Times New Roman"/>
              </a:rPr>
              <a:t>mi</a:t>
            </a:r>
            <a:r>
              <a:rPr sz="2000" dirty="0">
                <a:latin typeface="Times New Roman"/>
                <a:cs typeface="Times New Roman"/>
              </a:rPr>
              <a:t>n</a:t>
            </a:r>
            <a:r>
              <a:rPr sz="2000" spc="1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</a:t>
            </a:r>
            <a:r>
              <a:rPr sz="2000" spc="-10" dirty="0">
                <a:latin typeface="Times New Roman"/>
                <a:cs typeface="Times New Roman"/>
              </a:rPr>
              <a:t>c</a:t>
            </a:r>
            <a:r>
              <a:rPr sz="2000" dirty="0">
                <a:latin typeface="Times New Roman"/>
                <a:cs typeface="Times New Roman"/>
              </a:rPr>
              <a:t>i</a:t>
            </a:r>
            <a:r>
              <a:rPr sz="2000" spc="-10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l</a:t>
            </a:r>
            <a:r>
              <a:rPr sz="2000" spc="-14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s</a:t>
            </a:r>
            <a:r>
              <a:rPr sz="2000" dirty="0">
                <a:latin typeface="Times New Roman"/>
                <a:cs typeface="Times New Roman"/>
              </a:rPr>
              <a:t>t</a:t>
            </a:r>
            <a:r>
              <a:rPr sz="2000" spc="-10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tus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</a:t>
            </a:r>
            <a:r>
              <a:rPr sz="2000" spc="20" dirty="0">
                <a:latin typeface="Times New Roman"/>
                <a:cs typeface="Times New Roman"/>
              </a:rPr>
              <a:t>n</a:t>
            </a:r>
            <a:r>
              <a:rPr sz="2000" dirty="0">
                <a:latin typeface="Times New Roman"/>
                <a:cs typeface="Times New Roman"/>
              </a:rPr>
              <a:t>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</a:t>
            </a:r>
            <a:r>
              <a:rPr sz="2000" spc="20" dirty="0">
                <a:latin typeface="Times New Roman"/>
                <a:cs typeface="Times New Roman"/>
              </a:rPr>
              <a:t>o</a:t>
            </a:r>
            <a:r>
              <a:rPr sz="2000" dirty="0">
                <a:latin typeface="Times New Roman"/>
                <a:cs typeface="Times New Roman"/>
              </a:rPr>
              <a:t>n</a:t>
            </a:r>
            <a:r>
              <a:rPr sz="2000" spc="-20" dirty="0">
                <a:latin typeface="Times New Roman"/>
                <a:cs typeface="Times New Roman"/>
              </a:rPr>
              <a:t>t</a:t>
            </a:r>
            <a:r>
              <a:rPr sz="2000" spc="10" dirty="0">
                <a:latin typeface="Times New Roman"/>
                <a:cs typeface="Times New Roman"/>
              </a:rPr>
              <a:t>r</a:t>
            </a:r>
            <a:r>
              <a:rPr sz="2000" dirty="0">
                <a:latin typeface="Times New Roman"/>
                <a:cs typeface="Times New Roman"/>
              </a:rPr>
              <a:t>ols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20" dirty="0">
                <a:latin typeface="Times New Roman"/>
                <a:cs typeface="Times New Roman"/>
              </a:rPr>
              <a:t>o</a:t>
            </a:r>
            <a:r>
              <a:rPr sz="2000" dirty="0">
                <a:latin typeface="Times New Roman"/>
                <a:cs typeface="Times New Roman"/>
              </a:rPr>
              <a:t>n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spc="-110" dirty="0">
                <a:latin typeface="Times New Roman"/>
                <a:cs typeface="Times New Roman"/>
              </a:rPr>
              <a:t>’</a:t>
            </a:r>
            <a:r>
              <a:rPr sz="2000" dirty="0">
                <a:latin typeface="Times New Roman"/>
                <a:cs typeface="Times New Roman"/>
              </a:rPr>
              <a:t>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</a:t>
            </a:r>
            <a:r>
              <a:rPr sz="2000" spc="10" dirty="0">
                <a:latin typeface="Times New Roman"/>
                <a:cs typeface="Times New Roman"/>
              </a:rPr>
              <a:t>r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s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nt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10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nd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10" dirty="0">
                <a:latin typeface="Times New Roman"/>
                <a:cs typeface="Times New Roman"/>
              </a:rPr>
              <a:t>f</a:t>
            </a:r>
            <a:r>
              <a:rPr sz="2000" dirty="0">
                <a:latin typeface="Times New Roman"/>
                <a:cs typeface="Times New Roman"/>
              </a:rPr>
              <a:t>utu</a:t>
            </a:r>
            <a:r>
              <a:rPr sz="2000" spc="-10" dirty="0">
                <a:latin typeface="Times New Roman"/>
                <a:cs typeface="Times New Roman"/>
              </a:rPr>
              <a:t>r</a:t>
            </a:r>
            <a:r>
              <a:rPr sz="2000" dirty="0">
                <a:latin typeface="Times New Roman"/>
                <a:cs typeface="Times New Roman"/>
              </a:rPr>
              <a:t>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</a:t>
            </a:r>
            <a:r>
              <a:rPr sz="2000" spc="-20" dirty="0">
                <a:latin typeface="Times New Roman"/>
                <a:cs typeface="Times New Roman"/>
              </a:rPr>
              <a:t>i</a:t>
            </a:r>
            <a:r>
              <a:rPr sz="2000" spc="10" dirty="0">
                <a:latin typeface="Times New Roman"/>
                <a:cs typeface="Times New Roman"/>
              </a:rPr>
              <a:t>f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marL="354924"/>
            <a:r>
              <a:rPr sz="2000" spc="-4" dirty="0">
                <a:latin typeface="Times New Roman"/>
                <a:cs typeface="Times New Roman"/>
              </a:rPr>
              <a:t>A</a:t>
            </a:r>
            <a:r>
              <a:rPr sz="2000" spc="20" dirty="0">
                <a:latin typeface="Times New Roman"/>
                <a:cs typeface="Times New Roman"/>
              </a:rPr>
              <a:t>n</a:t>
            </a:r>
            <a:r>
              <a:rPr sz="2000" dirty="0">
                <a:latin typeface="Times New Roman"/>
                <a:cs typeface="Times New Roman"/>
              </a:rPr>
              <a:t>y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individu</a:t>
            </a:r>
            <a:r>
              <a:rPr sz="2000" spc="-10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l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</a:t>
            </a:r>
            <a:r>
              <a:rPr sz="2000" spc="-10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</a:t>
            </a:r>
            <a:r>
              <a:rPr sz="2000" spc="10" dirty="0">
                <a:latin typeface="Times New Roman"/>
                <a:cs typeface="Times New Roman"/>
              </a:rPr>
              <a:t>r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</a:t>
            </a:r>
            <a:r>
              <a:rPr sz="2000" spc="20" dirty="0">
                <a:latin typeface="Times New Roman"/>
                <a:cs typeface="Times New Roman"/>
              </a:rPr>
              <a:t>p</a:t>
            </a:r>
            <a:r>
              <a:rPr sz="2000" spc="-20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ions.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56679" y="2486026"/>
            <a:ext cx="7233920" cy="41857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3336" indent="-400638">
              <a:buClr>
                <a:srgbClr val="A42F0F"/>
              </a:buClr>
              <a:buFont typeface="Times New Roman"/>
              <a:buAutoNum type="romanLcPeriod"/>
              <a:tabLst>
                <a:tab pos="413972" algn="l"/>
              </a:tabLst>
            </a:pPr>
            <a:r>
              <a:rPr sz="2000" spc="-145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o </a:t>
            </a:r>
            <a:r>
              <a:rPr sz="2000" spc="-4" dirty="0">
                <a:latin typeface="Times New Roman"/>
                <a:cs typeface="Times New Roman"/>
              </a:rPr>
              <a:t>w</a:t>
            </a:r>
            <a:r>
              <a:rPr sz="2000" spc="20" dirty="0">
                <a:latin typeface="Times New Roman"/>
                <a:cs typeface="Times New Roman"/>
              </a:rPr>
              <a:t>o</a:t>
            </a:r>
            <a:r>
              <a:rPr sz="2000" spc="-10" dirty="0">
                <a:latin typeface="Times New Roman"/>
                <a:cs typeface="Times New Roman"/>
              </a:rPr>
              <a:t>r</a:t>
            </a:r>
            <a:r>
              <a:rPr sz="2000" dirty="0">
                <a:latin typeface="Times New Roman"/>
                <a:cs typeface="Times New Roman"/>
              </a:rPr>
              <a:t>k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10" dirty="0">
                <a:latin typeface="Times New Roman"/>
                <a:cs typeface="Times New Roman"/>
              </a:rPr>
              <a:t>f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</a:t>
            </a:r>
            <a:r>
              <a:rPr sz="2000" spc="-20" dirty="0">
                <a:latin typeface="Times New Roman"/>
                <a:cs typeface="Times New Roman"/>
              </a:rPr>
              <a:t>m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o</a:t>
            </a:r>
            <a:r>
              <a:rPr sz="2000" spc="20" dirty="0">
                <a:latin typeface="Times New Roman"/>
                <a:cs typeface="Times New Roman"/>
              </a:rPr>
              <a:t>n</a:t>
            </a:r>
            <a:r>
              <a:rPr sz="2000" dirty="0">
                <a:latin typeface="Times New Roman"/>
                <a:cs typeface="Times New Roman"/>
              </a:rPr>
              <a:t>e</a:t>
            </a:r>
            <a:r>
              <a:rPr sz="2000" spc="-10" dirty="0">
                <a:latin typeface="Times New Roman"/>
                <a:cs typeface="Times New Roman"/>
              </a:rPr>
              <a:t> e</a:t>
            </a:r>
            <a:r>
              <a:rPr sz="2000" dirty="0">
                <a:latin typeface="Times New Roman"/>
                <a:cs typeface="Times New Roman"/>
              </a:rPr>
              <a:t>l</a:t>
            </a:r>
            <a:r>
              <a:rPr sz="2000" spc="-20" dirty="0">
                <a:latin typeface="Times New Roman"/>
                <a:cs typeface="Times New Roman"/>
              </a:rPr>
              <a:t>s</a:t>
            </a:r>
            <a:r>
              <a:rPr sz="2000" dirty="0">
                <a:latin typeface="Times New Roman"/>
                <a:cs typeface="Times New Roman"/>
              </a:rPr>
              <a:t>e</a:t>
            </a:r>
            <a:endParaRPr sz="2000">
              <a:latin typeface="Times New Roman"/>
              <a:cs typeface="Times New Roman"/>
            </a:endParaRPr>
          </a:p>
          <a:p>
            <a:pPr marL="413336" indent="-400638">
              <a:spcBef>
                <a:spcPts val="1005"/>
              </a:spcBef>
              <a:buClr>
                <a:srgbClr val="A42F0F"/>
              </a:buClr>
              <a:buFont typeface="Times New Roman"/>
              <a:buAutoNum type="romanLcPeriod"/>
              <a:tabLst>
                <a:tab pos="413972" algn="l"/>
              </a:tabLst>
            </a:pPr>
            <a:r>
              <a:rPr sz="2000" spc="-145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o be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lf</a:t>
            </a:r>
            <a:r>
              <a:rPr sz="2000" spc="-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– 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spc="-20" dirty="0">
                <a:latin typeface="Times New Roman"/>
                <a:cs typeface="Times New Roman"/>
              </a:rPr>
              <a:t>m</a:t>
            </a:r>
            <a:r>
              <a:rPr sz="2000" dirty="0">
                <a:latin typeface="Times New Roman"/>
                <a:cs typeface="Times New Roman"/>
              </a:rPr>
              <a:t>p</a:t>
            </a:r>
            <a:r>
              <a:rPr sz="2000" spc="-20" dirty="0">
                <a:latin typeface="Times New Roman"/>
                <a:cs typeface="Times New Roman"/>
              </a:rPr>
              <a:t>l</a:t>
            </a:r>
            <a:r>
              <a:rPr sz="2000" spc="20" dirty="0">
                <a:latin typeface="Times New Roman"/>
                <a:cs typeface="Times New Roman"/>
              </a:rPr>
              <a:t>o</a:t>
            </a:r>
            <a:r>
              <a:rPr sz="2000" spc="-20" dirty="0">
                <a:latin typeface="Times New Roman"/>
                <a:cs typeface="Times New Roman"/>
              </a:rPr>
              <a:t>y</a:t>
            </a:r>
            <a:r>
              <a:rPr sz="2000" spc="1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d </a:t>
            </a:r>
            <a:r>
              <a:rPr sz="2000" spc="-20" dirty="0">
                <a:latin typeface="Times New Roman"/>
                <a:cs typeface="Times New Roman"/>
              </a:rPr>
              <a:t>i</a:t>
            </a:r>
            <a:r>
              <a:rPr sz="2000" dirty="0">
                <a:latin typeface="Times New Roman"/>
                <a:cs typeface="Times New Roman"/>
              </a:rPr>
              <a:t>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</a:t>
            </a:r>
            <a:r>
              <a:rPr sz="2000" spc="10" dirty="0">
                <a:latin typeface="Times New Roman"/>
                <a:cs typeface="Times New Roman"/>
              </a:rPr>
              <a:t>r</a:t>
            </a:r>
            <a:r>
              <a:rPr sz="2000" dirty="0">
                <a:latin typeface="Times New Roman"/>
                <a:cs typeface="Times New Roman"/>
              </a:rPr>
              <a:t>o</a:t>
            </a:r>
            <a:r>
              <a:rPr sz="2000" spc="10" dirty="0">
                <a:latin typeface="Times New Roman"/>
                <a:cs typeface="Times New Roman"/>
              </a:rPr>
              <a:t>f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s</a:t>
            </a:r>
            <a:r>
              <a:rPr sz="2000" spc="-20" dirty="0">
                <a:latin typeface="Times New Roman"/>
                <a:cs typeface="Times New Roman"/>
              </a:rPr>
              <a:t>s</a:t>
            </a:r>
            <a:r>
              <a:rPr sz="2000" dirty="0">
                <a:latin typeface="Times New Roman"/>
                <a:cs typeface="Times New Roman"/>
              </a:rPr>
              <a:t>i</a:t>
            </a:r>
            <a:r>
              <a:rPr sz="2000" spc="-20" dirty="0">
                <a:latin typeface="Times New Roman"/>
                <a:cs typeface="Times New Roman"/>
              </a:rPr>
              <a:t>o</a:t>
            </a:r>
            <a:r>
              <a:rPr sz="2000" dirty="0">
                <a:latin typeface="Times New Roman"/>
                <a:cs typeface="Times New Roman"/>
              </a:rPr>
              <a:t>n</a:t>
            </a:r>
            <a:endParaRPr sz="2000">
              <a:latin typeface="Times New Roman"/>
              <a:cs typeface="Times New Roman"/>
            </a:endParaRPr>
          </a:p>
          <a:p>
            <a:pPr marL="413336" indent="-400638">
              <a:spcBef>
                <a:spcPts val="994"/>
              </a:spcBef>
              <a:buClr>
                <a:srgbClr val="A42F0F"/>
              </a:buClr>
              <a:buFont typeface="Times New Roman"/>
              <a:buAutoNum type="romanLcPeriod"/>
              <a:tabLst>
                <a:tab pos="413972" algn="l"/>
              </a:tabLst>
            </a:pPr>
            <a:r>
              <a:rPr sz="2000" spc="-145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o be</a:t>
            </a:r>
            <a:r>
              <a:rPr sz="2000" spc="-10" dirty="0">
                <a:latin typeface="Times New Roman"/>
                <a:cs typeface="Times New Roman"/>
              </a:rPr>
              <a:t> a</a:t>
            </a:r>
            <a:r>
              <a:rPr sz="2000" dirty="0">
                <a:latin typeface="Times New Roman"/>
                <a:cs typeface="Times New Roman"/>
              </a:rPr>
              <a:t>n 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spc="20" dirty="0">
                <a:latin typeface="Times New Roman"/>
                <a:cs typeface="Times New Roman"/>
              </a:rPr>
              <a:t>n</a:t>
            </a:r>
            <a:r>
              <a:rPr sz="2000" spc="-20" dirty="0">
                <a:latin typeface="Times New Roman"/>
                <a:cs typeface="Times New Roman"/>
              </a:rPr>
              <a:t>t</a:t>
            </a:r>
            <a:r>
              <a:rPr sz="2000" spc="10" dirty="0">
                <a:latin typeface="Times New Roman"/>
                <a:cs typeface="Times New Roman"/>
              </a:rPr>
              <a:t>r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p</a:t>
            </a:r>
            <a:r>
              <a:rPr sz="2000" spc="10" dirty="0">
                <a:latin typeface="Times New Roman"/>
                <a:cs typeface="Times New Roman"/>
              </a:rPr>
              <a:t>r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spc="20" dirty="0">
                <a:latin typeface="Times New Roman"/>
                <a:cs typeface="Times New Roman"/>
              </a:rPr>
              <a:t>n</a:t>
            </a:r>
            <a:r>
              <a:rPr sz="2000" spc="-30" dirty="0">
                <a:latin typeface="Times New Roman"/>
                <a:cs typeface="Times New Roman"/>
              </a:rPr>
              <a:t>e</a:t>
            </a:r>
            <a:r>
              <a:rPr sz="2000" spc="20" dirty="0">
                <a:latin typeface="Times New Roman"/>
                <a:cs typeface="Times New Roman"/>
              </a:rPr>
              <a:t>u</a:t>
            </a:r>
            <a:r>
              <a:rPr sz="2000" spc="-130" dirty="0">
                <a:latin typeface="Times New Roman"/>
                <a:cs typeface="Times New Roman"/>
              </a:rPr>
              <a:t>r</a:t>
            </a:r>
            <a:r>
              <a:rPr sz="2000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marL="672386">
              <a:spcBef>
                <a:spcPts val="994"/>
              </a:spcBef>
            </a:pPr>
            <a:r>
              <a:rPr sz="2000" spc="-4" dirty="0">
                <a:latin typeface="Times New Roman"/>
                <a:cs typeface="Times New Roman"/>
              </a:rPr>
              <a:t>O</a:t>
            </a:r>
            <a:r>
              <a:rPr sz="2000" dirty="0">
                <a:latin typeface="Times New Roman"/>
                <a:cs typeface="Times New Roman"/>
              </a:rPr>
              <a:t>f</a:t>
            </a:r>
            <a:r>
              <a:rPr sz="2000" spc="14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h</a:t>
            </a:r>
            <a:r>
              <a:rPr sz="2000" spc="10" dirty="0">
                <a:latin typeface="Times New Roman"/>
                <a:cs typeface="Times New Roman"/>
              </a:rPr>
              <a:t>r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b="1" spc="-14" dirty="0">
                <a:latin typeface="Times New Roman"/>
                <a:cs typeface="Times New Roman"/>
              </a:rPr>
              <a:t>E</a:t>
            </a:r>
            <a:r>
              <a:rPr sz="2000" b="1" spc="4" dirty="0">
                <a:latin typeface="Times New Roman"/>
                <a:cs typeface="Times New Roman"/>
              </a:rPr>
              <a:t>n</a:t>
            </a:r>
            <a:r>
              <a:rPr sz="2000" b="1" spc="10" dirty="0">
                <a:latin typeface="Times New Roman"/>
                <a:cs typeface="Times New Roman"/>
              </a:rPr>
              <a:t>t</a:t>
            </a:r>
            <a:r>
              <a:rPr sz="2000" b="1" spc="-50" dirty="0">
                <a:latin typeface="Times New Roman"/>
                <a:cs typeface="Times New Roman"/>
              </a:rPr>
              <a:t>r</a:t>
            </a:r>
            <a:r>
              <a:rPr sz="2000" b="1" spc="10" dirty="0">
                <a:latin typeface="Times New Roman"/>
                <a:cs typeface="Times New Roman"/>
              </a:rPr>
              <a:t>e</a:t>
            </a:r>
            <a:r>
              <a:rPr sz="2000" b="1" spc="-14" dirty="0">
                <a:latin typeface="Times New Roman"/>
                <a:cs typeface="Times New Roman"/>
              </a:rPr>
              <a:t>p</a:t>
            </a:r>
            <a:r>
              <a:rPr sz="2000" b="1" spc="-30" dirty="0">
                <a:latin typeface="Times New Roman"/>
                <a:cs typeface="Times New Roman"/>
              </a:rPr>
              <a:t>r</a:t>
            </a:r>
            <a:r>
              <a:rPr sz="2000" b="1" spc="-10" dirty="0">
                <a:latin typeface="Times New Roman"/>
                <a:cs typeface="Times New Roman"/>
              </a:rPr>
              <a:t>e</a:t>
            </a:r>
            <a:r>
              <a:rPr sz="2000" b="1" spc="4" dirty="0">
                <a:latin typeface="Times New Roman"/>
                <a:cs typeface="Times New Roman"/>
              </a:rPr>
              <a:t>n</a:t>
            </a:r>
            <a:r>
              <a:rPr sz="2000" b="1" spc="-10" dirty="0">
                <a:latin typeface="Times New Roman"/>
                <a:cs typeface="Times New Roman"/>
              </a:rPr>
              <a:t>e</a:t>
            </a:r>
            <a:r>
              <a:rPr sz="2000" b="1" spc="4" dirty="0">
                <a:latin typeface="Times New Roman"/>
                <a:cs typeface="Times New Roman"/>
              </a:rPr>
              <a:t>u</a:t>
            </a:r>
            <a:r>
              <a:rPr sz="2000" b="1" spc="-10" dirty="0">
                <a:latin typeface="Times New Roman"/>
                <a:cs typeface="Times New Roman"/>
              </a:rPr>
              <a:t>r</a:t>
            </a:r>
            <a:r>
              <a:rPr sz="2000" b="1" dirty="0">
                <a:latin typeface="Times New Roman"/>
                <a:cs typeface="Times New Roman"/>
              </a:rPr>
              <a:t>s</a:t>
            </a:r>
            <a:r>
              <a:rPr sz="2000" b="1" spc="4" dirty="0">
                <a:latin typeface="Times New Roman"/>
                <a:cs typeface="Times New Roman"/>
              </a:rPr>
              <a:t>h</a:t>
            </a:r>
            <a:r>
              <a:rPr sz="2000" b="1" spc="-20" dirty="0">
                <a:latin typeface="Times New Roman"/>
                <a:cs typeface="Times New Roman"/>
              </a:rPr>
              <a:t>i</a:t>
            </a:r>
            <a:r>
              <a:rPr sz="2000" b="1" dirty="0">
                <a:latin typeface="Times New Roman"/>
                <a:cs typeface="Times New Roman"/>
              </a:rPr>
              <a:t>p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</a:t>
            </a:r>
            <a:r>
              <a:rPr sz="2000" spc="10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</a:t>
            </a:r>
            <a:r>
              <a:rPr sz="2000" spc="10" dirty="0">
                <a:latin typeface="Times New Roman"/>
                <a:cs typeface="Times New Roman"/>
              </a:rPr>
              <a:t>a</a:t>
            </a:r>
            <a:r>
              <a:rPr sz="2000" spc="-20" dirty="0">
                <a:latin typeface="Times New Roman"/>
                <a:cs typeface="Times New Roman"/>
              </a:rPr>
              <a:t>i</a:t>
            </a:r>
            <a:r>
              <a:rPr sz="2000" spc="20" dirty="0">
                <a:latin typeface="Times New Roman"/>
                <a:cs typeface="Times New Roman"/>
              </a:rPr>
              <a:t>n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d</a:t>
            </a:r>
            <a:r>
              <a:rPr sz="2000" spc="-20" dirty="0">
                <a:latin typeface="Times New Roman"/>
                <a:cs typeface="Times New Roman"/>
              </a:rPr>
              <a:t> l</a:t>
            </a:r>
            <a:r>
              <a:rPr sz="2000" dirty="0">
                <a:latin typeface="Times New Roman"/>
                <a:cs typeface="Times New Roman"/>
              </a:rPr>
              <a:t>ot</a:t>
            </a:r>
            <a:r>
              <a:rPr sz="2000" spc="-14" dirty="0">
                <a:latin typeface="Times New Roman"/>
                <a:cs typeface="Times New Roman"/>
              </a:rPr>
              <a:t> </a:t>
            </a:r>
            <a:r>
              <a:rPr sz="2000" spc="20" dirty="0">
                <a:latin typeface="Times New Roman"/>
                <a:cs typeface="Times New Roman"/>
              </a:rPr>
              <a:t>o</a:t>
            </a:r>
            <a:r>
              <a:rPr sz="2000" dirty="0">
                <a:latin typeface="Times New Roman"/>
                <a:cs typeface="Times New Roman"/>
              </a:rPr>
              <a:t>f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20" dirty="0">
                <a:latin typeface="Times New Roman"/>
                <a:cs typeface="Times New Roman"/>
              </a:rPr>
              <a:t>p</a:t>
            </a:r>
            <a:r>
              <a:rPr sz="2000" dirty="0">
                <a:latin typeface="Times New Roman"/>
                <a:cs typeface="Times New Roman"/>
              </a:rPr>
              <a:t>opul</a:t>
            </a:r>
            <a:r>
              <a:rPr sz="2000" spc="-10" dirty="0">
                <a:latin typeface="Times New Roman"/>
                <a:cs typeface="Times New Roman"/>
              </a:rPr>
              <a:t>ar</a:t>
            </a:r>
            <a:r>
              <a:rPr sz="2000" dirty="0">
                <a:latin typeface="Times New Roman"/>
                <a:cs typeface="Times New Roman"/>
              </a:rPr>
              <a:t>i</a:t>
            </a:r>
            <a:r>
              <a:rPr sz="2000" spc="-20" dirty="0">
                <a:latin typeface="Times New Roman"/>
                <a:cs typeface="Times New Roman"/>
              </a:rPr>
              <a:t>t</a:t>
            </a:r>
            <a:r>
              <a:rPr sz="2000" spc="-145" dirty="0">
                <a:latin typeface="Times New Roman"/>
                <a:cs typeface="Times New Roman"/>
              </a:rPr>
              <a:t>y</a:t>
            </a:r>
            <a:r>
              <a:rPr sz="2000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marL="413336" marR="12063" indent="-400638">
              <a:spcBef>
                <a:spcPts val="1005"/>
              </a:spcBef>
              <a:buClr>
                <a:srgbClr val="A42F0F"/>
              </a:buClr>
              <a:buFont typeface="Times New Roman"/>
              <a:buAutoNum type="romanLcPeriod"/>
              <a:tabLst>
                <a:tab pos="413972" algn="l"/>
              </a:tabLst>
            </a:pPr>
            <a:r>
              <a:rPr sz="2000" spc="10" dirty="0">
                <a:latin typeface="Times New Roman"/>
                <a:cs typeface="Times New Roman"/>
              </a:rPr>
              <a:t>I</a:t>
            </a:r>
            <a:r>
              <a:rPr sz="2000" dirty="0">
                <a:latin typeface="Times New Roman"/>
                <a:cs typeface="Times New Roman"/>
              </a:rPr>
              <a:t>t</a:t>
            </a:r>
            <a:r>
              <a:rPr sz="2000" spc="-1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</a:t>
            </a:r>
            <a:r>
              <a:rPr sz="2000" spc="-10" dirty="0">
                <a:latin typeface="Times New Roman"/>
                <a:cs typeface="Times New Roman"/>
              </a:rPr>
              <a:t>r</a:t>
            </a:r>
            <a:r>
              <a:rPr sz="2000" spc="20" dirty="0">
                <a:latin typeface="Times New Roman"/>
                <a:cs typeface="Times New Roman"/>
              </a:rPr>
              <a:t>o</a:t>
            </a:r>
            <a:r>
              <a:rPr sz="2000" dirty="0">
                <a:latin typeface="Times New Roman"/>
                <a:cs typeface="Times New Roman"/>
              </a:rPr>
              <a:t>vi</a:t>
            </a:r>
            <a:r>
              <a:rPr sz="2000" spc="-20" dirty="0">
                <a:latin typeface="Times New Roman"/>
                <a:cs typeface="Times New Roman"/>
              </a:rPr>
              <a:t>d</a:t>
            </a:r>
            <a:r>
              <a:rPr sz="2000" spc="1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s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20" dirty="0">
                <a:latin typeface="Times New Roman"/>
                <a:cs typeface="Times New Roman"/>
              </a:rPr>
              <a:t>n</a:t>
            </a:r>
            <a:r>
              <a:rPr sz="2000" dirty="0">
                <a:latin typeface="Times New Roman"/>
                <a:cs typeface="Times New Roman"/>
              </a:rPr>
              <a:t>u</a:t>
            </a:r>
            <a:r>
              <a:rPr sz="2000" spc="-20" dirty="0">
                <a:latin typeface="Times New Roman"/>
                <a:cs typeface="Times New Roman"/>
              </a:rPr>
              <a:t>m</a:t>
            </a:r>
            <a:r>
              <a:rPr sz="2000" spc="-10" dirty="0">
                <a:latin typeface="Times New Roman"/>
                <a:cs typeface="Times New Roman"/>
              </a:rPr>
              <a:t>er</a:t>
            </a:r>
            <a:r>
              <a:rPr sz="2000" spc="20" dirty="0">
                <a:latin typeface="Times New Roman"/>
                <a:cs typeface="Times New Roman"/>
              </a:rPr>
              <a:t>o</a:t>
            </a:r>
            <a:r>
              <a:rPr sz="2000" dirty="0">
                <a:latin typeface="Times New Roman"/>
                <a:cs typeface="Times New Roman"/>
              </a:rPr>
              <a:t>us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20" dirty="0">
                <a:latin typeface="Times New Roman"/>
                <a:cs typeface="Times New Roman"/>
              </a:rPr>
              <a:t>o</a:t>
            </a:r>
            <a:r>
              <a:rPr sz="2000" dirty="0">
                <a:latin typeface="Times New Roman"/>
                <a:cs typeface="Times New Roman"/>
              </a:rPr>
              <a:t>ppo</a:t>
            </a:r>
            <a:r>
              <a:rPr sz="2000" spc="10" dirty="0">
                <a:latin typeface="Times New Roman"/>
                <a:cs typeface="Times New Roman"/>
              </a:rPr>
              <a:t>r</a:t>
            </a:r>
            <a:r>
              <a:rPr sz="2000" dirty="0">
                <a:latin typeface="Times New Roman"/>
                <a:cs typeface="Times New Roman"/>
              </a:rPr>
              <a:t>t</a:t>
            </a:r>
            <a:r>
              <a:rPr sz="2000" spc="-20" dirty="0">
                <a:latin typeface="Times New Roman"/>
                <a:cs typeface="Times New Roman"/>
              </a:rPr>
              <a:t>u</a:t>
            </a:r>
            <a:r>
              <a:rPr sz="2000" dirty="0">
                <a:latin typeface="Times New Roman"/>
                <a:cs typeface="Times New Roman"/>
              </a:rPr>
              <a:t>n</a:t>
            </a:r>
            <a:r>
              <a:rPr sz="2000" spc="-20" dirty="0">
                <a:latin typeface="Times New Roman"/>
                <a:cs typeface="Times New Roman"/>
              </a:rPr>
              <a:t>i</a:t>
            </a:r>
            <a:r>
              <a:rPr sz="2000" dirty="0">
                <a:latin typeface="Times New Roman"/>
                <a:cs typeface="Times New Roman"/>
              </a:rPr>
              <a:t>ti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f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</a:t>
            </a:r>
            <a:r>
              <a:rPr sz="2000" spc="10" dirty="0">
                <a:latin typeface="Times New Roman"/>
                <a:cs typeface="Times New Roman"/>
              </a:rPr>
              <a:t>e</a:t>
            </a:r>
            <a:r>
              <a:rPr sz="2000" spc="-20" dirty="0">
                <a:latin typeface="Times New Roman"/>
                <a:cs typeface="Times New Roman"/>
              </a:rPr>
              <a:t>l</a:t>
            </a:r>
            <a:r>
              <a:rPr sz="2000" dirty="0">
                <a:latin typeface="Times New Roman"/>
                <a:cs typeface="Times New Roman"/>
              </a:rPr>
              <a:t>f</a:t>
            </a:r>
            <a:r>
              <a:rPr sz="2000" spc="-4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spc="20" dirty="0">
                <a:latin typeface="Times New Roman"/>
                <a:cs typeface="Times New Roman"/>
              </a:rPr>
              <a:t>x</a:t>
            </a:r>
            <a:r>
              <a:rPr sz="2000" dirty="0">
                <a:latin typeface="Times New Roman"/>
                <a:cs typeface="Times New Roman"/>
              </a:rPr>
              <a:t>p</a:t>
            </a:r>
            <a:r>
              <a:rPr sz="2000" spc="10" dirty="0">
                <a:latin typeface="Times New Roman"/>
                <a:cs typeface="Times New Roman"/>
              </a:rPr>
              <a:t>r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ss</a:t>
            </a:r>
            <a:r>
              <a:rPr sz="2000" spc="-20" dirty="0">
                <a:latin typeface="Times New Roman"/>
                <a:cs typeface="Times New Roman"/>
              </a:rPr>
              <a:t>i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</a:t>
            </a:r>
            <a:r>
              <a:rPr sz="2000" spc="20" dirty="0">
                <a:latin typeface="Times New Roman"/>
                <a:cs typeface="Times New Roman"/>
              </a:rPr>
              <a:t>n</a:t>
            </a:r>
            <a:r>
              <a:rPr sz="2000" dirty="0">
                <a:latin typeface="Times New Roman"/>
                <a:cs typeface="Times New Roman"/>
              </a:rPr>
              <a:t>d </a:t>
            </a:r>
            <a:r>
              <a:rPr sz="2000" spc="10" dirty="0">
                <a:latin typeface="Times New Roman"/>
                <a:cs typeface="Times New Roman"/>
              </a:rPr>
              <a:t>r</a:t>
            </a:r>
            <a:r>
              <a:rPr sz="2000" spc="-10" dirty="0">
                <a:latin typeface="Times New Roman"/>
                <a:cs typeface="Times New Roman"/>
              </a:rPr>
              <a:t>ea</a:t>
            </a:r>
            <a:r>
              <a:rPr sz="2000" dirty="0">
                <a:latin typeface="Times New Roman"/>
                <a:cs typeface="Times New Roman"/>
              </a:rPr>
              <a:t>l</a:t>
            </a:r>
            <a:r>
              <a:rPr sz="2000" spc="-20" dirty="0">
                <a:latin typeface="Times New Roman"/>
                <a:cs typeface="Times New Roman"/>
              </a:rPr>
              <a:t>i</a:t>
            </a:r>
            <a:r>
              <a:rPr sz="2000" spc="10" dirty="0">
                <a:latin typeface="Times New Roman"/>
                <a:cs typeface="Times New Roman"/>
              </a:rPr>
              <a:t>z</a:t>
            </a:r>
            <a:r>
              <a:rPr sz="2000" spc="-10" dirty="0">
                <a:latin typeface="Times New Roman"/>
                <a:cs typeface="Times New Roman"/>
              </a:rPr>
              <a:t>a</a:t>
            </a:r>
            <a:r>
              <a:rPr sz="2000" spc="-20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ion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10" dirty="0">
                <a:latin typeface="Times New Roman"/>
                <a:cs typeface="Times New Roman"/>
              </a:rPr>
              <a:t>e</a:t>
            </a:r>
            <a:r>
              <a:rPr sz="2000" spc="-110" dirty="0">
                <a:latin typeface="Times New Roman"/>
                <a:cs typeface="Times New Roman"/>
              </a:rPr>
              <a:t>’</a:t>
            </a:r>
            <a:r>
              <a:rPr sz="2000" dirty="0">
                <a:latin typeface="Times New Roman"/>
                <a:cs typeface="Times New Roman"/>
              </a:rPr>
              <a:t>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</a:t>
            </a:r>
            <a:r>
              <a:rPr sz="2000" spc="10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s</a:t>
            </a:r>
            <a:r>
              <a:rPr sz="2000" spc="-20" dirty="0">
                <a:latin typeface="Times New Roman"/>
                <a:cs typeface="Times New Roman"/>
              </a:rPr>
              <a:t>s</a:t>
            </a:r>
            <a:r>
              <a:rPr sz="2000" dirty="0">
                <a:latin typeface="Times New Roman"/>
                <a:cs typeface="Times New Roman"/>
              </a:rPr>
              <a:t>ion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10" dirty="0">
                <a:latin typeface="Times New Roman"/>
                <a:cs typeface="Times New Roman"/>
              </a:rPr>
              <a:t>f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doing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</a:t>
            </a:r>
            <a:r>
              <a:rPr sz="2000" spc="-20" dirty="0">
                <a:latin typeface="Times New Roman"/>
                <a:cs typeface="Times New Roman"/>
              </a:rPr>
              <a:t>m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th</a:t>
            </a:r>
            <a:r>
              <a:rPr sz="2000" spc="-20" dirty="0">
                <a:latin typeface="Times New Roman"/>
                <a:cs typeface="Times New Roman"/>
              </a:rPr>
              <a:t>i</a:t>
            </a:r>
            <a:r>
              <a:rPr sz="2000" spc="20" dirty="0">
                <a:latin typeface="Times New Roman"/>
                <a:cs typeface="Times New Roman"/>
              </a:rPr>
              <a:t>n</a:t>
            </a:r>
            <a:r>
              <a:rPr sz="2000" dirty="0">
                <a:latin typeface="Times New Roman"/>
                <a:cs typeface="Times New Roman"/>
              </a:rPr>
              <a:t>g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20" dirty="0">
                <a:latin typeface="Times New Roman"/>
                <a:cs typeface="Times New Roman"/>
              </a:rPr>
              <a:t>n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w</a:t>
            </a:r>
            <a:r>
              <a:rPr sz="2000" spc="-4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</a:t>
            </a:r>
            <a:r>
              <a:rPr sz="2000" spc="20" dirty="0">
                <a:latin typeface="Times New Roman"/>
                <a:cs typeface="Times New Roman"/>
              </a:rPr>
              <a:t>n</a:t>
            </a:r>
            <a:r>
              <a:rPr sz="2000" dirty="0">
                <a:latin typeface="Times New Roman"/>
                <a:cs typeface="Times New Roman"/>
              </a:rPr>
              <a:t>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</a:t>
            </a:r>
            <a:r>
              <a:rPr sz="2000" spc="-50" dirty="0">
                <a:latin typeface="Times New Roman"/>
                <a:cs typeface="Times New Roman"/>
              </a:rPr>
              <a:t>f</a:t>
            </a:r>
            <a:r>
              <a:rPr sz="2000" spc="10" dirty="0">
                <a:latin typeface="Times New Roman"/>
                <a:cs typeface="Times New Roman"/>
              </a:rPr>
              <a:t>f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spc="10" dirty="0">
                <a:latin typeface="Times New Roman"/>
                <a:cs typeface="Times New Roman"/>
              </a:rPr>
              <a:t>r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n</a:t>
            </a:r>
            <a:r>
              <a:rPr sz="2000" spc="-20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marL="413336" indent="-400638">
              <a:spcBef>
                <a:spcPts val="994"/>
              </a:spcBef>
              <a:buClr>
                <a:srgbClr val="A42F0F"/>
              </a:buClr>
              <a:buFont typeface="Times New Roman"/>
              <a:buAutoNum type="romanLcPeriod"/>
              <a:tabLst>
                <a:tab pos="413972" algn="l"/>
              </a:tabLst>
            </a:pPr>
            <a:r>
              <a:rPr sz="2000" spc="-4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h</a:t>
            </a:r>
            <a:r>
              <a:rPr sz="2000" spc="10" dirty="0">
                <a:latin typeface="Times New Roman"/>
                <a:cs typeface="Times New Roman"/>
              </a:rPr>
              <a:t>e</a:t>
            </a:r>
            <a:r>
              <a:rPr sz="2000" spc="-10" dirty="0">
                <a:latin typeface="Times New Roman"/>
                <a:cs typeface="Times New Roman"/>
              </a:rPr>
              <a:t>r</a:t>
            </a:r>
            <a:r>
              <a:rPr sz="2000" dirty="0">
                <a:latin typeface="Times New Roman"/>
                <a:cs typeface="Times New Roman"/>
              </a:rPr>
              <a:t>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10" dirty="0">
                <a:latin typeface="Times New Roman"/>
                <a:cs typeface="Times New Roman"/>
              </a:rPr>
              <a:t>a</a:t>
            </a:r>
            <a:r>
              <a:rPr sz="2000" spc="-10" dirty="0">
                <a:latin typeface="Times New Roman"/>
                <a:cs typeface="Times New Roman"/>
              </a:rPr>
              <a:t>r</a:t>
            </a:r>
            <a:r>
              <a:rPr sz="2000" dirty="0">
                <a:latin typeface="Times New Roman"/>
                <a:cs typeface="Times New Roman"/>
              </a:rPr>
              <a:t>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</a:t>
            </a:r>
            <a:r>
              <a:rPr sz="2000" spc="20" dirty="0">
                <a:latin typeface="Times New Roman"/>
                <a:cs typeface="Times New Roman"/>
              </a:rPr>
              <a:t>u</a:t>
            </a:r>
            <a:r>
              <a:rPr sz="2000" spc="-40" dirty="0">
                <a:latin typeface="Times New Roman"/>
                <a:cs typeface="Times New Roman"/>
              </a:rPr>
              <a:t>m</a:t>
            </a:r>
            <a:r>
              <a:rPr sz="2000" spc="10" dirty="0">
                <a:latin typeface="Times New Roman"/>
                <a:cs typeface="Times New Roman"/>
              </a:rPr>
              <a:t>e</a:t>
            </a:r>
            <a:r>
              <a:rPr sz="2000" spc="-10" dirty="0">
                <a:latin typeface="Times New Roman"/>
                <a:cs typeface="Times New Roman"/>
              </a:rPr>
              <a:t>r</a:t>
            </a:r>
            <a:r>
              <a:rPr sz="2000" spc="20" dirty="0">
                <a:latin typeface="Times New Roman"/>
                <a:cs typeface="Times New Roman"/>
              </a:rPr>
              <a:t>o</a:t>
            </a:r>
            <a:r>
              <a:rPr sz="2000" dirty="0">
                <a:latin typeface="Times New Roman"/>
                <a:cs typeface="Times New Roman"/>
              </a:rPr>
              <a:t>us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</a:t>
            </a:r>
            <a:r>
              <a:rPr sz="2000" spc="20" dirty="0">
                <a:latin typeface="Times New Roman"/>
                <a:cs typeface="Times New Roman"/>
              </a:rPr>
              <a:t>p</a:t>
            </a:r>
            <a:r>
              <a:rPr sz="2000" dirty="0">
                <a:latin typeface="Times New Roman"/>
                <a:cs typeface="Times New Roman"/>
              </a:rPr>
              <a:t>po</a:t>
            </a:r>
            <a:r>
              <a:rPr sz="2000" spc="-10" dirty="0">
                <a:latin typeface="Times New Roman"/>
                <a:cs typeface="Times New Roman"/>
              </a:rPr>
              <a:t>r</a:t>
            </a:r>
            <a:r>
              <a:rPr sz="2000" dirty="0">
                <a:latin typeface="Times New Roman"/>
                <a:cs typeface="Times New Roman"/>
              </a:rPr>
              <a:t>tun</a:t>
            </a:r>
            <a:r>
              <a:rPr sz="2000" spc="-20" dirty="0">
                <a:latin typeface="Times New Roman"/>
                <a:cs typeface="Times New Roman"/>
              </a:rPr>
              <a:t>i</a:t>
            </a:r>
            <a:r>
              <a:rPr sz="2000" dirty="0">
                <a:latin typeface="Times New Roman"/>
                <a:cs typeface="Times New Roman"/>
              </a:rPr>
              <a:t>t</a:t>
            </a:r>
            <a:r>
              <a:rPr sz="2000" spc="-20" dirty="0">
                <a:latin typeface="Times New Roman"/>
                <a:cs typeface="Times New Roman"/>
              </a:rPr>
              <a:t>i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10" dirty="0">
                <a:latin typeface="Times New Roman"/>
                <a:cs typeface="Times New Roman"/>
              </a:rPr>
              <a:t>f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</a:t>
            </a:r>
            <a:r>
              <a:rPr sz="2000" spc="10" dirty="0">
                <a:latin typeface="Times New Roman"/>
                <a:cs typeface="Times New Roman"/>
              </a:rPr>
              <a:t>r</a:t>
            </a:r>
            <a:r>
              <a:rPr sz="2000" dirty="0">
                <a:latin typeface="Times New Roman"/>
                <a:cs typeface="Times New Roman"/>
              </a:rPr>
              <a:t>o</a:t>
            </a:r>
            <a:r>
              <a:rPr sz="2000" spc="14" dirty="0">
                <a:latin typeface="Times New Roman"/>
                <a:cs typeface="Times New Roman"/>
              </a:rPr>
              <a:t>w</a:t>
            </a:r>
            <a:r>
              <a:rPr sz="2000" spc="-20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h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</a:t>
            </a:r>
            <a:r>
              <a:rPr sz="2000" spc="20" dirty="0">
                <a:latin typeface="Times New Roman"/>
                <a:cs typeface="Times New Roman"/>
              </a:rPr>
              <a:t>n</a:t>
            </a:r>
            <a:r>
              <a:rPr sz="2000" dirty="0">
                <a:latin typeface="Times New Roman"/>
                <a:cs typeface="Times New Roman"/>
              </a:rPr>
              <a:t>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lf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</a:t>
            </a:r>
            <a:r>
              <a:rPr sz="2000" spc="1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v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lop</a:t>
            </a:r>
            <a:r>
              <a:rPr sz="2000" spc="-20" dirty="0">
                <a:latin typeface="Times New Roman"/>
                <a:cs typeface="Times New Roman"/>
              </a:rPr>
              <a:t>m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spc="20" dirty="0">
                <a:latin typeface="Times New Roman"/>
                <a:cs typeface="Times New Roman"/>
              </a:rPr>
              <a:t>n</a:t>
            </a:r>
            <a:r>
              <a:rPr sz="2000" dirty="0">
                <a:latin typeface="Times New Roman"/>
                <a:cs typeface="Times New Roman"/>
              </a:rPr>
              <a:t>t</a:t>
            </a:r>
            <a:endParaRPr sz="2000">
              <a:latin typeface="Times New Roman"/>
              <a:cs typeface="Times New Roman"/>
            </a:endParaRPr>
          </a:p>
          <a:p>
            <a:pPr marL="413336" indent="-400638">
              <a:spcBef>
                <a:spcPts val="994"/>
              </a:spcBef>
              <a:buClr>
                <a:srgbClr val="A42F0F"/>
              </a:buClr>
              <a:buFont typeface="Times New Roman"/>
              <a:buAutoNum type="romanLcPeriod"/>
              <a:tabLst>
                <a:tab pos="413972" algn="l"/>
              </a:tabLst>
            </a:pPr>
            <a:r>
              <a:rPr sz="2000" dirty="0">
                <a:latin typeface="Times New Roman"/>
                <a:cs typeface="Times New Roman"/>
              </a:rPr>
              <a:t>Mon</a:t>
            </a:r>
            <a:r>
              <a:rPr sz="2000" spc="10" dirty="0">
                <a:latin typeface="Times New Roman"/>
                <a:cs typeface="Times New Roman"/>
              </a:rPr>
              <a:t>e</a:t>
            </a:r>
            <a:r>
              <a:rPr sz="2000" spc="-20" dirty="0">
                <a:latin typeface="Times New Roman"/>
                <a:cs typeface="Times New Roman"/>
              </a:rPr>
              <a:t>t</a:t>
            </a:r>
            <a:r>
              <a:rPr sz="2000" spc="-10" dirty="0">
                <a:latin typeface="Times New Roman"/>
                <a:cs typeface="Times New Roman"/>
              </a:rPr>
              <a:t>a</a:t>
            </a:r>
            <a:r>
              <a:rPr sz="2000" spc="10" dirty="0">
                <a:latin typeface="Times New Roman"/>
                <a:cs typeface="Times New Roman"/>
              </a:rPr>
              <a:t>r</a:t>
            </a:r>
            <a:r>
              <a:rPr sz="2000" dirty="0">
                <a:latin typeface="Times New Roman"/>
                <a:cs typeface="Times New Roman"/>
              </a:rPr>
              <a:t>y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</a:t>
            </a:r>
            <a:r>
              <a:rPr sz="2000" spc="14" dirty="0">
                <a:latin typeface="Times New Roman"/>
                <a:cs typeface="Times New Roman"/>
              </a:rPr>
              <a:t>w</a:t>
            </a:r>
            <a:r>
              <a:rPr sz="2000" spc="-10" dirty="0">
                <a:latin typeface="Times New Roman"/>
                <a:cs typeface="Times New Roman"/>
              </a:rPr>
              <a:t>a</a:t>
            </a:r>
            <a:r>
              <a:rPr sz="2000" spc="10" dirty="0">
                <a:latin typeface="Times New Roman"/>
                <a:cs typeface="Times New Roman"/>
              </a:rPr>
              <a:t>r</a:t>
            </a:r>
            <a:r>
              <a:rPr sz="2000" dirty="0">
                <a:latin typeface="Times New Roman"/>
                <a:cs typeface="Times New Roman"/>
              </a:rPr>
              <a:t>ds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</a:t>
            </a:r>
            <a:r>
              <a:rPr sz="2000" spc="10" dirty="0">
                <a:latin typeface="Times New Roman"/>
                <a:cs typeface="Times New Roman"/>
              </a:rPr>
              <a:t>r</a:t>
            </a:r>
            <a:r>
              <a:rPr sz="2000" dirty="0">
                <a:latin typeface="Times New Roman"/>
                <a:cs typeface="Times New Roman"/>
              </a:rPr>
              <a:t>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20" dirty="0">
                <a:latin typeface="Times New Roman"/>
                <a:cs typeface="Times New Roman"/>
              </a:rPr>
              <a:t>g</a:t>
            </a:r>
            <a:r>
              <a:rPr sz="2000" spc="-10" dirty="0">
                <a:latin typeface="Times New Roman"/>
                <a:cs typeface="Times New Roman"/>
              </a:rPr>
              <a:t>r</a:t>
            </a:r>
            <a:r>
              <a:rPr sz="2000" spc="10" dirty="0">
                <a:latin typeface="Times New Roman"/>
                <a:cs typeface="Times New Roman"/>
              </a:rPr>
              <a:t>e</a:t>
            </a:r>
            <a:r>
              <a:rPr sz="2000" spc="-10" dirty="0">
                <a:latin typeface="Times New Roman"/>
                <a:cs typeface="Times New Roman"/>
              </a:rPr>
              <a:t>a</a:t>
            </a:r>
            <a:r>
              <a:rPr sz="2000" spc="-20" dirty="0">
                <a:latin typeface="Times New Roman"/>
                <a:cs typeface="Times New Roman"/>
              </a:rPr>
              <a:t>t</a:t>
            </a:r>
            <a:r>
              <a:rPr sz="2000" spc="1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r</a:t>
            </a:r>
            <a:endParaRPr sz="2000">
              <a:latin typeface="Times New Roman"/>
              <a:cs typeface="Times New Roman"/>
            </a:endParaRPr>
          </a:p>
          <a:p>
            <a:pPr marL="413336" indent="-400638">
              <a:spcBef>
                <a:spcPts val="1005"/>
              </a:spcBef>
              <a:buClr>
                <a:srgbClr val="A42F0F"/>
              </a:buClr>
              <a:buFont typeface="Times New Roman"/>
              <a:buAutoNum type="romanLcPeriod"/>
              <a:tabLst>
                <a:tab pos="413972" algn="l"/>
              </a:tabLst>
            </a:pPr>
            <a:r>
              <a:rPr sz="2000" spc="-4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nt</a:t>
            </a:r>
            <a:r>
              <a:rPr sz="2000" spc="-10" dirty="0">
                <a:latin typeface="Times New Roman"/>
                <a:cs typeface="Times New Roman"/>
              </a:rPr>
              <a:t>r</a:t>
            </a:r>
            <a:r>
              <a:rPr sz="2000" spc="1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p</a:t>
            </a:r>
            <a:r>
              <a:rPr sz="2000" spc="10" dirty="0">
                <a:latin typeface="Times New Roman"/>
                <a:cs typeface="Times New Roman"/>
              </a:rPr>
              <a:t>r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n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u</a:t>
            </a:r>
            <a:r>
              <a:rPr sz="2000" spc="-10" dirty="0">
                <a:latin typeface="Times New Roman"/>
                <a:cs typeface="Times New Roman"/>
              </a:rPr>
              <a:t>r</a:t>
            </a:r>
            <a:r>
              <a:rPr sz="2000" dirty="0">
                <a:latin typeface="Times New Roman"/>
                <a:cs typeface="Times New Roman"/>
              </a:rPr>
              <a:t>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n</a:t>
            </a:r>
            <a:r>
              <a:rPr sz="2000" spc="20" dirty="0">
                <a:latin typeface="Times New Roman"/>
                <a:cs typeface="Times New Roman"/>
              </a:rPr>
              <a:t>j</a:t>
            </a:r>
            <a:r>
              <a:rPr sz="2000" dirty="0">
                <a:latin typeface="Times New Roman"/>
                <a:cs typeface="Times New Roman"/>
              </a:rPr>
              <a:t>oys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t</a:t>
            </a:r>
            <a:r>
              <a:rPr sz="2000" spc="20" dirty="0">
                <a:latin typeface="Times New Roman"/>
                <a:cs typeface="Times New Roman"/>
              </a:rPr>
              <a:t>h</a:t>
            </a:r>
            <a:r>
              <a:rPr sz="2000" dirty="0">
                <a:latin typeface="Times New Roman"/>
                <a:cs typeface="Times New Roman"/>
              </a:rPr>
              <a:t>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</a:t>
            </a:r>
            <a:r>
              <a:rPr sz="2000" spc="14" dirty="0">
                <a:latin typeface="Times New Roman"/>
                <a:cs typeface="Times New Roman"/>
              </a:rPr>
              <a:t>w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spc="10" dirty="0">
                <a:latin typeface="Times New Roman"/>
                <a:cs typeface="Times New Roman"/>
              </a:rPr>
              <a:t>c</a:t>
            </a:r>
            <a:r>
              <a:rPr sz="2000" spc="-20" dirty="0">
                <a:latin typeface="Times New Roman"/>
                <a:cs typeface="Times New Roman"/>
              </a:rPr>
              <a:t>i</a:t>
            </a:r>
            <a:r>
              <a:rPr sz="2000" dirty="0">
                <a:latin typeface="Times New Roman"/>
                <a:cs typeface="Times New Roman"/>
              </a:rPr>
              <a:t>sion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m</a:t>
            </a:r>
            <a:r>
              <a:rPr sz="2000" spc="-10" dirty="0">
                <a:latin typeface="Times New Roman"/>
                <a:cs typeface="Times New Roman"/>
              </a:rPr>
              <a:t>a</a:t>
            </a:r>
            <a:r>
              <a:rPr sz="2000" spc="20" dirty="0">
                <a:latin typeface="Times New Roman"/>
                <a:cs typeface="Times New Roman"/>
              </a:rPr>
              <a:t>k</a:t>
            </a:r>
            <a:r>
              <a:rPr sz="2000" spc="-20" dirty="0">
                <a:latin typeface="Times New Roman"/>
                <a:cs typeface="Times New Roman"/>
              </a:rPr>
              <a:t>i</a:t>
            </a:r>
            <a:r>
              <a:rPr sz="2000" spc="20" dirty="0">
                <a:latin typeface="Times New Roman"/>
                <a:cs typeface="Times New Roman"/>
              </a:rPr>
              <a:t>n</a:t>
            </a:r>
            <a:r>
              <a:rPr sz="2000" dirty="0">
                <a:latin typeface="Times New Roman"/>
                <a:cs typeface="Times New Roman"/>
              </a:rPr>
              <a:t>g</a:t>
            </a:r>
            <a:endParaRPr sz="2000">
              <a:latin typeface="Times New Roman"/>
              <a:cs typeface="Times New Roman"/>
            </a:endParaRPr>
          </a:p>
          <a:p>
            <a:pPr marL="413336" indent="-400638">
              <a:spcBef>
                <a:spcPts val="994"/>
              </a:spcBef>
              <a:buClr>
                <a:srgbClr val="A42F0F"/>
              </a:buClr>
              <a:buFont typeface="Times New Roman"/>
              <a:buAutoNum type="romanLcPeriod"/>
              <a:tabLst>
                <a:tab pos="413972" algn="l"/>
              </a:tabLst>
            </a:pPr>
            <a:r>
              <a:rPr sz="2000" spc="-14" dirty="0">
                <a:latin typeface="Times New Roman"/>
                <a:cs typeface="Times New Roman"/>
              </a:rPr>
              <a:t>R</a:t>
            </a:r>
            <a:r>
              <a:rPr sz="2000" spc="10" dirty="0">
                <a:latin typeface="Times New Roman"/>
                <a:cs typeface="Times New Roman"/>
              </a:rPr>
              <a:t>e</a:t>
            </a:r>
            <a:r>
              <a:rPr sz="2000" spc="-4" dirty="0">
                <a:latin typeface="Times New Roman"/>
                <a:cs typeface="Times New Roman"/>
              </a:rPr>
              <a:t>w</a:t>
            </a:r>
            <a:r>
              <a:rPr sz="2000" spc="10" dirty="0">
                <a:latin typeface="Times New Roman"/>
                <a:cs typeface="Times New Roman"/>
              </a:rPr>
              <a:t>a</a:t>
            </a:r>
            <a:r>
              <a:rPr sz="2000" spc="-10" dirty="0">
                <a:latin typeface="Times New Roman"/>
                <a:cs typeface="Times New Roman"/>
              </a:rPr>
              <a:t>r</a:t>
            </a:r>
            <a:r>
              <a:rPr sz="2000" dirty="0">
                <a:latin typeface="Times New Roman"/>
                <a:cs typeface="Times New Roman"/>
              </a:rPr>
              <a:t>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20" dirty="0">
                <a:latin typeface="Times New Roman"/>
                <a:cs typeface="Times New Roman"/>
              </a:rPr>
              <a:t>o</a:t>
            </a:r>
            <a:r>
              <a:rPr sz="2000" dirty="0">
                <a:latin typeface="Times New Roman"/>
                <a:cs typeface="Times New Roman"/>
              </a:rPr>
              <a:t>f</a:t>
            </a:r>
            <a:r>
              <a:rPr sz="2000" spc="-4" dirty="0">
                <a:latin typeface="Times New Roman"/>
                <a:cs typeface="Times New Roman"/>
              </a:rPr>
              <a:t> w</a:t>
            </a:r>
            <a:r>
              <a:rPr sz="2000" dirty="0">
                <a:latin typeface="Times New Roman"/>
                <a:cs typeface="Times New Roman"/>
              </a:rPr>
              <a:t>o</a:t>
            </a:r>
            <a:r>
              <a:rPr sz="2000" spc="10" dirty="0">
                <a:latin typeface="Times New Roman"/>
                <a:cs typeface="Times New Roman"/>
              </a:rPr>
              <a:t>r</a:t>
            </a:r>
            <a:r>
              <a:rPr sz="2000" dirty="0">
                <a:latin typeface="Times New Roman"/>
                <a:cs typeface="Times New Roman"/>
              </a:rPr>
              <a:t>king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20" dirty="0">
                <a:latin typeface="Times New Roman"/>
                <a:cs typeface="Times New Roman"/>
              </a:rPr>
              <a:t>o</a:t>
            </a:r>
            <a:r>
              <a:rPr sz="2000" dirty="0">
                <a:latin typeface="Times New Roman"/>
                <a:cs typeface="Times New Roman"/>
              </a:rPr>
              <a:t>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10" dirty="0">
                <a:latin typeface="Times New Roman"/>
                <a:cs typeface="Times New Roman"/>
              </a:rPr>
              <a:t>e</a:t>
            </a:r>
            <a:r>
              <a:rPr sz="2000" spc="-110" dirty="0">
                <a:latin typeface="Times New Roman"/>
                <a:cs typeface="Times New Roman"/>
              </a:rPr>
              <a:t>’</a:t>
            </a:r>
            <a:r>
              <a:rPr sz="2000" dirty="0">
                <a:latin typeface="Times New Roman"/>
                <a:cs typeface="Times New Roman"/>
              </a:rPr>
              <a:t>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</a:t>
            </a:r>
            <a:r>
              <a:rPr sz="2000" spc="14" dirty="0">
                <a:latin typeface="Times New Roman"/>
                <a:cs typeface="Times New Roman"/>
              </a:rPr>
              <a:t>w</a:t>
            </a:r>
            <a:r>
              <a:rPr sz="2000" dirty="0">
                <a:latin typeface="Times New Roman"/>
                <a:cs typeface="Times New Roman"/>
              </a:rPr>
              <a:t>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</a:t>
            </a:r>
            <a:r>
              <a:rPr sz="2000" spc="-10" dirty="0">
                <a:latin typeface="Times New Roman"/>
                <a:cs typeface="Times New Roman"/>
              </a:rPr>
              <a:t>ea</a:t>
            </a:r>
            <a:r>
              <a:rPr sz="2000" spc="20" dirty="0">
                <a:latin typeface="Times New Roman"/>
                <a:cs typeface="Times New Roman"/>
              </a:rPr>
              <a:t>d</a:t>
            </a:r>
            <a:r>
              <a:rPr sz="2000" dirty="0">
                <a:latin typeface="Times New Roman"/>
                <a:cs typeface="Times New Roman"/>
              </a:rPr>
              <a:t>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 </a:t>
            </a:r>
            <a:r>
              <a:rPr sz="2000" spc="-20" dirty="0">
                <a:latin typeface="Times New Roman"/>
                <a:cs typeface="Times New Roman"/>
              </a:rPr>
              <a:t>imm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nse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</a:t>
            </a:r>
            <a:r>
              <a:rPr sz="2000" spc="-10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tis</a:t>
            </a:r>
            <a:r>
              <a:rPr sz="2000" spc="-10" dirty="0">
                <a:latin typeface="Times New Roman"/>
                <a:cs typeface="Times New Roman"/>
              </a:rPr>
              <a:t>fa</a:t>
            </a:r>
            <a:r>
              <a:rPr sz="2000" spc="10" dirty="0">
                <a:latin typeface="Times New Roman"/>
                <a:cs typeface="Times New Roman"/>
              </a:rPr>
              <a:t>c</a:t>
            </a:r>
            <a:r>
              <a:rPr sz="2000" spc="-20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ion.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36753" y="1314559"/>
            <a:ext cx="278130" cy="279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9"/>
            <a:r>
              <a:rPr spc="-10" dirty="0">
                <a:latin typeface="Century Gothic"/>
                <a:cs typeface="Century Gothic"/>
              </a:rPr>
              <a:t>1</a:t>
            </a:r>
            <a:r>
              <a:rPr dirty="0">
                <a:latin typeface="Century Gothic"/>
                <a:cs typeface="Century Gothic"/>
              </a:rPr>
              <a:t>9</a:t>
            </a:r>
            <a:endParaRPr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28801" y="685800"/>
            <a:ext cx="7467600" cy="6248400"/>
          </a:xfrm>
          <a:custGeom>
            <a:avLst/>
            <a:gdLst/>
            <a:ahLst/>
            <a:cxnLst/>
            <a:rect l="l" t="t" r="r" b="b"/>
            <a:pathLst>
              <a:path w="7467600" h="6248400">
                <a:moveTo>
                  <a:pt x="0" y="6248399"/>
                </a:moveTo>
                <a:lnTo>
                  <a:pt x="7467599" y="6248399"/>
                </a:lnTo>
                <a:lnTo>
                  <a:pt x="7467599" y="0"/>
                </a:lnTo>
                <a:lnTo>
                  <a:pt x="0" y="0"/>
                </a:lnTo>
                <a:lnTo>
                  <a:pt x="0" y="62483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828800" y="685801"/>
            <a:ext cx="7467599" cy="62483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821180" y="678181"/>
            <a:ext cx="7484745" cy="6265545"/>
          </a:xfrm>
          <a:custGeom>
            <a:avLst/>
            <a:gdLst/>
            <a:ahLst/>
            <a:cxnLst/>
            <a:rect l="l" t="t" r="r" b="b"/>
            <a:pathLst>
              <a:path w="7484745" h="6265545">
                <a:moveTo>
                  <a:pt x="0" y="6265163"/>
                </a:moveTo>
                <a:lnTo>
                  <a:pt x="7484363" y="6265163"/>
                </a:lnTo>
                <a:lnTo>
                  <a:pt x="7484363" y="0"/>
                </a:lnTo>
                <a:lnTo>
                  <a:pt x="0" y="0"/>
                </a:lnTo>
                <a:lnTo>
                  <a:pt x="0" y="6265163"/>
                </a:lnTo>
                <a:close/>
              </a:path>
            </a:pathLst>
          </a:custGeom>
          <a:ln w="15239">
            <a:solidFill>
              <a:srgbClr val="71855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36753" y="1314559"/>
            <a:ext cx="278130" cy="279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9"/>
            <a:r>
              <a:rPr spc="-10" dirty="0">
                <a:latin typeface="Century Gothic"/>
                <a:cs typeface="Century Gothic"/>
              </a:rPr>
              <a:t>2</a:t>
            </a:r>
            <a:r>
              <a:rPr dirty="0">
                <a:latin typeface="Century Gothic"/>
                <a:cs typeface="Century Gothic"/>
              </a:rPr>
              <a:t>0</a:t>
            </a:r>
            <a:endParaRPr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39937" y="776031"/>
            <a:ext cx="7978524" cy="5057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86041"/>
            <a:r>
              <a:rPr sz="3200" spc="-20" dirty="0"/>
              <a:t>S</a:t>
            </a:r>
            <a:r>
              <a:rPr sz="3200" spc="10" dirty="0"/>
              <a:t>u</a:t>
            </a:r>
            <a:r>
              <a:rPr sz="3200" spc="-14" dirty="0"/>
              <a:t>c</a:t>
            </a:r>
            <a:r>
              <a:rPr sz="3200" spc="14" dirty="0"/>
              <a:t>ce</a:t>
            </a:r>
            <a:r>
              <a:rPr sz="3200" dirty="0"/>
              <a:t>ss</a:t>
            </a:r>
            <a:r>
              <a:rPr sz="3200" spc="-10" dirty="0"/>
              <a:t>f</a:t>
            </a:r>
            <a:r>
              <a:rPr sz="3200" spc="-20" dirty="0"/>
              <a:t>u</a:t>
            </a:r>
            <a:r>
              <a:rPr sz="3200" dirty="0"/>
              <a:t>l</a:t>
            </a:r>
            <a:r>
              <a:rPr sz="3200" spc="4" dirty="0"/>
              <a:t> </a:t>
            </a:r>
            <a:r>
              <a:rPr sz="3200" spc="-25" dirty="0"/>
              <a:t>E</a:t>
            </a:r>
            <a:r>
              <a:rPr sz="3200" spc="10" dirty="0"/>
              <a:t>n</a:t>
            </a:r>
            <a:r>
              <a:rPr sz="3200" spc="-10" dirty="0"/>
              <a:t>t</a:t>
            </a:r>
            <a:r>
              <a:rPr sz="3200" spc="-45" dirty="0"/>
              <a:t>r</a:t>
            </a:r>
            <a:r>
              <a:rPr sz="3200" spc="-14" dirty="0"/>
              <a:t>e</a:t>
            </a:r>
            <a:r>
              <a:rPr sz="3200" spc="10" dirty="0"/>
              <a:t>p</a:t>
            </a:r>
            <a:r>
              <a:rPr sz="3200" spc="-45" dirty="0"/>
              <a:t>r</a:t>
            </a:r>
            <a:r>
              <a:rPr sz="3200" spc="-14" dirty="0"/>
              <a:t>e</a:t>
            </a:r>
            <a:r>
              <a:rPr sz="3200" spc="10" dirty="0"/>
              <a:t>n</a:t>
            </a:r>
            <a:r>
              <a:rPr sz="3200" spc="-14" dirty="0"/>
              <a:t>e</a:t>
            </a:r>
            <a:r>
              <a:rPr sz="3200" spc="10" dirty="0"/>
              <a:t>u</a:t>
            </a:r>
            <a:r>
              <a:rPr sz="3200" spc="-14" dirty="0"/>
              <a:t>r</a:t>
            </a:r>
            <a:r>
              <a:rPr sz="3200" dirty="0"/>
              <a:t>s</a:t>
            </a:r>
            <a:endParaRPr sz="3200"/>
          </a:p>
        </p:txBody>
      </p:sp>
      <p:sp>
        <p:nvSpPr>
          <p:cNvPr id="3" name="object 3"/>
          <p:cNvSpPr/>
          <p:nvPr/>
        </p:nvSpPr>
        <p:spPr>
          <a:xfrm>
            <a:off x="1828800" y="1828800"/>
            <a:ext cx="7391401" cy="5181600"/>
          </a:xfrm>
          <a:custGeom>
            <a:avLst/>
            <a:gdLst/>
            <a:ahLst/>
            <a:cxnLst/>
            <a:rect l="l" t="t" r="r" b="b"/>
            <a:pathLst>
              <a:path w="7391400" h="5181600">
                <a:moveTo>
                  <a:pt x="0" y="5181599"/>
                </a:moveTo>
                <a:lnTo>
                  <a:pt x="7391399" y="5181599"/>
                </a:lnTo>
                <a:lnTo>
                  <a:pt x="7391399" y="0"/>
                </a:lnTo>
                <a:lnTo>
                  <a:pt x="0" y="0"/>
                </a:lnTo>
                <a:lnTo>
                  <a:pt x="0" y="51815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828800" y="1828800"/>
            <a:ext cx="7391401" cy="5181600"/>
          </a:xfrm>
          <a:prstGeom prst="rect">
            <a:avLst/>
          </a:prstGeom>
          <a:ln w="15239">
            <a:solidFill>
              <a:srgbClr val="718552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5080">
              <a:tabLst>
                <a:tab pos="427940" algn="l"/>
              </a:tabLst>
            </a:pPr>
            <a:r>
              <a:rPr sz="1600" spc="-14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1600" spc="-14" dirty="0">
                <a:solidFill>
                  <a:srgbClr val="A42F0F"/>
                </a:solidFill>
                <a:latin typeface="Times New Roman"/>
                <a:cs typeface="Times New Roman"/>
              </a:rPr>
              <a:t>	</a:t>
            </a:r>
            <a:r>
              <a:rPr sz="1600" spc="-20" dirty="0">
                <a:latin typeface="Times New Roman"/>
                <a:cs typeface="Times New Roman"/>
              </a:rPr>
              <a:t>A</a:t>
            </a:r>
            <a:r>
              <a:rPr sz="1600" spc="-10" dirty="0">
                <a:latin typeface="Times New Roman"/>
                <a:cs typeface="Times New Roman"/>
              </a:rPr>
              <a:t>J</a:t>
            </a:r>
            <a:r>
              <a:rPr sz="1600" spc="-165" dirty="0">
                <a:latin typeface="Times New Roman"/>
                <a:cs typeface="Times New Roman"/>
              </a:rPr>
              <a:t>A</a:t>
            </a:r>
            <a:r>
              <a:rPr sz="1600" spc="-14" dirty="0">
                <a:latin typeface="Times New Roman"/>
                <a:cs typeface="Times New Roman"/>
              </a:rPr>
              <a:t>Y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P</a:t>
            </a:r>
            <a:r>
              <a:rPr sz="1600" spc="-14" dirty="0">
                <a:latin typeface="Times New Roman"/>
                <a:cs typeface="Times New Roman"/>
              </a:rPr>
              <a:t>IR</a:t>
            </a:r>
            <a:r>
              <a:rPr sz="1600" spc="-4" dirty="0">
                <a:latin typeface="Times New Roman"/>
                <a:cs typeface="Times New Roman"/>
              </a:rPr>
              <a:t>A</a:t>
            </a:r>
            <a:r>
              <a:rPr sz="1600" spc="-30" dirty="0">
                <a:latin typeface="Times New Roman"/>
                <a:cs typeface="Times New Roman"/>
              </a:rPr>
              <a:t>M</a:t>
            </a:r>
            <a:r>
              <a:rPr sz="1600" spc="-20" dirty="0">
                <a:latin typeface="Times New Roman"/>
                <a:cs typeface="Times New Roman"/>
              </a:rPr>
              <a:t>A</a:t>
            </a:r>
            <a:r>
              <a:rPr sz="1600" spc="-10" dirty="0">
                <a:latin typeface="Times New Roman"/>
                <a:cs typeface="Times New Roman"/>
              </a:rPr>
              <a:t>L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-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P</a:t>
            </a:r>
            <a:r>
              <a:rPr sz="1600" spc="-14" dirty="0">
                <a:latin typeface="Times New Roman"/>
                <a:cs typeface="Times New Roman"/>
              </a:rPr>
              <a:t>IR</a:t>
            </a:r>
            <a:r>
              <a:rPr sz="1600" spc="-4" dirty="0">
                <a:latin typeface="Times New Roman"/>
                <a:cs typeface="Times New Roman"/>
              </a:rPr>
              <a:t>A</a:t>
            </a:r>
            <a:r>
              <a:rPr sz="1600" spc="-30" dirty="0">
                <a:latin typeface="Times New Roman"/>
                <a:cs typeface="Times New Roman"/>
              </a:rPr>
              <a:t>M</a:t>
            </a:r>
            <a:r>
              <a:rPr sz="1600" spc="-20" dirty="0">
                <a:latin typeface="Times New Roman"/>
                <a:cs typeface="Times New Roman"/>
              </a:rPr>
              <a:t>A</a:t>
            </a:r>
            <a:r>
              <a:rPr sz="1600" spc="-10" dirty="0">
                <a:latin typeface="Times New Roman"/>
                <a:cs typeface="Times New Roman"/>
              </a:rPr>
              <a:t>L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ENTE</a:t>
            </a:r>
            <a:r>
              <a:rPr sz="1600" spc="-14" dirty="0">
                <a:latin typeface="Times New Roman"/>
                <a:cs typeface="Times New Roman"/>
              </a:rPr>
              <a:t>R</a:t>
            </a:r>
            <a:r>
              <a:rPr sz="1600" spc="-20" dirty="0">
                <a:latin typeface="Times New Roman"/>
                <a:cs typeface="Times New Roman"/>
              </a:rPr>
              <a:t>P</a:t>
            </a:r>
            <a:r>
              <a:rPr sz="1600" spc="-14" dirty="0">
                <a:latin typeface="Times New Roman"/>
                <a:cs typeface="Times New Roman"/>
              </a:rPr>
              <a:t>RI</a:t>
            </a:r>
            <a:r>
              <a:rPr sz="1600" spc="-4" dirty="0">
                <a:latin typeface="Times New Roman"/>
                <a:cs typeface="Times New Roman"/>
              </a:rPr>
              <a:t>S</a:t>
            </a:r>
            <a:r>
              <a:rPr sz="1600" spc="-14" dirty="0">
                <a:latin typeface="Times New Roman"/>
                <a:cs typeface="Times New Roman"/>
              </a:rPr>
              <a:t>E</a:t>
            </a:r>
            <a:r>
              <a:rPr sz="1600" spc="-10" dirty="0">
                <a:latin typeface="Times New Roman"/>
                <a:cs typeface="Times New Roman"/>
              </a:rPr>
              <a:t>S</a:t>
            </a:r>
            <a:r>
              <a:rPr sz="1600" spc="-14" dirty="0">
                <a:latin typeface="Times New Roman"/>
                <a:cs typeface="Times New Roman"/>
              </a:rPr>
              <a:t> LIMITED</a:t>
            </a:r>
            <a:endParaRPr sz="1600">
              <a:latin typeface="Times New Roman"/>
              <a:cs typeface="Times New Roman"/>
            </a:endParaRPr>
          </a:p>
          <a:p>
            <a:pPr marL="85080">
              <a:spcBef>
                <a:spcPts val="994"/>
              </a:spcBef>
              <a:tabLst>
                <a:tab pos="427940" algn="l"/>
              </a:tabLst>
            </a:pPr>
            <a:r>
              <a:rPr sz="1600" spc="-14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1600" spc="-14" dirty="0">
                <a:solidFill>
                  <a:srgbClr val="A42F0F"/>
                </a:solidFill>
                <a:latin typeface="Times New Roman"/>
                <a:cs typeface="Times New Roman"/>
              </a:rPr>
              <a:t>	</a:t>
            </a:r>
            <a:r>
              <a:rPr sz="1600" spc="-20" dirty="0">
                <a:latin typeface="Times New Roman"/>
                <a:cs typeface="Times New Roman"/>
              </a:rPr>
              <a:t>A</a:t>
            </a:r>
            <a:r>
              <a:rPr sz="1600" spc="-14" dirty="0">
                <a:latin typeface="Times New Roman"/>
                <a:cs typeface="Times New Roman"/>
              </a:rPr>
              <a:t>M</a:t>
            </a:r>
            <a:r>
              <a:rPr sz="1600" spc="-20" dirty="0">
                <a:latin typeface="Times New Roman"/>
                <a:cs typeface="Times New Roman"/>
              </a:rPr>
              <a:t>A</a:t>
            </a:r>
            <a:r>
              <a:rPr sz="1600" spc="-14" dirty="0">
                <a:latin typeface="Times New Roman"/>
                <a:cs typeface="Times New Roman"/>
              </a:rPr>
              <a:t>R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14" dirty="0">
                <a:latin typeface="Times New Roman"/>
                <a:cs typeface="Times New Roman"/>
              </a:rPr>
              <a:t>B</a:t>
            </a:r>
            <a:r>
              <a:rPr sz="1600" spc="-20" dirty="0">
                <a:latin typeface="Times New Roman"/>
                <a:cs typeface="Times New Roman"/>
              </a:rPr>
              <a:t>O</a:t>
            </a:r>
            <a:r>
              <a:rPr sz="1600" spc="-4" dirty="0">
                <a:latin typeface="Times New Roman"/>
                <a:cs typeface="Times New Roman"/>
              </a:rPr>
              <a:t>S</a:t>
            </a:r>
            <a:r>
              <a:rPr sz="1600" spc="-10" dirty="0">
                <a:latin typeface="Times New Roman"/>
                <a:cs typeface="Times New Roman"/>
              </a:rPr>
              <a:t>E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-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14" dirty="0">
                <a:latin typeface="Times New Roman"/>
                <a:cs typeface="Times New Roman"/>
              </a:rPr>
              <a:t>B</a:t>
            </a:r>
            <a:r>
              <a:rPr sz="1600" spc="-20" dirty="0">
                <a:latin typeface="Times New Roman"/>
                <a:cs typeface="Times New Roman"/>
              </a:rPr>
              <a:t>O</a:t>
            </a:r>
            <a:r>
              <a:rPr sz="1600" spc="-4" dirty="0">
                <a:latin typeface="Times New Roman"/>
                <a:cs typeface="Times New Roman"/>
              </a:rPr>
              <a:t>S</a:t>
            </a:r>
            <a:r>
              <a:rPr sz="1600" spc="-10" dirty="0">
                <a:latin typeface="Times New Roman"/>
                <a:cs typeface="Times New Roman"/>
              </a:rPr>
              <a:t>E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14" dirty="0">
                <a:latin typeface="Times New Roman"/>
                <a:cs typeface="Times New Roman"/>
              </a:rPr>
              <a:t>C</a:t>
            </a:r>
            <a:r>
              <a:rPr sz="1600" spc="-20" dirty="0">
                <a:latin typeface="Times New Roman"/>
                <a:cs typeface="Times New Roman"/>
              </a:rPr>
              <a:t>O</a:t>
            </a:r>
            <a:r>
              <a:rPr sz="1600" spc="-14" dirty="0">
                <a:latin typeface="Times New Roman"/>
                <a:cs typeface="Times New Roman"/>
              </a:rPr>
              <a:t>R</a:t>
            </a:r>
            <a:r>
              <a:rPr sz="1600" spc="-4" dirty="0">
                <a:latin typeface="Times New Roman"/>
                <a:cs typeface="Times New Roman"/>
              </a:rPr>
              <a:t>P</a:t>
            </a:r>
            <a:r>
              <a:rPr sz="1600" spc="-20" dirty="0">
                <a:latin typeface="Times New Roman"/>
                <a:cs typeface="Times New Roman"/>
              </a:rPr>
              <a:t>O</a:t>
            </a:r>
            <a:r>
              <a:rPr sz="1600" spc="-14" dirty="0">
                <a:latin typeface="Times New Roman"/>
                <a:cs typeface="Times New Roman"/>
              </a:rPr>
              <a:t>R</a:t>
            </a:r>
            <a:r>
              <a:rPr sz="1600" spc="-195" dirty="0">
                <a:latin typeface="Times New Roman"/>
                <a:cs typeface="Times New Roman"/>
              </a:rPr>
              <a:t>A</a:t>
            </a:r>
            <a:r>
              <a:rPr sz="1600" spc="-14" dirty="0">
                <a:latin typeface="Times New Roman"/>
                <a:cs typeface="Times New Roman"/>
              </a:rPr>
              <a:t>TION</a:t>
            </a:r>
            <a:endParaRPr sz="1600">
              <a:latin typeface="Times New Roman"/>
              <a:cs typeface="Times New Roman"/>
            </a:endParaRPr>
          </a:p>
          <a:p>
            <a:pPr marL="85080">
              <a:spcBef>
                <a:spcPts val="994"/>
              </a:spcBef>
              <a:tabLst>
                <a:tab pos="427940" algn="l"/>
              </a:tabLst>
            </a:pPr>
            <a:r>
              <a:rPr sz="1600" spc="-14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1600" spc="-14" dirty="0">
                <a:solidFill>
                  <a:srgbClr val="A42F0F"/>
                </a:solidFill>
                <a:latin typeface="Times New Roman"/>
                <a:cs typeface="Times New Roman"/>
              </a:rPr>
              <a:t>	</a:t>
            </a:r>
            <a:r>
              <a:rPr sz="1600" spc="-4" dirty="0">
                <a:latin typeface="Times New Roman"/>
                <a:cs typeface="Times New Roman"/>
              </a:rPr>
              <a:t>S.</a:t>
            </a:r>
            <a:r>
              <a:rPr sz="1600" spc="-10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AN</a:t>
            </a:r>
            <a:r>
              <a:rPr sz="1600" spc="-4" dirty="0">
                <a:latin typeface="Times New Roman"/>
                <a:cs typeface="Times New Roman"/>
              </a:rPr>
              <a:t>A</a:t>
            </a:r>
            <a:r>
              <a:rPr sz="1600" spc="-20" dirty="0">
                <a:latin typeface="Times New Roman"/>
                <a:cs typeface="Times New Roman"/>
              </a:rPr>
              <a:t>NTHA</a:t>
            </a:r>
            <a:r>
              <a:rPr sz="1600" spc="-14" dirty="0">
                <a:latin typeface="Times New Roman"/>
                <a:cs typeface="Times New Roman"/>
              </a:rPr>
              <a:t>R</a:t>
            </a:r>
            <a:r>
              <a:rPr sz="1600" spc="-20" dirty="0">
                <a:latin typeface="Times New Roman"/>
                <a:cs typeface="Times New Roman"/>
              </a:rPr>
              <a:t>A</a:t>
            </a:r>
            <a:r>
              <a:rPr sz="1600" spc="-14" dirty="0">
                <a:latin typeface="Times New Roman"/>
                <a:cs typeface="Times New Roman"/>
              </a:rPr>
              <a:t>M</a:t>
            </a:r>
            <a:r>
              <a:rPr sz="1600" spc="-20" dirty="0">
                <a:latin typeface="Times New Roman"/>
                <a:cs typeface="Times New Roman"/>
              </a:rPr>
              <a:t>AK</a:t>
            </a:r>
            <a:r>
              <a:rPr sz="1600" spc="-14" dirty="0">
                <a:latin typeface="Times New Roman"/>
                <a:cs typeface="Times New Roman"/>
              </a:rPr>
              <a:t>RI</a:t>
            </a:r>
            <a:r>
              <a:rPr sz="1600" spc="-4" dirty="0">
                <a:latin typeface="Times New Roman"/>
                <a:cs typeface="Times New Roman"/>
              </a:rPr>
              <a:t>S</a:t>
            </a:r>
            <a:r>
              <a:rPr sz="1600" spc="-20" dirty="0">
                <a:latin typeface="Times New Roman"/>
                <a:cs typeface="Times New Roman"/>
              </a:rPr>
              <a:t>HNA</a:t>
            </a:r>
            <a:r>
              <a:rPr sz="1600" spc="-14" dirty="0">
                <a:latin typeface="Times New Roman"/>
                <a:cs typeface="Times New Roman"/>
              </a:rPr>
              <a:t>N</a:t>
            </a:r>
            <a:r>
              <a:rPr sz="1600" spc="-4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–</a:t>
            </a:r>
            <a:r>
              <a:rPr sz="1600" spc="-8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A</a:t>
            </a:r>
            <a:r>
              <a:rPr sz="1600" spc="-30" dirty="0">
                <a:latin typeface="Times New Roman"/>
                <a:cs typeface="Times New Roman"/>
              </a:rPr>
              <a:t>M</a:t>
            </a:r>
            <a:r>
              <a:rPr sz="1600" spc="-4" dirty="0">
                <a:latin typeface="Times New Roman"/>
                <a:cs typeface="Times New Roman"/>
              </a:rPr>
              <a:t>A</a:t>
            </a:r>
            <a:r>
              <a:rPr sz="1600" spc="-30" dirty="0">
                <a:latin typeface="Times New Roman"/>
                <a:cs typeface="Times New Roman"/>
              </a:rPr>
              <a:t>L</a:t>
            </a:r>
            <a:r>
              <a:rPr sz="1600" spc="-4" dirty="0">
                <a:latin typeface="Times New Roman"/>
                <a:cs typeface="Times New Roman"/>
              </a:rPr>
              <a:t>G</a:t>
            </a:r>
            <a:r>
              <a:rPr sz="1600" spc="-20" dirty="0">
                <a:latin typeface="Times New Roman"/>
                <a:cs typeface="Times New Roman"/>
              </a:rPr>
              <a:t>A</a:t>
            </a:r>
            <a:r>
              <a:rPr sz="1600" spc="-14" dirty="0">
                <a:latin typeface="Times New Roman"/>
                <a:cs typeface="Times New Roman"/>
              </a:rPr>
              <a:t>M</a:t>
            </a:r>
            <a:r>
              <a:rPr sz="1600" spc="-209" dirty="0">
                <a:latin typeface="Times New Roman"/>
                <a:cs typeface="Times New Roman"/>
              </a:rPr>
              <a:t>A</a:t>
            </a:r>
            <a:r>
              <a:rPr sz="1600" spc="-14" dirty="0">
                <a:latin typeface="Times New Roman"/>
                <a:cs typeface="Times New Roman"/>
              </a:rPr>
              <a:t>TI</a:t>
            </a:r>
            <a:r>
              <a:rPr sz="1600" spc="-4" dirty="0">
                <a:latin typeface="Times New Roman"/>
                <a:cs typeface="Times New Roman"/>
              </a:rPr>
              <a:t>O</a:t>
            </a:r>
            <a:r>
              <a:rPr sz="1600" spc="-14" dirty="0">
                <a:latin typeface="Times New Roman"/>
                <a:cs typeface="Times New Roman"/>
              </a:rPr>
              <a:t>N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G</a:t>
            </a:r>
            <a:r>
              <a:rPr sz="1600" spc="-14" dirty="0">
                <a:latin typeface="Times New Roman"/>
                <a:cs typeface="Times New Roman"/>
              </a:rPr>
              <a:t>R</a:t>
            </a:r>
            <a:r>
              <a:rPr sz="1600" spc="-20" dirty="0">
                <a:latin typeface="Times New Roman"/>
                <a:cs typeface="Times New Roman"/>
              </a:rPr>
              <a:t>O</a:t>
            </a:r>
            <a:r>
              <a:rPr sz="1600" spc="-4" dirty="0">
                <a:latin typeface="Times New Roman"/>
                <a:cs typeface="Times New Roman"/>
              </a:rPr>
              <a:t>U</a:t>
            </a:r>
            <a:r>
              <a:rPr sz="1600" spc="-10" dirty="0">
                <a:latin typeface="Times New Roman"/>
                <a:cs typeface="Times New Roman"/>
              </a:rPr>
              <a:t>P</a:t>
            </a:r>
            <a:endParaRPr sz="1600">
              <a:latin typeface="Times New Roman"/>
              <a:cs typeface="Times New Roman"/>
            </a:endParaRPr>
          </a:p>
          <a:p>
            <a:pPr marL="85080">
              <a:spcBef>
                <a:spcPts val="1005"/>
              </a:spcBef>
              <a:tabLst>
                <a:tab pos="427940" algn="l"/>
              </a:tabLst>
            </a:pPr>
            <a:r>
              <a:rPr sz="1600" spc="-14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1600" spc="-14" dirty="0">
                <a:solidFill>
                  <a:srgbClr val="A42F0F"/>
                </a:solidFill>
                <a:latin typeface="Times New Roman"/>
                <a:cs typeface="Times New Roman"/>
              </a:rPr>
              <a:t>	</a:t>
            </a:r>
            <a:r>
              <a:rPr sz="1600" spc="-14" dirty="0">
                <a:latin typeface="Times New Roman"/>
                <a:cs typeface="Times New Roman"/>
              </a:rPr>
              <a:t>ANI</a:t>
            </a:r>
            <a:r>
              <a:rPr sz="1600" spc="-10" dirty="0">
                <a:latin typeface="Times New Roman"/>
                <a:cs typeface="Times New Roman"/>
              </a:rPr>
              <a:t>L</a:t>
            </a:r>
            <a:r>
              <a:rPr sz="1600" spc="-13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AGA</a:t>
            </a:r>
            <a:r>
              <a:rPr sz="1600" spc="-90" dirty="0">
                <a:latin typeface="Times New Roman"/>
                <a:cs typeface="Times New Roman"/>
              </a:rPr>
              <a:t>R</a:t>
            </a:r>
            <a:r>
              <a:rPr sz="1600" spc="-204" dirty="0">
                <a:latin typeface="Times New Roman"/>
                <a:cs typeface="Times New Roman"/>
              </a:rPr>
              <a:t>W</a:t>
            </a:r>
            <a:r>
              <a:rPr sz="1600" spc="-20" dirty="0">
                <a:latin typeface="Times New Roman"/>
                <a:cs typeface="Times New Roman"/>
              </a:rPr>
              <a:t>A</a:t>
            </a:r>
            <a:r>
              <a:rPr sz="1600" spc="-10" dirty="0">
                <a:latin typeface="Times New Roman"/>
                <a:cs typeface="Times New Roman"/>
              </a:rPr>
              <a:t>L</a:t>
            </a:r>
            <a:r>
              <a:rPr sz="1600" spc="-7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–</a:t>
            </a:r>
            <a:r>
              <a:rPr sz="1600" spc="-20" dirty="0">
                <a:latin typeface="Times New Roman"/>
                <a:cs typeface="Times New Roman"/>
              </a:rPr>
              <a:t> VEDAN</a:t>
            </a:r>
            <a:r>
              <a:rPr sz="1600" spc="-140" dirty="0">
                <a:latin typeface="Times New Roman"/>
                <a:cs typeface="Times New Roman"/>
              </a:rPr>
              <a:t>T</a:t>
            </a:r>
            <a:r>
              <a:rPr sz="1600" spc="-14" dirty="0">
                <a:latin typeface="Times New Roman"/>
                <a:cs typeface="Times New Roman"/>
              </a:rPr>
              <a:t>A</a:t>
            </a:r>
            <a:r>
              <a:rPr sz="1600" spc="-8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G</a:t>
            </a:r>
            <a:r>
              <a:rPr sz="1600" spc="-14" dirty="0">
                <a:latin typeface="Times New Roman"/>
                <a:cs typeface="Times New Roman"/>
              </a:rPr>
              <a:t>R</a:t>
            </a:r>
            <a:r>
              <a:rPr sz="1600" spc="-20" dirty="0">
                <a:latin typeface="Times New Roman"/>
                <a:cs typeface="Times New Roman"/>
              </a:rPr>
              <a:t>OU</a:t>
            </a:r>
            <a:r>
              <a:rPr sz="1600" spc="-10" dirty="0">
                <a:latin typeface="Times New Roman"/>
                <a:cs typeface="Times New Roman"/>
              </a:rPr>
              <a:t>P</a:t>
            </a:r>
            <a:endParaRPr sz="1600">
              <a:latin typeface="Times New Roman"/>
              <a:cs typeface="Times New Roman"/>
            </a:endParaRPr>
          </a:p>
          <a:p>
            <a:pPr marL="85080">
              <a:spcBef>
                <a:spcPts val="994"/>
              </a:spcBef>
              <a:tabLst>
                <a:tab pos="427940" algn="l"/>
              </a:tabLst>
            </a:pPr>
            <a:r>
              <a:rPr sz="1600" spc="-14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1600" spc="-14" dirty="0">
                <a:solidFill>
                  <a:srgbClr val="A42F0F"/>
                </a:solidFill>
                <a:latin typeface="Times New Roman"/>
                <a:cs typeface="Times New Roman"/>
              </a:rPr>
              <a:t>	</a:t>
            </a:r>
            <a:r>
              <a:rPr sz="1600" spc="-14" dirty="0">
                <a:latin typeface="Times New Roman"/>
                <a:cs typeface="Times New Roman"/>
              </a:rPr>
              <a:t>AZIM</a:t>
            </a:r>
            <a:r>
              <a:rPr sz="1600" spc="14" dirty="0">
                <a:latin typeface="Times New Roman"/>
                <a:cs typeface="Times New Roman"/>
              </a:rPr>
              <a:t> </a:t>
            </a:r>
            <a:r>
              <a:rPr sz="1600" spc="-4" dirty="0">
                <a:latin typeface="Times New Roman"/>
                <a:cs typeface="Times New Roman"/>
              </a:rPr>
              <a:t>P</a:t>
            </a:r>
            <a:r>
              <a:rPr sz="1600" spc="-14" dirty="0">
                <a:latin typeface="Times New Roman"/>
                <a:cs typeface="Times New Roman"/>
              </a:rPr>
              <a:t>RE</a:t>
            </a:r>
            <a:r>
              <a:rPr sz="1600" spc="-30" dirty="0">
                <a:latin typeface="Times New Roman"/>
                <a:cs typeface="Times New Roman"/>
              </a:rPr>
              <a:t>M</a:t>
            </a:r>
            <a:r>
              <a:rPr sz="1600" spc="-10" dirty="0">
                <a:latin typeface="Times New Roman"/>
                <a:cs typeface="Times New Roman"/>
              </a:rPr>
              <a:t>JI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–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30" dirty="0">
                <a:latin typeface="Times New Roman"/>
                <a:cs typeface="Times New Roman"/>
              </a:rPr>
              <a:t>W</a:t>
            </a:r>
            <a:r>
              <a:rPr sz="1600" spc="-14" dirty="0">
                <a:latin typeface="Times New Roman"/>
                <a:cs typeface="Times New Roman"/>
              </a:rPr>
              <a:t>I</a:t>
            </a:r>
            <a:r>
              <a:rPr sz="1600" spc="-4" dirty="0">
                <a:latin typeface="Times New Roman"/>
                <a:cs typeface="Times New Roman"/>
              </a:rPr>
              <a:t>P</a:t>
            </a:r>
            <a:r>
              <a:rPr sz="1600" spc="-30" dirty="0">
                <a:latin typeface="Times New Roman"/>
                <a:cs typeface="Times New Roman"/>
              </a:rPr>
              <a:t>R</a:t>
            </a:r>
            <a:r>
              <a:rPr sz="1600" spc="-14" dirty="0">
                <a:latin typeface="Times New Roman"/>
                <a:cs typeface="Times New Roman"/>
              </a:rPr>
              <a:t>O</a:t>
            </a:r>
            <a:endParaRPr sz="1600">
              <a:latin typeface="Times New Roman"/>
              <a:cs typeface="Times New Roman"/>
            </a:endParaRPr>
          </a:p>
          <a:p>
            <a:pPr marL="85080">
              <a:spcBef>
                <a:spcPts val="994"/>
              </a:spcBef>
              <a:tabLst>
                <a:tab pos="427940" algn="l"/>
              </a:tabLst>
            </a:pPr>
            <a:r>
              <a:rPr sz="1600" spc="-14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1600" spc="-14" dirty="0">
                <a:solidFill>
                  <a:srgbClr val="A42F0F"/>
                </a:solidFill>
                <a:latin typeface="Times New Roman"/>
                <a:cs typeface="Times New Roman"/>
              </a:rPr>
              <a:t>	</a:t>
            </a:r>
            <a:r>
              <a:rPr sz="1600" spc="-14" dirty="0">
                <a:latin typeface="Times New Roman"/>
                <a:cs typeface="Times New Roman"/>
              </a:rPr>
              <a:t>B</a:t>
            </a:r>
            <a:r>
              <a:rPr sz="1600" spc="-20" dirty="0">
                <a:latin typeface="Times New Roman"/>
                <a:cs typeface="Times New Roman"/>
              </a:rPr>
              <a:t>HA</a:t>
            </a:r>
            <a:r>
              <a:rPr sz="1600" spc="-10" dirty="0">
                <a:latin typeface="Times New Roman"/>
                <a:cs typeface="Times New Roman"/>
              </a:rPr>
              <a:t>I </a:t>
            </a:r>
            <a:r>
              <a:rPr sz="1600" spc="-14" dirty="0">
                <a:latin typeface="Times New Roman"/>
                <a:cs typeface="Times New Roman"/>
              </a:rPr>
              <a:t>M</a:t>
            </a:r>
            <a:r>
              <a:rPr sz="1600" spc="-20" dirty="0">
                <a:latin typeface="Times New Roman"/>
                <a:cs typeface="Times New Roman"/>
              </a:rPr>
              <a:t>OHA</a:t>
            </a:r>
            <a:r>
              <a:rPr sz="1600" spc="-14" dirty="0">
                <a:latin typeface="Times New Roman"/>
                <a:cs typeface="Times New Roman"/>
              </a:rPr>
              <a:t>N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4" dirty="0">
                <a:latin typeface="Times New Roman"/>
                <a:cs typeface="Times New Roman"/>
              </a:rPr>
              <a:t>S</a:t>
            </a:r>
            <a:r>
              <a:rPr sz="1600" spc="-14" dirty="0">
                <a:latin typeface="Times New Roman"/>
                <a:cs typeface="Times New Roman"/>
              </a:rPr>
              <a:t>INGH</a:t>
            </a:r>
            <a:r>
              <a:rPr sz="1600" spc="-4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-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14" dirty="0">
                <a:latin typeface="Times New Roman"/>
                <a:cs typeface="Times New Roman"/>
              </a:rPr>
              <a:t>R</a:t>
            </a:r>
            <a:r>
              <a:rPr sz="1600" spc="-20" dirty="0">
                <a:latin typeface="Times New Roman"/>
                <a:cs typeface="Times New Roman"/>
              </a:rPr>
              <a:t>AN</a:t>
            </a:r>
            <a:r>
              <a:rPr sz="1600" spc="-14" dirty="0">
                <a:latin typeface="Times New Roman"/>
                <a:cs typeface="Times New Roman"/>
              </a:rPr>
              <a:t>B</a:t>
            </a:r>
            <a:r>
              <a:rPr sz="1600" spc="-20" dirty="0">
                <a:latin typeface="Times New Roman"/>
                <a:cs typeface="Times New Roman"/>
              </a:rPr>
              <a:t>AX</a:t>
            </a:r>
            <a:r>
              <a:rPr sz="1600" spc="-14" dirty="0">
                <a:latin typeface="Times New Roman"/>
                <a:cs typeface="Times New Roman"/>
              </a:rPr>
              <a:t>Y</a:t>
            </a:r>
            <a:r>
              <a:rPr sz="1600" spc="-7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LA</a:t>
            </a:r>
            <a:r>
              <a:rPr sz="1600" spc="-14" dirty="0">
                <a:latin typeface="Times New Roman"/>
                <a:cs typeface="Times New Roman"/>
              </a:rPr>
              <a:t>B</a:t>
            </a:r>
            <a:r>
              <a:rPr sz="1600" spc="-20" dirty="0">
                <a:latin typeface="Times New Roman"/>
                <a:cs typeface="Times New Roman"/>
              </a:rPr>
              <a:t>O</a:t>
            </a:r>
            <a:r>
              <a:rPr sz="1600" spc="-14" dirty="0">
                <a:latin typeface="Times New Roman"/>
                <a:cs typeface="Times New Roman"/>
              </a:rPr>
              <a:t>R</a:t>
            </a:r>
            <a:r>
              <a:rPr sz="1600" spc="-195" dirty="0">
                <a:latin typeface="Times New Roman"/>
                <a:cs typeface="Times New Roman"/>
              </a:rPr>
              <a:t>A</a:t>
            </a:r>
            <a:r>
              <a:rPr sz="1600" spc="-45" dirty="0">
                <a:latin typeface="Times New Roman"/>
                <a:cs typeface="Times New Roman"/>
              </a:rPr>
              <a:t>T</a:t>
            </a:r>
            <a:r>
              <a:rPr sz="1600" spc="-4" dirty="0">
                <a:latin typeface="Times New Roman"/>
                <a:cs typeface="Times New Roman"/>
              </a:rPr>
              <a:t>O</a:t>
            </a:r>
            <a:r>
              <a:rPr sz="1600" spc="-30" dirty="0">
                <a:latin typeface="Times New Roman"/>
                <a:cs typeface="Times New Roman"/>
              </a:rPr>
              <a:t>R</a:t>
            </a:r>
            <a:r>
              <a:rPr sz="1600" dirty="0">
                <a:latin typeface="Times New Roman"/>
                <a:cs typeface="Times New Roman"/>
              </a:rPr>
              <a:t>I</a:t>
            </a:r>
            <a:r>
              <a:rPr sz="1600" spc="-30" dirty="0">
                <a:latin typeface="Times New Roman"/>
                <a:cs typeface="Times New Roman"/>
              </a:rPr>
              <a:t>E</a:t>
            </a:r>
            <a:r>
              <a:rPr sz="1600" spc="-10" dirty="0">
                <a:latin typeface="Times New Roman"/>
                <a:cs typeface="Times New Roman"/>
              </a:rPr>
              <a:t>S</a:t>
            </a:r>
            <a:r>
              <a:rPr sz="1600" spc="4" dirty="0">
                <a:latin typeface="Times New Roman"/>
                <a:cs typeface="Times New Roman"/>
              </a:rPr>
              <a:t> </a:t>
            </a:r>
            <a:r>
              <a:rPr sz="1600" spc="-160" dirty="0">
                <a:latin typeface="Times New Roman"/>
                <a:cs typeface="Times New Roman"/>
              </a:rPr>
              <a:t>L</a:t>
            </a:r>
            <a:r>
              <a:rPr sz="1600" spc="-14" dirty="0">
                <a:latin typeface="Times New Roman"/>
                <a:cs typeface="Times New Roman"/>
              </a:rPr>
              <a:t>TD</a:t>
            </a:r>
            <a:endParaRPr sz="1600">
              <a:latin typeface="Times New Roman"/>
              <a:cs typeface="Times New Roman"/>
            </a:endParaRPr>
          </a:p>
          <a:p>
            <a:pPr marL="85080">
              <a:spcBef>
                <a:spcPts val="1005"/>
              </a:spcBef>
              <a:tabLst>
                <a:tab pos="427940" algn="l"/>
              </a:tabLst>
            </a:pPr>
            <a:r>
              <a:rPr sz="1600" spc="-14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1600" spc="-14" dirty="0">
                <a:solidFill>
                  <a:srgbClr val="A42F0F"/>
                </a:solidFill>
                <a:latin typeface="Times New Roman"/>
                <a:cs typeface="Times New Roman"/>
              </a:rPr>
              <a:t>	</a:t>
            </a:r>
            <a:r>
              <a:rPr sz="1600" spc="-14" dirty="0">
                <a:latin typeface="Times New Roman"/>
                <a:cs typeface="Times New Roman"/>
              </a:rPr>
              <a:t>BRIJM</a:t>
            </a:r>
            <a:r>
              <a:rPr sz="1600" spc="-20" dirty="0">
                <a:latin typeface="Times New Roman"/>
                <a:cs typeface="Times New Roman"/>
              </a:rPr>
              <a:t>OHA</a:t>
            </a:r>
            <a:r>
              <a:rPr sz="1600" spc="-14" dirty="0">
                <a:latin typeface="Times New Roman"/>
                <a:cs typeface="Times New Roman"/>
              </a:rPr>
              <a:t>N</a:t>
            </a:r>
            <a:r>
              <a:rPr sz="1600" spc="-4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LA</a:t>
            </a:r>
            <a:r>
              <a:rPr sz="1600" spc="-10" dirty="0">
                <a:latin typeface="Times New Roman"/>
                <a:cs typeface="Times New Roman"/>
              </a:rPr>
              <a:t>L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spc="-14" dirty="0">
                <a:latin typeface="Times New Roman"/>
                <a:cs typeface="Times New Roman"/>
              </a:rPr>
              <a:t>M</a:t>
            </a:r>
            <a:r>
              <a:rPr sz="1600" spc="-20" dirty="0">
                <a:latin typeface="Times New Roman"/>
                <a:cs typeface="Times New Roman"/>
              </a:rPr>
              <a:t>UN</a:t>
            </a:r>
            <a:r>
              <a:rPr sz="1600" spc="-10" dirty="0">
                <a:latin typeface="Times New Roman"/>
                <a:cs typeface="Times New Roman"/>
              </a:rPr>
              <a:t>J</a:t>
            </a:r>
            <a:r>
              <a:rPr sz="1600" spc="-20" dirty="0">
                <a:latin typeface="Times New Roman"/>
                <a:cs typeface="Times New Roman"/>
              </a:rPr>
              <a:t>A</a:t>
            </a:r>
            <a:r>
              <a:rPr sz="1600" spc="-10" dirty="0">
                <a:latin typeface="Times New Roman"/>
                <a:cs typeface="Times New Roman"/>
              </a:rPr>
              <a:t>L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-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TH</a:t>
            </a:r>
            <a:r>
              <a:rPr sz="1600" spc="-10" dirty="0">
                <a:latin typeface="Times New Roman"/>
                <a:cs typeface="Times New Roman"/>
              </a:rPr>
              <a:t>E</a:t>
            </a:r>
            <a:r>
              <a:rPr sz="1600" spc="-4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HE</a:t>
            </a:r>
            <a:r>
              <a:rPr sz="1600" spc="-14" dirty="0">
                <a:latin typeface="Times New Roman"/>
                <a:cs typeface="Times New Roman"/>
              </a:rPr>
              <a:t>RO</a:t>
            </a:r>
            <a:r>
              <a:rPr sz="1600" spc="-4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G</a:t>
            </a:r>
            <a:r>
              <a:rPr sz="1600" spc="-14" dirty="0">
                <a:latin typeface="Times New Roman"/>
                <a:cs typeface="Times New Roman"/>
              </a:rPr>
              <a:t>R</a:t>
            </a:r>
            <a:r>
              <a:rPr sz="1600" spc="-20" dirty="0">
                <a:latin typeface="Times New Roman"/>
                <a:cs typeface="Times New Roman"/>
              </a:rPr>
              <a:t>O</a:t>
            </a:r>
            <a:r>
              <a:rPr sz="1600" spc="-4" dirty="0">
                <a:latin typeface="Times New Roman"/>
                <a:cs typeface="Times New Roman"/>
              </a:rPr>
              <a:t>U</a:t>
            </a:r>
            <a:r>
              <a:rPr sz="1600" spc="-10" dirty="0">
                <a:latin typeface="Times New Roman"/>
                <a:cs typeface="Times New Roman"/>
              </a:rPr>
              <a:t>P</a:t>
            </a:r>
            <a:endParaRPr sz="1600">
              <a:latin typeface="Times New Roman"/>
              <a:cs typeface="Times New Roman"/>
            </a:endParaRPr>
          </a:p>
          <a:p>
            <a:pPr marL="85080">
              <a:spcBef>
                <a:spcPts val="994"/>
              </a:spcBef>
              <a:tabLst>
                <a:tab pos="427940" algn="l"/>
              </a:tabLst>
            </a:pPr>
            <a:r>
              <a:rPr sz="1600" spc="-14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1600" spc="-14" dirty="0">
                <a:solidFill>
                  <a:srgbClr val="A42F0F"/>
                </a:solidFill>
                <a:latin typeface="Times New Roman"/>
                <a:cs typeface="Times New Roman"/>
              </a:rPr>
              <a:t>	</a:t>
            </a:r>
            <a:r>
              <a:rPr sz="1600" spc="-14" dirty="0">
                <a:latin typeface="Times New Roman"/>
                <a:cs typeface="Times New Roman"/>
              </a:rPr>
              <a:t>C</a:t>
            </a:r>
            <a:r>
              <a:rPr sz="1600" spc="-20" dirty="0">
                <a:latin typeface="Times New Roman"/>
                <a:cs typeface="Times New Roman"/>
              </a:rPr>
              <a:t>HE</a:t>
            </a:r>
            <a:r>
              <a:rPr sz="1600" spc="-140" dirty="0">
                <a:latin typeface="Times New Roman"/>
                <a:cs typeface="Times New Roman"/>
              </a:rPr>
              <a:t>T</a:t>
            </a:r>
            <a:r>
              <a:rPr sz="1600" spc="-20" dirty="0">
                <a:latin typeface="Times New Roman"/>
                <a:cs typeface="Times New Roman"/>
              </a:rPr>
              <a:t>A</a:t>
            </a:r>
            <a:r>
              <a:rPr sz="1600" spc="-14" dirty="0">
                <a:latin typeface="Times New Roman"/>
                <a:cs typeface="Times New Roman"/>
              </a:rPr>
              <a:t>N</a:t>
            </a:r>
            <a:r>
              <a:rPr sz="1600" spc="-4" dirty="0">
                <a:latin typeface="Times New Roman"/>
                <a:cs typeface="Times New Roman"/>
              </a:rPr>
              <a:t> </a:t>
            </a:r>
            <a:r>
              <a:rPr sz="1600" spc="-14" dirty="0">
                <a:latin typeface="Times New Roman"/>
                <a:cs typeface="Times New Roman"/>
              </a:rPr>
              <a:t>MAIN</a:t>
            </a:r>
            <a:r>
              <a:rPr sz="1600" spc="-10" dirty="0">
                <a:latin typeface="Times New Roman"/>
                <a:cs typeface="Times New Roman"/>
              </a:rPr>
              <a:t>I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-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14" dirty="0">
                <a:latin typeface="Times New Roman"/>
                <a:cs typeface="Times New Roman"/>
              </a:rPr>
              <a:t>RE</a:t>
            </a:r>
            <a:r>
              <a:rPr sz="1600" spc="-230" dirty="0">
                <a:latin typeface="Times New Roman"/>
                <a:cs typeface="Times New Roman"/>
              </a:rPr>
              <a:t>V</a:t>
            </a:r>
            <a:r>
              <a:rPr sz="1600" spc="-14" dirty="0">
                <a:latin typeface="Times New Roman"/>
                <a:cs typeface="Times New Roman"/>
              </a:rPr>
              <a:t>A</a:t>
            </a:r>
            <a:r>
              <a:rPr sz="1600" spc="-100" dirty="0">
                <a:latin typeface="Times New Roman"/>
                <a:cs typeface="Times New Roman"/>
              </a:rPr>
              <a:t> </a:t>
            </a:r>
            <a:r>
              <a:rPr sz="1600" spc="-14" dirty="0">
                <a:latin typeface="Times New Roman"/>
                <a:cs typeface="Times New Roman"/>
              </a:rPr>
              <a:t>ELECT</a:t>
            </a:r>
            <a:r>
              <a:rPr sz="1600" spc="-30" dirty="0">
                <a:latin typeface="Times New Roman"/>
                <a:cs typeface="Times New Roman"/>
              </a:rPr>
              <a:t>R</a:t>
            </a:r>
            <a:r>
              <a:rPr sz="1600" dirty="0">
                <a:latin typeface="Times New Roman"/>
                <a:cs typeface="Times New Roman"/>
              </a:rPr>
              <a:t>I</a:t>
            </a:r>
            <a:r>
              <a:rPr sz="1600" spc="-14" dirty="0">
                <a:latin typeface="Times New Roman"/>
                <a:cs typeface="Times New Roman"/>
              </a:rPr>
              <a:t>C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14" dirty="0">
                <a:latin typeface="Times New Roman"/>
                <a:cs typeface="Times New Roman"/>
              </a:rPr>
              <a:t>C</a:t>
            </a:r>
            <a:r>
              <a:rPr sz="1600" spc="-20" dirty="0">
                <a:latin typeface="Times New Roman"/>
                <a:cs typeface="Times New Roman"/>
              </a:rPr>
              <a:t>A</a:t>
            </a:r>
            <a:r>
              <a:rPr sz="1600" spc="-14" dirty="0">
                <a:latin typeface="Times New Roman"/>
                <a:cs typeface="Times New Roman"/>
              </a:rPr>
              <a:t>R</a:t>
            </a:r>
            <a:endParaRPr sz="1600">
              <a:latin typeface="Times New Roman"/>
              <a:cs typeface="Times New Roman"/>
            </a:endParaRPr>
          </a:p>
          <a:p>
            <a:pPr marL="85080">
              <a:spcBef>
                <a:spcPts val="994"/>
              </a:spcBef>
              <a:tabLst>
                <a:tab pos="427940" algn="l"/>
              </a:tabLst>
            </a:pPr>
            <a:r>
              <a:rPr sz="1600" spc="-14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1600" spc="-14" dirty="0">
                <a:solidFill>
                  <a:srgbClr val="A42F0F"/>
                </a:solidFill>
                <a:latin typeface="Times New Roman"/>
                <a:cs typeface="Times New Roman"/>
              </a:rPr>
              <a:t>	</a:t>
            </a:r>
            <a:r>
              <a:rPr sz="1600" spc="-20" dirty="0">
                <a:latin typeface="Times New Roman"/>
                <a:cs typeface="Times New Roman"/>
              </a:rPr>
              <a:t>DEE</a:t>
            </a:r>
            <a:r>
              <a:rPr sz="1600" spc="-150" dirty="0">
                <a:latin typeface="Times New Roman"/>
                <a:cs typeface="Times New Roman"/>
              </a:rPr>
              <a:t>P</a:t>
            </a:r>
            <a:r>
              <a:rPr sz="1600" spc="-20" dirty="0">
                <a:latin typeface="Times New Roman"/>
                <a:cs typeface="Times New Roman"/>
              </a:rPr>
              <a:t>A</a:t>
            </a:r>
            <a:r>
              <a:rPr sz="1600" spc="-14" dirty="0">
                <a:latin typeface="Times New Roman"/>
                <a:cs typeface="Times New Roman"/>
              </a:rPr>
              <a:t>K</a:t>
            </a:r>
            <a:r>
              <a:rPr sz="1600" spc="-4" dirty="0">
                <a:latin typeface="Times New Roman"/>
                <a:cs typeface="Times New Roman"/>
              </a:rPr>
              <a:t> </a:t>
            </a:r>
            <a:r>
              <a:rPr sz="1600" spc="-165" dirty="0">
                <a:latin typeface="Times New Roman"/>
                <a:cs typeface="Times New Roman"/>
              </a:rPr>
              <a:t>P</a:t>
            </a:r>
            <a:r>
              <a:rPr sz="1600" spc="-4" dirty="0">
                <a:latin typeface="Times New Roman"/>
                <a:cs typeface="Times New Roman"/>
              </a:rPr>
              <a:t>A</a:t>
            </a:r>
            <a:r>
              <a:rPr sz="1600" spc="-14" dirty="0">
                <a:latin typeface="Times New Roman"/>
                <a:cs typeface="Times New Roman"/>
              </a:rPr>
              <a:t>R</a:t>
            </a:r>
            <a:r>
              <a:rPr sz="1600" spc="-30" dirty="0">
                <a:latin typeface="Times New Roman"/>
                <a:cs typeface="Times New Roman"/>
              </a:rPr>
              <a:t>E</a:t>
            </a:r>
            <a:r>
              <a:rPr sz="1600" spc="-4" dirty="0">
                <a:latin typeface="Times New Roman"/>
                <a:cs typeface="Times New Roman"/>
              </a:rPr>
              <a:t>K</a:t>
            </a:r>
            <a:r>
              <a:rPr sz="1600" spc="-14" dirty="0">
                <a:latin typeface="Times New Roman"/>
                <a:cs typeface="Times New Roman"/>
              </a:rPr>
              <a:t>H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–</a:t>
            </a:r>
            <a:r>
              <a:rPr sz="1600" spc="-4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HD</a:t>
            </a:r>
            <a:r>
              <a:rPr sz="1600" spc="-4" dirty="0">
                <a:latin typeface="Times New Roman"/>
                <a:cs typeface="Times New Roman"/>
              </a:rPr>
              <a:t>F</a:t>
            </a:r>
            <a:r>
              <a:rPr sz="1600" spc="-14" dirty="0">
                <a:latin typeface="Times New Roman"/>
                <a:cs typeface="Times New Roman"/>
              </a:rPr>
              <a:t>C</a:t>
            </a:r>
            <a:endParaRPr sz="1600">
              <a:latin typeface="Times New Roman"/>
              <a:cs typeface="Times New Roman"/>
            </a:endParaRPr>
          </a:p>
          <a:p>
            <a:pPr marL="85080">
              <a:spcBef>
                <a:spcPts val="1005"/>
              </a:spcBef>
              <a:tabLst>
                <a:tab pos="427940" algn="l"/>
              </a:tabLst>
            </a:pPr>
            <a:r>
              <a:rPr sz="1600" spc="-14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1600" spc="-14" dirty="0">
                <a:solidFill>
                  <a:srgbClr val="A42F0F"/>
                </a:solidFill>
                <a:latin typeface="Times New Roman"/>
                <a:cs typeface="Times New Roman"/>
              </a:rPr>
              <a:t>	</a:t>
            </a:r>
            <a:r>
              <a:rPr sz="1600" spc="-14" dirty="0">
                <a:latin typeface="Times New Roman"/>
                <a:cs typeface="Times New Roman"/>
              </a:rPr>
              <a:t>DHIR</a:t>
            </a:r>
            <a:r>
              <a:rPr sz="1600" spc="-4" dirty="0">
                <a:latin typeface="Times New Roman"/>
                <a:cs typeface="Times New Roman"/>
              </a:rPr>
              <a:t>U</a:t>
            </a:r>
            <a:r>
              <a:rPr sz="1600" spc="-30" dirty="0">
                <a:latin typeface="Times New Roman"/>
                <a:cs typeface="Times New Roman"/>
              </a:rPr>
              <a:t>B</a:t>
            </a:r>
            <a:r>
              <a:rPr sz="1600" spc="-4" dirty="0">
                <a:latin typeface="Times New Roman"/>
                <a:cs typeface="Times New Roman"/>
              </a:rPr>
              <a:t>H</a:t>
            </a:r>
            <a:r>
              <a:rPr sz="1600" spc="-20" dirty="0">
                <a:latin typeface="Times New Roman"/>
                <a:cs typeface="Times New Roman"/>
              </a:rPr>
              <a:t>A</a:t>
            </a:r>
            <a:r>
              <a:rPr sz="1600" spc="-10" dirty="0">
                <a:latin typeface="Times New Roman"/>
                <a:cs typeface="Times New Roman"/>
              </a:rPr>
              <a:t>I</a:t>
            </a:r>
            <a:r>
              <a:rPr sz="1600" spc="-105" dirty="0">
                <a:latin typeface="Times New Roman"/>
                <a:cs typeface="Times New Roman"/>
              </a:rPr>
              <a:t> </a:t>
            </a:r>
            <a:r>
              <a:rPr sz="1600" spc="-4" dirty="0">
                <a:latin typeface="Times New Roman"/>
                <a:cs typeface="Times New Roman"/>
              </a:rPr>
              <a:t>A</a:t>
            </a:r>
            <a:r>
              <a:rPr sz="1600" spc="-30" dirty="0">
                <a:latin typeface="Times New Roman"/>
                <a:cs typeface="Times New Roman"/>
              </a:rPr>
              <a:t>M</a:t>
            </a:r>
            <a:r>
              <a:rPr sz="1600" spc="-14" dirty="0">
                <a:latin typeface="Times New Roman"/>
                <a:cs typeface="Times New Roman"/>
              </a:rPr>
              <a:t>B</a:t>
            </a:r>
            <a:r>
              <a:rPr sz="1600" spc="-20" dirty="0">
                <a:latin typeface="Times New Roman"/>
                <a:cs typeface="Times New Roman"/>
              </a:rPr>
              <a:t>A</a:t>
            </a:r>
            <a:r>
              <a:rPr sz="1600" spc="-4" dirty="0">
                <a:latin typeface="Times New Roman"/>
                <a:cs typeface="Times New Roman"/>
              </a:rPr>
              <a:t>N</a:t>
            </a:r>
            <a:r>
              <a:rPr sz="1600" spc="-10" dirty="0">
                <a:latin typeface="Times New Roman"/>
                <a:cs typeface="Times New Roman"/>
              </a:rPr>
              <a:t>I –</a:t>
            </a:r>
            <a:r>
              <a:rPr sz="1600" spc="-4" dirty="0">
                <a:latin typeface="Times New Roman"/>
                <a:cs typeface="Times New Roman"/>
              </a:rPr>
              <a:t> </a:t>
            </a:r>
            <a:r>
              <a:rPr sz="1600" spc="-14" dirty="0">
                <a:latin typeface="Times New Roman"/>
                <a:cs typeface="Times New Roman"/>
              </a:rPr>
              <a:t>RELIA</a:t>
            </a:r>
            <a:r>
              <a:rPr sz="1600" spc="-4" dirty="0">
                <a:latin typeface="Times New Roman"/>
                <a:cs typeface="Times New Roman"/>
              </a:rPr>
              <a:t>N</a:t>
            </a:r>
            <a:r>
              <a:rPr sz="1600" spc="-14" dirty="0">
                <a:latin typeface="Times New Roman"/>
                <a:cs typeface="Times New Roman"/>
              </a:rPr>
              <a:t>CE</a:t>
            </a:r>
            <a:r>
              <a:rPr sz="1600" spc="-20" dirty="0">
                <a:latin typeface="Times New Roman"/>
                <a:cs typeface="Times New Roman"/>
              </a:rPr>
              <a:t> G</a:t>
            </a:r>
            <a:r>
              <a:rPr sz="1600" spc="-14" dirty="0">
                <a:latin typeface="Times New Roman"/>
                <a:cs typeface="Times New Roman"/>
              </a:rPr>
              <a:t>R</a:t>
            </a:r>
            <a:r>
              <a:rPr sz="1600" spc="-4" dirty="0">
                <a:latin typeface="Times New Roman"/>
                <a:cs typeface="Times New Roman"/>
              </a:rPr>
              <a:t>O</a:t>
            </a:r>
            <a:r>
              <a:rPr sz="1600" spc="-20" dirty="0">
                <a:latin typeface="Times New Roman"/>
                <a:cs typeface="Times New Roman"/>
              </a:rPr>
              <a:t>U</a:t>
            </a:r>
            <a:r>
              <a:rPr sz="1600" spc="-10" dirty="0">
                <a:latin typeface="Times New Roman"/>
                <a:cs typeface="Times New Roman"/>
              </a:rPr>
              <a:t>P</a:t>
            </a:r>
            <a:endParaRPr sz="1600">
              <a:latin typeface="Times New Roman"/>
              <a:cs typeface="Times New Roman"/>
            </a:endParaRPr>
          </a:p>
          <a:p>
            <a:pPr marL="85080">
              <a:spcBef>
                <a:spcPts val="994"/>
              </a:spcBef>
              <a:tabLst>
                <a:tab pos="427940" algn="l"/>
              </a:tabLst>
            </a:pPr>
            <a:r>
              <a:rPr sz="1600" spc="-14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1600" spc="-14" dirty="0">
                <a:solidFill>
                  <a:srgbClr val="A42F0F"/>
                </a:solidFill>
                <a:latin typeface="Times New Roman"/>
                <a:cs typeface="Times New Roman"/>
              </a:rPr>
              <a:t>	</a:t>
            </a:r>
            <a:r>
              <a:rPr sz="1600" spc="-20" dirty="0">
                <a:latin typeface="Times New Roman"/>
                <a:cs typeface="Times New Roman"/>
              </a:rPr>
              <a:t>EK</a:t>
            </a:r>
            <a:r>
              <a:rPr sz="1600" spc="-140" dirty="0">
                <a:latin typeface="Times New Roman"/>
                <a:cs typeface="Times New Roman"/>
              </a:rPr>
              <a:t>T</a:t>
            </a:r>
            <a:r>
              <a:rPr sz="1600" spc="-14" dirty="0">
                <a:latin typeface="Times New Roman"/>
                <a:cs typeface="Times New Roman"/>
              </a:rPr>
              <a:t>A</a:t>
            </a:r>
            <a:r>
              <a:rPr sz="1600" spc="-100" dirty="0">
                <a:latin typeface="Times New Roman"/>
                <a:cs typeface="Times New Roman"/>
              </a:rPr>
              <a:t> </a:t>
            </a:r>
            <a:r>
              <a:rPr sz="1600" spc="-4" dirty="0">
                <a:latin typeface="Times New Roman"/>
                <a:cs typeface="Times New Roman"/>
              </a:rPr>
              <a:t>K</a:t>
            </a:r>
            <a:r>
              <a:rPr sz="1600" spc="-20" dirty="0">
                <a:latin typeface="Times New Roman"/>
                <a:cs typeface="Times New Roman"/>
              </a:rPr>
              <a:t>AP</a:t>
            </a:r>
            <a:r>
              <a:rPr sz="1600" spc="-4" dirty="0">
                <a:latin typeface="Times New Roman"/>
                <a:cs typeface="Times New Roman"/>
              </a:rPr>
              <a:t>O</a:t>
            </a:r>
            <a:r>
              <a:rPr sz="1600" spc="-20" dirty="0">
                <a:latin typeface="Times New Roman"/>
                <a:cs typeface="Times New Roman"/>
              </a:rPr>
              <a:t>O</a:t>
            </a:r>
            <a:r>
              <a:rPr sz="1600" spc="-14" dirty="0">
                <a:latin typeface="Times New Roman"/>
                <a:cs typeface="Times New Roman"/>
              </a:rPr>
              <a:t>R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- </a:t>
            </a:r>
            <a:r>
              <a:rPr sz="1600" spc="-14" dirty="0">
                <a:latin typeface="Times New Roman"/>
                <a:cs typeface="Times New Roman"/>
              </a:rPr>
              <a:t>B</a:t>
            </a:r>
            <a:r>
              <a:rPr sz="1600" spc="-20" dirty="0">
                <a:latin typeface="Times New Roman"/>
                <a:cs typeface="Times New Roman"/>
              </a:rPr>
              <a:t>ALA</a:t>
            </a:r>
            <a:r>
              <a:rPr sz="1600" spc="-10" dirty="0">
                <a:latin typeface="Times New Roman"/>
                <a:cs typeface="Times New Roman"/>
              </a:rPr>
              <a:t>JI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14" dirty="0">
                <a:latin typeface="Times New Roman"/>
                <a:cs typeface="Times New Roman"/>
              </a:rPr>
              <a:t>TEL</a:t>
            </a:r>
            <a:r>
              <a:rPr sz="1600" spc="-30" dirty="0">
                <a:latin typeface="Times New Roman"/>
                <a:cs typeface="Times New Roman"/>
              </a:rPr>
              <a:t>E</a:t>
            </a:r>
            <a:r>
              <a:rPr sz="1600" spc="-4" dirty="0">
                <a:latin typeface="Times New Roman"/>
                <a:cs typeface="Times New Roman"/>
              </a:rPr>
              <a:t>F</a:t>
            </a:r>
            <a:r>
              <a:rPr sz="1600" spc="-14" dirty="0">
                <a:latin typeface="Times New Roman"/>
                <a:cs typeface="Times New Roman"/>
              </a:rPr>
              <a:t>ILMS</a:t>
            </a:r>
            <a:endParaRPr sz="1600">
              <a:latin typeface="Times New Roman"/>
              <a:cs typeface="Times New Roman"/>
            </a:endParaRPr>
          </a:p>
          <a:p>
            <a:pPr marL="85080">
              <a:spcBef>
                <a:spcPts val="994"/>
              </a:spcBef>
              <a:tabLst>
                <a:tab pos="427940" algn="l"/>
              </a:tabLst>
            </a:pPr>
            <a:r>
              <a:rPr sz="1600" spc="-14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1600" spc="-14" dirty="0">
                <a:solidFill>
                  <a:srgbClr val="A42F0F"/>
                </a:solidFill>
                <a:latin typeface="Times New Roman"/>
                <a:cs typeface="Times New Roman"/>
              </a:rPr>
              <a:t>	</a:t>
            </a:r>
            <a:r>
              <a:rPr sz="1600" spc="-20" dirty="0">
                <a:latin typeface="Times New Roman"/>
                <a:cs typeface="Times New Roman"/>
              </a:rPr>
              <a:t>GALL</a:t>
            </a:r>
            <a:r>
              <a:rPr sz="1600" spc="-14" dirty="0">
                <a:latin typeface="Times New Roman"/>
                <a:cs typeface="Times New Roman"/>
              </a:rPr>
              <a:t>A</a:t>
            </a:r>
            <a:r>
              <a:rPr sz="1600" spc="-85" dirty="0">
                <a:latin typeface="Times New Roman"/>
                <a:cs typeface="Times New Roman"/>
              </a:rPr>
              <a:t> </a:t>
            </a:r>
            <a:r>
              <a:rPr sz="1600" spc="-14" dirty="0">
                <a:latin typeface="Times New Roman"/>
                <a:cs typeface="Times New Roman"/>
              </a:rPr>
              <a:t>R</a:t>
            </a:r>
            <a:r>
              <a:rPr sz="1600" spc="-20" dirty="0">
                <a:latin typeface="Times New Roman"/>
                <a:cs typeface="Times New Roman"/>
              </a:rPr>
              <a:t>A</a:t>
            </a:r>
            <a:r>
              <a:rPr sz="1600" spc="-14" dirty="0">
                <a:latin typeface="Times New Roman"/>
                <a:cs typeface="Times New Roman"/>
              </a:rPr>
              <a:t>M</a:t>
            </a:r>
            <a:r>
              <a:rPr sz="1600" spc="-20" dirty="0">
                <a:latin typeface="Times New Roman"/>
                <a:cs typeface="Times New Roman"/>
              </a:rPr>
              <a:t>A</a:t>
            </a:r>
            <a:r>
              <a:rPr sz="1600" spc="-14" dirty="0">
                <a:latin typeface="Times New Roman"/>
                <a:cs typeface="Times New Roman"/>
              </a:rPr>
              <a:t>C</a:t>
            </a:r>
            <a:r>
              <a:rPr sz="1600" spc="-20" dirty="0">
                <a:latin typeface="Times New Roman"/>
                <a:cs typeface="Times New Roman"/>
              </a:rPr>
              <a:t>HAN</a:t>
            </a:r>
            <a:r>
              <a:rPr sz="1600" spc="-4" dirty="0">
                <a:latin typeface="Times New Roman"/>
                <a:cs typeface="Times New Roman"/>
              </a:rPr>
              <a:t>D</a:t>
            </a:r>
            <a:r>
              <a:rPr sz="1600" spc="-30" dirty="0">
                <a:latin typeface="Times New Roman"/>
                <a:cs typeface="Times New Roman"/>
              </a:rPr>
              <a:t>R</a:t>
            </a:r>
            <a:r>
              <a:rPr sz="1600" spc="-14" dirty="0">
                <a:latin typeface="Times New Roman"/>
                <a:cs typeface="Times New Roman"/>
              </a:rPr>
              <a:t>A</a:t>
            </a:r>
            <a:r>
              <a:rPr sz="1600" spc="-100" dirty="0">
                <a:latin typeface="Times New Roman"/>
                <a:cs typeface="Times New Roman"/>
              </a:rPr>
              <a:t> </a:t>
            </a:r>
            <a:r>
              <a:rPr sz="1600" spc="-14" dirty="0">
                <a:latin typeface="Times New Roman"/>
                <a:cs typeface="Times New Roman"/>
              </a:rPr>
              <a:t>NAIDU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–</a:t>
            </a:r>
            <a:r>
              <a:rPr sz="1600" spc="-10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A</a:t>
            </a:r>
            <a:r>
              <a:rPr sz="1600" spc="-14" dirty="0">
                <a:latin typeface="Times New Roman"/>
                <a:cs typeface="Times New Roman"/>
              </a:rPr>
              <a:t>M</a:t>
            </a:r>
            <a:r>
              <a:rPr sz="1600" spc="-20" dirty="0">
                <a:latin typeface="Times New Roman"/>
                <a:cs typeface="Times New Roman"/>
              </a:rPr>
              <a:t>A</a:t>
            </a:r>
            <a:r>
              <a:rPr sz="1600" spc="-14" dirty="0">
                <a:latin typeface="Times New Roman"/>
                <a:cs typeface="Times New Roman"/>
              </a:rPr>
              <a:t>R</a:t>
            </a:r>
            <a:r>
              <a:rPr sz="1600" spc="-20" dirty="0">
                <a:latin typeface="Times New Roman"/>
                <a:cs typeface="Times New Roman"/>
              </a:rPr>
              <a:t>A</a:t>
            </a:r>
            <a:r>
              <a:rPr sz="1600" spc="-14" dirty="0">
                <a:latin typeface="Times New Roman"/>
                <a:cs typeface="Times New Roman"/>
              </a:rPr>
              <a:t>R</a:t>
            </a:r>
            <a:r>
              <a:rPr sz="1600" spc="-20" dirty="0">
                <a:latin typeface="Times New Roman"/>
                <a:cs typeface="Times New Roman"/>
              </a:rPr>
              <a:t>A</a:t>
            </a:r>
            <a:r>
              <a:rPr sz="1600" dirty="0">
                <a:latin typeface="Times New Roman"/>
                <a:cs typeface="Times New Roman"/>
              </a:rPr>
              <a:t>J</a:t>
            </a:r>
            <a:r>
              <a:rPr sz="1600" spc="-14" dirty="0">
                <a:latin typeface="Times New Roman"/>
                <a:cs typeface="Times New Roman"/>
              </a:rPr>
              <a:t>A</a:t>
            </a:r>
            <a:r>
              <a:rPr sz="1600" spc="-100" dirty="0">
                <a:latin typeface="Times New Roman"/>
                <a:cs typeface="Times New Roman"/>
              </a:rPr>
              <a:t> </a:t>
            </a:r>
            <a:r>
              <a:rPr sz="1600" spc="-14" dirty="0">
                <a:latin typeface="Times New Roman"/>
                <a:cs typeface="Times New Roman"/>
              </a:rPr>
              <a:t>B</a:t>
            </a:r>
            <a:r>
              <a:rPr sz="1600" spc="-209" dirty="0">
                <a:latin typeface="Times New Roman"/>
                <a:cs typeface="Times New Roman"/>
              </a:rPr>
              <a:t>A</a:t>
            </a:r>
            <a:r>
              <a:rPr sz="1600" spc="-14" dirty="0">
                <a:latin typeface="Times New Roman"/>
                <a:cs typeface="Times New Roman"/>
              </a:rPr>
              <a:t>TTERIE</a:t>
            </a:r>
            <a:r>
              <a:rPr sz="1600" spc="-10" dirty="0">
                <a:latin typeface="Times New Roman"/>
                <a:cs typeface="Times New Roman"/>
              </a:rPr>
              <a:t>S</a:t>
            </a:r>
            <a:endParaRPr sz="1600">
              <a:latin typeface="Times New Roman"/>
              <a:cs typeface="Times New Roman"/>
            </a:endParaRPr>
          </a:p>
          <a:p>
            <a:pPr marL="85080">
              <a:spcBef>
                <a:spcPts val="1005"/>
              </a:spcBef>
              <a:tabLst>
                <a:tab pos="427940" algn="l"/>
              </a:tabLst>
            </a:pPr>
            <a:r>
              <a:rPr sz="1600" spc="-14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1600" spc="-14" dirty="0">
                <a:solidFill>
                  <a:srgbClr val="A42F0F"/>
                </a:solidFill>
                <a:latin typeface="Times New Roman"/>
                <a:cs typeface="Times New Roman"/>
              </a:rPr>
              <a:t>	</a:t>
            </a:r>
            <a:r>
              <a:rPr sz="1600" spc="-20" dirty="0">
                <a:latin typeface="Times New Roman"/>
                <a:cs typeface="Times New Roman"/>
              </a:rPr>
              <a:t>GA</a:t>
            </a:r>
            <a:r>
              <a:rPr sz="1600" spc="-4" dirty="0">
                <a:latin typeface="Times New Roman"/>
                <a:cs typeface="Times New Roman"/>
              </a:rPr>
              <a:t>U</a:t>
            </a:r>
            <a:r>
              <a:rPr sz="1600" spc="-160" dirty="0">
                <a:latin typeface="Times New Roman"/>
                <a:cs typeface="Times New Roman"/>
              </a:rPr>
              <a:t>T</a:t>
            </a:r>
            <a:r>
              <a:rPr sz="1600" spc="-20" dirty="0">
                <a:latin typeface="Times New Roman"/>
                <a:cs typeface="Times New Roman"/>
              </a:rPr>
              <a:t>A</a:t>
            </a:r>
            <a:r>
              <a:rPr sz="1600" spc="-14" dirty="0">
                <a:latin typeface="Times New Roman"/>
                <a:cs typeface="Times New Roman"/>
              </a:rPr>
              <a:t>M</a:t>
            </a:r>
            <a:r>
              <a:rPr sz="1600" spc="-80" dirty="0">
                <a:latin typeface="Times New Roman"/>
                <a:cs typeface="Times New Roman"/>
              </a:rPr>
              <a:t> </a:t>
            </a:r>
            <a:r>
              <a:rPr sz="1600" spc="-4" dirty="0">
                <a:latin typeface="Times New Roman"/>
                <a:cs typeface="Times New Roman"/>
              </a:rPr>
              <a:t>A</a:t>
            </a:r>
            <a:r>
              <a:rPr sz="1600" spc="-20" dirty="0">
                <a:latin typeface="Times New Roman"/>
                <a:cs typeface="Times New Roman"/>
              </a:rPr>
              <a:t>DAN</a:t>
            </a:r>
            <a:r>
              <a:rPr sz="1600" spc="-10" dirty="0">
                <a:latin typeface="Times New Roman"/>
                <a:cs typeface="Times New Roman"/>
              </a:rPr>
              <a:t>I -</a:t>
            </a:r>
            <a:r>
              <a:rPr sz="1600" spc="-90" dirty="0">
                <a:latin typeface="Times New Roman"/>
                <a:cs typeface="Times New Roman"/>
              </a:rPr>
              <a:t> </a:t>
            </a:r>
            <a:r>
              <a:rPr sz="1600" spc="-4" dirty="0">
                <a:latin typeface="Times New Roman"/>
                <a:cs typeface="Times New Roman"/>
              </a:rPr>
              <a:t>A</a:t>
            </a:r>
            <a:r>
              <a:rPr sz="1600" spc="-20" dirty="0">
                <a:latin typeface="Times New Roman"/>
                <a:cs typeface="Times New Roman"/>
              </a:rPr>
              <a:t>DAN</a:t>
            </a:r>
            <a:r>
              <a:rPr sz="1600" spc="-10" dirty="0">
                <a:latin typeface="Times New Roman"/>
                <a:cs typeface="Times New Roman"/>
              </a:rPr>
              <a:t>I </a:t>
            </a:r>
            <a:r>
              <a:rPr sz="1600" spc="-20" dirty="0">
                <a:latin typeface="Times New Roman"/>
                <a:cs typeface="Times New Roman"/>
              </a:rPr>
              <a:t>G</a:t>
            </a:r>
            <a:r>
              <a:rPr sz="1600" spc="-14" dirty="0">
                <a:latin typeface="Times New Roman"/>
                <a:cs typeface="Times New Roman"/>
              </a:rPr>
              <a:t>R</a:t>
            </a:r>
            <a:r>
              <a:rPr sz="1600" spc="-20" dirty="0">
                <a:latin typeface="Times New Roman"/>
                <a:cs typeface="Times New Roman"/>
              </a:rPr>
              <a:t>OU</a:t>
            </a:r>
            <a:r>
              <a:rPr sz="1600" spc="-10" dirty="0">
                <a:latin typeface="Times New Roman"/>
                <a:cs typeface="Times New Roman"/>
              </a:rPr>
              <a:t>P</a:t>
            </a:r>
            <a:endParaRPr sz="1600">
              <a:latin typeface="Times New Roman"/>
              <a:cs typeface="Times New Roman"/>
            </a:endParaRPr>
          </a:p>
          <a:p>
            <a:pPr marL="85080">
              <a:spcBef>
                <a:spcPts val="1005"/>
              </a:spcBef>
              <a:tabLst>
                <a:tab pos="427940" algn="l"/>
              </a:tabLst>
            </a:pPr>
            <a:r>
              <a:rPr sz="1400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1400" dirty="0">
                <a:solidFill>
                  <a:srgbClr val="A42F0F"/>
                </a:solidFill>
                <a:latin typeface="Times New Roman"/>
                <a:cs typeface="Times New Roman"/>
              </a:rPr>
              <a:t>	</a:t>
            </a:r>
            <a:r>
              <a:rPr sz="1400" dirty="0">
                <a:latin typeface="Times New Roman"/>
                <a:cs typeface="Times New Roman"/>
              </a:rPr>
              <a:t>R</a:t>
            </a:r>
            <a:r>
              <a:rPr sz="1400" spc="-20" dirty="0">
                <a:latin typeface="Times New Roman"/>
                <a:cs typeface="Times New Roman"/>
              </a:rPr>
              <a:t>A</a:t>
            </a:r>
            <a:r>
              <a:rPr sz="1400" dirty="0">
                <a:latin typeface="Times New Roman"/>
                <a:cs typeface="Times New Roman"/>
              </a:rPr>
              <a:t>M</a:t>
            </a:r>
            <a:r>
              <a:rPr sz="1400" spc="-4" dirty="0">
                <a:latin typeface="Times New Roman"/>
                <a:cs typeface="Times New Roman"/>
              </a:rPr>
              <a:t>O</a:t>
            </a:r>
            <a:r>
              <a:rPr sz="1400" dirty="0">
                <a:latin typeface="Times New Roman"/>
                <a:cs typeface="Times New Roman"/>
              </a:rPr>
              <a:t>JI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</a:t>
            </a:r>
            <a:r>
              <a:rPr sz="1400" spc="-4" dirty="0">
                <a:latin typeface="Times New Roman"/>
                <a:cs typeface="Times New Roman"/>
              </a:rPr>
              <a:t>A</a:t>
            </a:r>
            <a:r>
              <a:rPr sz="1400" dirty="0">
                <a:latin typeface="Times New Roman"/>
                <a:cs typeface="Times New Roman"/>
              </a:rPr>
              <a:t>O</a:t>
            </a:r>
            <a:r>
              <a:rPr sz="1400" spc="-4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– </a:t>
            </a:r>
            <a:r>
              <a:rPr sz="1400" spc="-10" dirty="0">
                <a:latin typeface="Times New Roman"/>
                <a:cs typeface="Times New Roman"/>
              </a:rPr>
              <a:t>R</a:t>
            </a:r>
            <a:r>
              <a:rPr sz="1400" spc="-4" dirty="0">
                <a:latin typeface="Times New Roman"/>
                <a:cs typeface="Times New Roman"/>
              </a:rPr>
              <a:t>A</a:t>
            </a:r>
            <a:r>
              <a:rPr sz="1400" dirty="0">
                <a:latin typeface="Times New Roman"/>
                <a:cs typeface="Times New Roman"/>
              </a:rPr>
              <a:t>M</a:t>
            </a:r>
            <a:r>
              <a:rPr sz="1400" spc="-4" dirty="0">
                <a:latin typeface="Times New Roman"/>
                <a:cs typeface="Times New Roman"/>
              </a:rPr>
              <a:t>O</a:t>
            </a:r>
            <a:r>
              <a:rPr sz="1400" dirty="0">
                <a:latin typeface="Times New Roman"/>
                <a:cs typeface="Times New Roman"/>
              </a:rPr>
              <a:t>JI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</a:t>
            </a:r>
            <a:r>
              <a:rPr sz="1400" spc="-4" dirty="0">
                <a:latin typeface="Times New Roman"/>
                <a:cs typeface="Times New Roman"/>
              </a:rPr>
              <a:t>IT</a:t>
            </a:r>
            <a:r>
              <a:rPr sz="1400" dirty="0">
                <a:latin typeface="Times New Roman"/>
                <a:cs typeface="Times New Roman"/>
              </a:rPr>
              <a:t>Y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36753" y="1314562"/>
            <a:ext cx="278130" cy="279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9"/>
            <a:r>
              <a:rPr spc="-10" dirty="0">
                <a:latin typeface="Century Gothic"/>
                <a:cs typeface="Century Gothic"/>
              </a:rPr>
              <a:t>2</a:t>
            </a:r>
            <a:r>
              <a:rPr dirty="0">
                <a:latin typeface="Century Gothic"/>
                <a:cs typeface="Century Gothic"/>
              </a:rPr>
              <a:t>1</a:t>
            </a:r>
            <a:endParaRPr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76401" y="685801"/>
            <a:ext cx="7620000" cy="5638800"/>
          </a:xfrm>
          <a:custGeom>
            <a:avLst/>
            <a:gdLst/>
            <a:ahLst/>
            <a:cxnLst/>
            <a:rect l="l" t="t" r="r" b="b"/>
            <a:pathLst>
              <a:path w="7620000" h="5638800">
                <a:moveTo>
                  <a:pt x="0" y="5638799"/>
                </a:moveTo>
                <a:lnTo>
                  <a:pt x="7619999" y="5638799"/>
                </a:lnTo>
                <a:lnTo>
                  <a:pt x="7619999" y="0"/>
                </a:lnTo>
                <a:lnTo>
                  <a:pt x="0" y="0"/>
                </a:lnTo>
                <a:lnTo>
                  <a:pt x="0" y="56387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676401" y="685801"/>
            <a:ext cx="7620000" cy="5638800"/>
          </a:xfrm>
          <a:prstGeom prst="rect">
            <a:avLst/>
          </a:prstGeom>
          <a:ln w="15239">
            <a:solidFill>
              <a:srgbClr val="718552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5080">
              <a:tabLst>
                <a:tab pos="427940" algn="l"/>
              </a:tabLst>
            </a:pPr>
            <a:r>
              <a:rPr sz="1600" spc="-14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1600" spc="-14" dirty="0">
                <a:solidFill>
                  <a:srgbClr val="A42F0F"/>
                </a:solidFill>
                <a:latin typeface="Times New Roman"/>
                <a:cs typeface="Times New Roman"/>
              </a:rPr>
              <a:t>	</a:t>
            </a:r>
            <a:r>
              <a:rPr sz="1600" spc="-20" dirty="0">
                <a:latin typeface="Times New Roman"/>
                <a:cs typeface="Times New Roman"/>
              </a:rPr>
              <a:t>GH</a:t>
            </a:r>
            <a:r>
              <a:rPr sz="1600" spc="-4" dirty="0">
                <a:latin typeface="Times New Roman"/>
                <a:cs typeface="Times New Roman"/>
              </a:rPr>
              <a:t>A</a:t>
            </a:r>
            <a:r>
              <a:rPr sz="1600" spc="-20" dirty="0">
                <a:latin typeface="Times New Roman"/>
                <a:cs typeface="Times New Roman"/>
              </a:rPr>
              <a:t>NS</a:t>
            </a:r>
            <a:r>
              <a:rPr sz="1600" spc="-4" dirty="0">
                <a:latin typeface="Times New Roman"/>
                <a:cs typeface="Times New Roman"/>
              </a:rPr>
              <a:t>H</a:t>
            </a:r>
            <a:r>
              <a:rPr sz="1600" spc="-209" dirty="0">
                <a:latin typeface="Times New Roman"/>
                <a:cs typeface="Times New Roman"/>
              </a:rPr>
              <a:t>Y</a:t>
            </a:r>
            <a:r>
              <a:rPr sz="1600" spc="-4" dirty="0">
                <a:latin typeface="Times New Roman"/>
                <a:cs typeface="Times New Roman"/>
              </a:rPr>
              <a:t>A</a:t>
            </a:r>
            <a:r>
              <a:rPr sz="1600" spc="-14" dirty="0">
                <a:latin typeface="Times New Roman"/>
                <a:cs typeface="Times New Roman"/>
              </a:rPr>
              <a:t>M</a:t>
            </a:r>
            <a:r>
              <a:rPr sz="1600" spc="-20" dirty="0">
                <a:latin typeface="Times New Roman"/>
                <a:cs typeface="Times New Roman"/>
              </a:rPr>
              <a:t> D</a:t>
            </a:r>
            <a:r>
              <a:rPr sz="1600" spc="-4" dirty="0">
                <a:latin typeface="Times New Roman"/>
                <a:cs typeface="Times New Roman"/>
              </a:rPr>
              <a:t>A</a:t>
            </a:r>
            <a:r>
              <a:rPr sz="1600" spc="-10" dirty="0">
                <a:latin typeface="Times New Roman"/>
                <a:cs typeface="Times New Roman"/>
              </a:rPr>
              <a:t>S</a:t>
            </a:r>
            <a:r>
              <a:rPr sz="1600" spc="-14" dirty="0">
                <a:latin typeface="Times New Roman"/>
                <a:cs typeface="Times New Roman"/>
              </a:rPr>
              <a:t> BIRLA</a:t>
            </a:r>
            <a:r>
              <a:rPr sz="1600" spc="-8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–</a:t>
            </a:r>
            <a:r>
              <a:rPr sz="1600" spc="-4" dirty="0">
                <a:latin typeface="Times New Roman"/>
                <a:cs typeface="Times New Roman"/>
              </a:rPr>
              <a:t> </a:t>
            </a:r>
            <a:r>
              <a:rPr sz="1600" spc="-14" dirty="0">
                <a:latin typeface="Times New Roman"/>
                <a:cs typeface="Times New Roman"/>
              </a:rPr>
              <a:t>BIRLA</a:t>
            </a:r>
            <a:r>
              <a:rPr sz="1600" spc="-10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G</a:t>
            </a:r>
            <a:r>
              <a:rPr sz="1600" spc="-14" dirty="0">
                <a:latin typeface="Times New Roman"/>
                <a:cs typeface="Times New Roman"/>
              </a:rPr>
              <a:t>R</a:t>
            </a:r>
            <a:r>
              <a:rPr sz="1600" spc="-4" dirty="0">
                <a:latin typeface="Times New Roman"/>
                <a:cs typeface="Times New Roman"/>
              </a:rPr>
              <a:t>O</a:t>
            </a:r>
            <a:r>
              <a:rPr sz="1600" spc="-20" dirty="0">
                <a:latin typeface="Times New Roman"/>
                <a:cs typeface="Times New Roman"/>
              </a:rPr>
              <a:t>U</a:t>
            </a:r>
            <a:r>
              <a:rPr sz="1600" spc="-10" dirty="0">
                <a:latin typeface="Times New Roman"/>
                <a:cs typeface="Times New Roman"/>
              </a:rPr>
              <a:t>P</a:t>
            </a:r>
            <a:endParaRPr sz="1600">
              <a:latin typeface="Times New Roman"/>
              <a:cs typeface="Times New Roman"/>
            </a:endParaRPr>
          </a:p>
          <a:p>
            <a:pPr marL="85080">
              <a:spcBef>
                <a:spcPts val="994"/>
              </a:spcBef>
              <a:tabLst>
                <a:tab pos="427940" algn="l"/>
              </a:tabLst>
            </a:pPr>
            <a:r>
              <a:rPr sz="1600" spc="-14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1600" spc="-14" dirty="0">
                <a:solidFill>
                  <a:srgbClr val="A42F0F"/>
                </a:solidFill>
                <a:latin typeface="Times New Roman"/>
                <a:cs typeface="Times New Roman"/>
              </a:rPr>
              <a:t>	</a:t>
            </a:r>
            <a:r>
              <a:rPr sz="1600" spc="-20" dirty="0">
                <a:latin typeface="Times New Roman"/>
                <a:cs typeface="Times New Roman"/>
              </a:rPr>
              <a:t>GOEN</a:t>
            </a:r>
            <a:r>
              <a:rPr sz="1600" spc="-4" dirty="0">
                <a:latin typeface="Times New Roman"/>
                <a:cs typeface="Times New Roman"/>
              </a:rPr>
              <a:t>K</a:t>
            </a:r>
            <a:r>
              <a:rPr sz="1600" spc="-20" dirty="0">
                <a:latin typeface="Times New Roman"/>
                <a:cs typeface="Times New Roman"/>
              </a:rPr>
              <a:t>A</a:t>
            </a:r>
            <a:r>
              <a:rPr sz="1600" spc="-4" dirty="0">
                <a:latin typeface="Times New Roman"/>
                <a:cs typeface="Times New Roman"/>
              </a:rPr>
              <a:t>.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R.</a:t>
            </a:r>
            <a:r>
              <a:rPr sz="1600" spc="-181" dirty="0">
                <a:latin typeface="Times New Roman"/>
                <a:cs typeface="Times New Roman"/>
              </a:rPr>
              <a:t>P</a:t>
            </a:r>
            <a:r>
              <a:rPr sz="1600" spc="-4" dirty="0">
                <a:latin typeface="Times New Roman"/>
                <a:cs typeface="Times New Roman"/>
              </a:rPr>
              <a:t>. </a:t>
            </a:r>
            <a:r>
              <a:rPr sz="1600" spc="-10" dirty="0">
                <a:latin typeface="Times New Roman"/>
                <a:cs typeface="Times New Roman"/>
              </a:rPr>
              <a:t>–</a:t>
            </a:r>
            <a:r>
              <a:rPr sz="1600" spc="-4" dirty="0">
                <a:latin typeface="Times New Roman"/>
                <a:cs typeface="Times New Roman"/>
              </a:rPr>
              <a:t> </a:t>
            </a:r>
            <a:r>
              <a:rPr sz="1600" spc="-14" dirty="0">
                <a:latin typeface="Times New Roman"/>
                <a:cs typeface="Times New Roman"/>
              </a:rPr>
              <a:t>R</a:t>
            </a:r>
            <a:r>
              <a:rPr sz="1600" spc="-4" dirty="0">
                <a:latin typeface="Times New Roman"/>
                <a:cs typeface="Times New Roman"/>
              </a:rPr>
              <a:t>P</a:t>
            </a:r>
            <a:r>
              <a:rPr sz="1600" spc="-14" dirty="0">
                <a:latin typeface="Times New Roman"/>
                <a:cs typeface="Times New Roman"/>
              </a:rPr>
              <a:t>G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G</a:t>
            </a:r>
            <a:r>
              <a:rPr sz="1600" spc="-14" dirty="0">
                <a:latin typeface="Times New Roman"/>
                <a:cs typeface="Times New Roman"/>
              </a:rPr>
              <a:t>R</a:t>
            </a:r>
            <a:r>
              <a:rPr sz="1600" spc="-20" dirty="0">
                <a:latin typeface="Times New Roman"/>
                <a:cs typeface="Times New Roman"/>
              </a:rPr>
              <a:t>OU</a:t>
            </a:r>
            <a:r>
              <a:rPr sz="1600" spc="-10" dirty="0">
                <a:latin typeface="Times New Roman"/>
                <a:cs typeface="Times New Roman"/>
              </a:rPr>
              <a:t>P</a:t>
            </a:r>
            <a:endParaRPr sz="1600">
              <a:latin typeface="Times New Roman"/>
              <a:cs typeface="Times New Roman"/>
            </a:endParaRPr>
          </a:p>
          <a:p>
            <a:pPr marL="85080">
              <a:spcBef>
                <a:spcPts val="994"/>
              </a:spcBef>
              <a:tabLst>
                <a:tab pos="427940" algn="l"/>
              </a:tabLst>
            </a:pPr>
            <a:r>
              <a:rPr sz="1600" spc="-14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1600" spc="-14" dirty="0">
                <a:solidFill>
                  <a:srgbClr val="A42F0F"/>
                </a:solidFill>
                <a:latin typeface="Times New Roman"/>
                <a:cs typeface="Times New Roman"/>
              </a:rPr>
              <a:t>	</a:t>
            </a:r>
            <a:r>
              <a:rPr sz="1600" spc="-10" dirty="0">
                <a:latin typeface="Times New Roman"/>
                <a:cs typeface="Times New Roman"/>
              </a:rPr>
              <a:t>J</a:t>
            </a:r>
            <a:r>
              <a:rPr sz="1600" spc="-20" dirty="0">
                <a:latin typeface="Times New Roman"/>
                <a:cs typeface="Times New Roman"/>
              </a:rPr>
              <a:t>EY</a:t>
            </a:r>
            <a:r>
              <a:rPr sz="1600" spc="-4" dirty="0">
                <a:latin typeface="Times New Roman"/>
                <a:cs typeface="Times New Roman"/>
              </a:rPr>
              <a:t>S</a:t>
            </a:r>
            <a:r>
              <a:rPr sz="1600" spc="-14" dirty="0">
                <a:latin typeface="Times New Roman"/>
                <a:cs typeface="Times New Roman"/>
              </a:rPr>
              <a:t>INGH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THO</a:t>
            </a:r>
            <a:r>
              <a:rPr sz="1600" spc="-14" dirty="0">
                <a:latin typeface="Times New Roman"/>
                <a:cs typeface="Times New Roman"/>
              </a:rPr>
              <a:t>M</a:t>
            </a:r>
            <a:r>
              <a:rPr sz="1600" spc="-20" dirty="0">
                <a:latin typeface="Times New Roman"/>
                <a:cs typeface="Times New Roman"/>
              </a:rPr>
              <a:t>A</a:t>
            </a:r>
            <a:r>
              <a:rPr sz="1600" spc="-10" dirty="0">
                <a:latin typeface="Times New Roman"/>
                <a:cs typeface="Times New Roman"/>
              </a:rPr>
              <a:t>S</a:t>
            </a:r>
            <a:r>
              <a:rPr sz="1600" spc="4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-</a:t>
            </a:r>
            <a:r>
              <a:rPr sz="1600" spc="-70" dirty="0">
                <a:latin typeface="Times New Roman"/>
                <a:cs typeface="Times New Roman"/>
              </a:rPr>
              <a:t> </a:t>
            </a:r>
            <a:r>
              <a:rPr sz="1600" spc="-230" dirty="0">
                <a:latin typeface="Times New Roman"/>
                <a:cs typeface="Times New Roman"/>
              </a:rPr>
              <a:t>A</a:t>
            </a:r>
            <a:r>
              <a:rPr sz="1600" spc="-20" dirty="0">
                <a:latin typeface="Times New Roman"/>
                <a:cs typeface="Times New Roman"/>
              </a:rPr>
              <a:t>V</a:t>
            </a:r>
            <a:r>
              <a:rPr sz="1600" spc="-10" dirty="0">
                <a:latin typeface="Times New Roman"/>
                <a:cs typeface="Times New Roman"/>
              </a:rPr>
              <a:t>T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4" dirty="0">
                <a:latin typeface="Times New Roman"/>
                <a:cs typeface="Times New Roman"/>
              </a:rPr>
              <a:t>G</a:t>
            </a:r>
            <a:r>
              <a:rPr sz="1600" spc="-30" dirty="0">
                <a:latin typeface="Times New Roman"/>
                <a:cs typeface="Times New Roman"/>
              </a:rPr>
              <a:t>R</a:t>
            </a:r>
            <a:r>
              <a:rPr sz="1600" spc="-4" dirty="0">
                <a:latin typeface="Times New Roman"/>
                <a:cs typeface="Times New Roman"/>
              </a:rPr>
              <a:t>O</a:t>
            </a:r>
            <a:r>
              <a:rPr sz="1600" spc="-20" dirty="0">
                <a:latin typeface="Times New Roman"/>
                <a:cs typeface="Times New Roman"/>
              </a:rPr>
              <a:t>U</a:t>
            </a:r>
            <a:r>
              <a:rPr sz="1600" spc="-10" dirty="0">
                <a:latin typeface="Times New Roman"/>
                <a:cs typeface="Times New Roman"/>
              </a:rPr>
              <a:t>P</a:t>
            </a:r>
            <a:endParaRPr sz="1600">
              <a:latin typeface="Times New Roman"/>
              <a:cs typeface="Times New Roman"/>
            </a:endParaRPr>
          </a:p>
          <a:p>
            <a:pPr marL="85080">
              <a:spcBef>
                <a:spcPts val="1005"/>
              </a:spcBef>
              <a:tabLst>
                <a:tab pos="427940" algn="l"/>
              </a:tabLst>
            </a:pPr>
            <a:r>
              <a:rPr sz="1600" spc="-14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1600" spc="-14" dirty="0">
                <a:solidFill>
                  <a:srgbClr val="A42F0F"/>
                </a:solidFill>
                <a:latin typeface="Times New Roman"/>
                <a:cs typeface="Times New Roman"/>
              </a:rPr>
              <a:t>	</a:t>
            </a:r>
            <a:r>
              <a:rPr sz="1600" spc="-10" dirty="0">
                <a:latin typeface="Times New Roman"/>
                <a:cs typeface="Times New Roman"/>
              </a:rPr>
              <a:t>J</a:t>
            </a:r>
            <a:r>
              <a:rPr sz="1600" spc="-14" dirty="0">
                <a:latin typeface="Times New Roman"/>
                <a:cs typeface="Times New Roman"/>
              </a:rPr>
              <a:t>IN</a:t>
            </a:r>
            <a:r>
              <a:rPr sz="1600" spc="-4" dirty="0">
                <a:latin typeface="Times New Roman"/>
                <a:cs typeface="Times New Roman"/>
              </a:rPr>
              <a:t>D</a:t>
            </a:r>
            <a:r>
              <a:rPr sz="1600" spc="-20" dirty="0">
                <a:latin typeface="Times New Roman"/>
                <a:cs typeface="Times New Roman"/>
              </a:rPr>
              <a:t>AL</a:t>
            </a:r>
            <a:r>
              <a:rPr sz="1600" spc="-4" dirty="0">
                <a:latin typeface="Times New Roman"/>
                <a:cs typeface="Times New Roman"/>
              </a:rPr>
              <a:t>, </a:t>
            </a:r>
            <a:r>
              <a:rPr sz="1600" spc="-20" dirty="0">
                <a:latin typeface="Times New Roman"/>
                <a:cs typeface="Times New Roman"/>
              </a:rPr>
              <a:t>O</a:t>
            </a:r>
            <a:r>
              <a:rPr sz="1600" spc="-4" dirty="0">
                <a:latin typeface="Times New Roman"/>
                <a:cs typeface="Times New Roman"/>
              </a:rPr>
              <a:t>.</a:t>
            </a:r>
            <a:r>
              <a:rPr sz="1600" spc="-195" dirty="0">
                <a:latin typeface="Times New Roman"/>
                <a:cs typeface="Times New Roman"/>
              </a:rPr>
              <a:t>P</a:t>
            </a:r>
            <a:r>
              <a:rPr sz="1600" spc="-4" dirty="0">
                <a:latin typeface="Times New Roman"/>
                <a:cs typeface="Times New Roman"/>
              </a:rPr>
              <a:t>.</a:t>
            </a:r>
            <a:r>
              <a:rPr sz="1600" spc="14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- </a:t>
            </a:r>
            <a:r>
              <a:rPr sz="1600" dirty="0">
                <a:latin typeface="Times New Roman"/>
                <a:cs typeface="Times New Roman"/>
              </a:rPr>
              <a:t>J</a:t>
            </a:r>
            <a:r>
              <a:rPr sz="1600" spc="-14" dirty="0">
                <a:latin typeface="Times New Roman"/>
                <a:cs typeface="Times New Roman"/>
              </a:rPr>
              <a:t>INDA</a:t>
            </a:r>
            <a:r>
              <a:rPr sz="1600" spc="-10" dirty="0">
                <a:latin typeface="Times New Roman"/>
                <a:cs typeface="Times New Roman"/>
              </a:rPr>
              <a:t>L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G</a:t>
            </a:r>
            <a:r>
              <a:rPr sz="1600" spc="-14" dirty="0">
                <a:latin typeface="Times New Roman"/>
                <a:cs typeface="Times New Roman"/>
              </a:rPr>
              <a:t>R</a:t>
            </a:r>
            <a:r>
              <a:rPr sz="1600" spc="-20" dirty="0">
                <a:latin typeface="Times New Roman"/>
                <a:cs typeface="Times New Roman"/>
              </a:rPr>
              <a:t>OU</a:t>
            </a:r>
            <a:r>
              <a:rPr sz="1600" spc="-10" dirty="0">
                <a:latin typeface="Times New Roman"/>
                <a:cs typeface="Times New Roman"/>
              </a:rPr>
              <a:t>P</a:t>
            </a:r>
            <a:endParaRPr sz="1600">
              <a:latin typeface="Times New Roman"/>
              <a:cs typeface="Times New Roman"/>
            </a:endParaRPr>
          </a:p>
          <a:p>
            <a:pPr marL="85080">
              <a:spcBef>
                <a:spcPts val="994"/>
              </a:spcBef>
              <a:tabLst>
                <a:tab pos="427940" algn="l"/>
              </a:tabLst>
            </a:pPr>
            <a:r>
              <a:rPr sz="1600" spc="-14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1600" spc="-14" dirty="0">
                <a:solidFill>
                  <a:srgbClr val="A42F0F"/>
                </a:solidFill>
                <a:latin typeface="Times New Roman"/>
                <a:cs typeface="Times New Roman"/>
              </a:rPr>
              <a:t>	</a:t>
            </a:r>
            <a:r>
              <a:rPr sz="1600" spc="-10" dirty="0">
                <a:latin typeface="Times New Roman"/>
                <a:cs typeface="Times New Roman"/>
              </a:rPr>
              <a:t>J</a:t>
            </a:r>
            <a:r>
              <a:rPr sz="1600" spc="-20" dirty="0">
                <a:latin typeface="Times New Roman"/>
                <a:cs typeface="Times New Roman"/>
              </a:rPr>
              <a:t>OH</a:t>
            </a:r>
            <a:r>
              <a:rPr sz="1600" spc="-14" dirty="0">
                <a:latin typeface="Times New Roman"/>
                <a:cs typeface="Times New Roman"/>
              </a:rPr>
              <a:t>N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YES</a:t>
            </a:r>
            <a:r>
              <a:rPr sz="1600" spc="-4" dirty="0">
                <a:latin typeface="Times New Roman"/>
                <a:cs typeface="Times New Roman"/>
              </a:rPr>
              <a:t>U</a:t>
            </a:r>
            <a:r>
              <a:rPr sz="1600" spc="-20" dirty="0">
                <a:latin typeface="Times New Roman"/>
                <a:cs typeface="Times New Roman"/>
              </a:rPr>
              <a:t>DHA</a:t>
            </a:r>
            <a:r>
              <a:rPr sz="1600" spc="-4" dirty="0">
                <a:latin typeface="Times New Roman"/>
                <a:cs typeface="Times New Roman"/>
              </a:rPr>
              <a:t>S,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230" dirty="0">
                <a:latin typeface="Times New Roman"/>
                <a:cs typeface="Times New Roman"/>
              </a:rPr>
              <a:t>V</a:t>
            </a:r>
            <a:r>
              <a:rPr sz="1600" spc="-4" dirty="0">
                <a:latin typeface="Times New Roman"/>
                <a:cs typeface="Times New Roman"/>
              </a:rPr>
              <a:t>.</a:t>
            </a:r>
            <a:r>
              <a:rPr sz="1600" spc="-135" dirty="0">
                <a:latin typeface="Times New Roman"/>
                <a:cs typeface="Times New Roman"/>
              </a:rPr>
              <a:t>F</a:t>
            </a:r>
            <a:r>
              <a:rPr sz="1600" spc="-4" dirty="0">
                <a:latin typeface="Times New Roman"/>
                <a:cs typeface="Times New Roman"/>
              </a:rPr>
              <a:t>.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–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204" dirty="0">
                <a:latin typeface="Times New Roman"/>
                <a:cs typeface="Times New Roman"/>
              </a:rPr>
              <a:t>W</a:t>
            </a:r>
            <a:r>
              <a:rPr sz="1600" spc="-230" dirty="0">
                <a:latin typeface="Times New Roman"/>
                <a:cs typeface="Times New Roman"/>
              </a:rPr>
              <a:t>A</a:t>
            </a:r>
            <a:r>
              <a:rPr sz="1600" spc="-20" dirty="0">
                <a:latin typeface="Times New Roman"/>
                <a:cs typeface="Times New Roman"/>
              </a:rPr>
              <a:t>VETE</a:t>
            </a:r>
            <a:r>
              <a:rPr sz="1600" spc="-10" dirty="0">
                <a:latin typeface="Times New Roman"/>
                <a:cs typeface="Times New Roman"/>
              </a:rPr>
              <a:t>L</a:t>
            </a:r>
            <a:endParaRPr sz="1600">
              <a:latin typeface="Times New Roman"/>
              <a:cs typeface="Times New Roman"/>
            </a:endParaRPr>
          </a:p>
          <a:p>
            <a:pPr marL="85080">
              <a:spcBef>
                <a:spcPts val="994"/>
              </a:spcBef>
              <a:tabLst>
                <a:tab pos="427940" algn="l"/>
              </a:tabLst>
            </a:pPr>
            <a:r>
              <a:rPr sz="1600" spc="-14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1600" spc="-14" dirty="0">
                <a:solidFill>
                  <a:srgbClr val="A42F0F"/>
                </a:solidFill>
                <a:latin typeface="Times New Roman"/>
                <a:cs typeface="Times New Roman"/>
              </a:rPr>
              <a:t>	</a:t>
            </a:r>
            <a:r>
              <a:rPr sz="1600" spc="-20" dirty="0">
                <a:latin typeface="Times New Roman"/>
                <a:cs typeface="Times New Roman"/>
              </a:rPr>
              <a:t>KALLA</a:t>
            </a:r>
            <a:r>
              <a:rPr sz="1600" spc="-14" dirty="0">
                <a:latin typeface="Times New Roman"/>
                <a:cs typeface="Times New Roman"/>
              </a:rPr>
              <a:t>M</a:t>
            </a:r>
            <a:r>
              <a:rPr sz="1600" spc="-80" dirty="0">
                <a:latin typeface="Times New Roman"/>
                <a:cs typeface="Times New Roman"/>
              </a:rPr>
              <a:t> </a:t>
            </a:r>
            <a:r>
              <a:rPr sz="1600" spc="-4" dirty="0">
                <a:latin typeface="Times New Roman"/>
                <a:cs typeface="Times New Roman"/>
              </a:rPr>
              <a:t>A</a:t>
            </a:r>
            <a:r>
              <a:rPr sz="1600" spc="-20" dirty="0">
                <a:latin typeface="Times New Roman"/>
                <a:cs typeface="Times New Roman"/>
              </a:rPr>
              <a:t>N</a:t>
            </a:r>
            <a:r>
              <a:rPr sz="1600" spc="-10" dirty="0">
                <a:latin typeface="Times New Roman"/>
                <a:cs typeface="Times New Roman"/>
              </a:rPr>
              <a:t>JI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30" dirty="0">
                <a:latin typeface="Times New Roman"/>
                <a:cs typeface="Times New Roman"/>
              </a:rPr>
              <a:t>R</a:t>
            </a:r>
            <a:r>
              <a:rPr sz="1600" spc="-14" dirty="0">
                <a:latin typeface="Times New Roman"/>
                <a:cs typeface="Times New Roman"/>
              </a:rPr>
              <a:t>E</a:t>
            </a:r>
            <a:r>
              <a:rPr sz="1600" spc="-4" dirty="0">
                <a:latin typeface="Times New Roman"/>
                <a:cs typeface="Times New Roman"/>
              </a:rPr>
              <a:t>D</a:t>
            </a:r>
            <a:r>
              <a:rPr sz="1600" spc="-20" dirty="0">
                <a:latin typeface="Times New Roman"/>
                <a:cs typeface="Times New Roman"/>
              </a:rPr>
              <a:t>D</a:t>
            </a:r>
            <a:r>
              <a:rPr sz="1600" spc="-14" dirty="0">
                <a:latin typeface="Times New Roman"/>
                <a:cs typeface="Times New Roman"/>
              </a:rPr>
              <a:t>Y</a:t>
            </a:r>
            <a:r>
              <a:rPr sz="1600" spc="-8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-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D</a:t>
            </a:r>
            <a:r>
              <a:rPr sz="1600" spc="-14" dirty="0">
                <a:latin typeface="Times New Roman"/>
                <a:cs typeface="Times New Roman"/>
              </a:rPr>
              <a:t>R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14" dirty="0">
                <a:latin typeface="Times New Roman"/>
                <a:cs typeface="Times New Roman"/>
              </a:rPr>
              <a:t>R</a:t>
            </a:r>
            <a:r>
              <a:rPr sz="1600" spc="-20" dirty="0">
                <a:latin typeface="Times New Roman"/>
                <a:cs typeface="Times New Roman"/>
              </a:rPr>
              <a:t>EDDY</a:t>
            </a:r>
            <a:r>
              <a:rPr sz="1600" spc="-10" dirty="0">
                <a:latin typeface="Times New Roman"/>
                <a:cs typeface="Times New Roman"/>
              </a:rPr>
              <a:t>'S</a:t>
            </a:r>
            <a:r>
              <a:rPr sz="1600" spc="4" dirty="0">
                <a:latin typeface="Times New Roman"/>
                <a:cs typeface="Times New Roman"/>
              </a:rPr>
              <a:t> </a:t>
            </a:r>
            <a:r>
              <a:rPr sz="1600" spc="-30" dirty="0">
                <a:latin typeface="Times New Roman"/>
                <a:cs typeface="Times New Roman"/>
              </a:rPr>
              <a:t>L</a:t>
            </a:r>
            <a:r>
              <a:rPr sz="1600" spc="-4" dirty="0">
                <a:latin typeface="Times New Roman"/>
                <a:cs typeface="Times New Roman"/>
              </a:rPr>
              <a:t>A</a:t>
            </a:r>
            <a:r>
              <a:rPr sz="1600" spc="-10" dirty="0">
                <a:latin typeface="Times New Roman"/>
                <a:cs typeface="Times New Roman"/>
              </a:rPr>
              <a:t>BS</a:t>
            </a:r>
            <a:endParaRPr sz="1600">
              <a:latin typeface="Times New Roman"/>
              <a:cs typeface="Times New Roman"/>
            </a:endParaRPr>
          </a:p>
          <a:p>
            <a:pPr marL="85080">
              <a:spcBef>
                <a:spcPts val="1005"/>
              </a:spcBef>
              <a:tabLst>
                <a:tab pos="427940" algn="l"/>
              </a:tabLst>
            </a:pPr>
            <a:r>
              <a:rPr sz="1600" spc="-14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1600" spc="-14" dirty="0">
                <a:solidFill>
                  <a:srgbClr val="A42F0F"/>
                </a:solidFill>
                <a:latin typeface="Times New Roman"/>
                <a:cs typeface="Times New Roman"/>
              </a:rPr>
              <a:t>	</a:t>
            </a:r>
            <a:r>
              <a:rPr sz="1600" spc="-20" dirty="0">
                <a:latin typeface="Times New Roman"/>
                <a:cs typeface="Times New Roman"/>
              </a:rPr>
              <a:t>KA</a:t>
            </a:r>
            <a:r>
              <a:rPr sz="1600" spc="-14" dirty="0">
                <a:latin typeface="Times New Roman"/>
                <a:cs typeface="Times New Roman"/>
              </a:rPr>
              <a:t>R</a:t>
            </a:r>
            <a:r>
              <a:rPr sz="1600" spc="-4" dirty="0">
                <a:latin typeface="Times New Roman"/>
                <a:cs typeface="Times New Roman"/>
              </a:rPr>
              <a:t>S</a:t>
            </a:r>
            <a:r>
              <a:rPr sz="1600" spc="-20" dirty="0">
                <a:latin typeface="Times New Roman"/>
                <a:cs typeface="Times New Roman"/>
              </a:rPr>
              <a:t>AN</a:t>
            </a:r>
            <a:r>
              <a:rPr sz="1600" spc="-14" dirty="0">
                <a:latin typeface="Times New Roman"/>
                <a:cs typeface="Times New Roman"/>
              </a:rPr>
              <a:t>B</a:t>
            </a:r>
            <a:r>
              <a:rPr sz="1600" spc="-20" dirty="0">
                <a:latin typeface="Times New Roman"/>
                <a:cs typeface="Times New Roman"/>
              </a:rPr>
              <a:t>H</a:t>
            </a:r>
            <a:r>
              <a:rPr sz="1600" spc="-4" dirty="0">
                <a:latin typeface="Times New Roman"/>
                <a:cs typeface="Times New Roman"/>
              </a:rPr>
              <a:t>A</a:t>
            </a:r>
            <a:r>
              <a:rPr sz="1600" spc="-10" dirty="0">
                <a:latin typeface="Times New Roman"/>
                <a:cs typeface="Times New Roman"/>
              </a:rPr>
              <a:t>I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165" dirty="0">
                <a:latin typeface="Times New Roman"/>
                <a:cs typeface="Times New Roman"/>
              </a:rPr>
              <a:t>P</a:t>
            </a:r>
            <a:r>
              <a:rPr sz="1600" spc="-195" dirty="0">
                <a:latin typeface="Times New Roman"/>
                <a:cs typeface="Times New Roman"/>
              </a:rPr>
              <a:t>A</a:t>
            </a:r>
            <a:r>
              <a:rPr sz="1600" spc="-14" dirty="0">
                <a:latin typeface="Times New Roman"/>
                <a:cs typeface="Times New Roman"/>
              </a:rPr>
              <a:t>TE</a:t>
            </a:r>
            <a:r>
              <a:rPr sz="1600" spc="-10" dirty="0">
                <a:latin typeface="Times New Roman"/>
                <a:cs typeface="Times New Roman"/>
              </a:rPr>
              <a:t>L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–</a:t>
            </a:r>
            <a:r>
              <a:rPr sz="1600" spc="-4" dirty="0">
                <a:latin typeface="Times New Roman"/>
                <a:cs typeface="Times New Roman"/>
              </a:rPr>
              <a:t> </a:t>
            </a:r>
            <a:r>
              <a:rPr sz="1600" spc="-14" dirty="0">
                <a:latin typeface="Times New Roman"/>
                <a:cs typeface="Times New Roman"/>
              </a:rPr>
              <a:t>NIRMA</a:t>
            </a:r>
            <a:endParaRPr sz="1600">
              <a:latin typeface="Times New Roman"/>
              <a:cs typeface="Times New Roman"/>
            </a:endParaRPr>
          </a:p>
          <a:p>
            <a:pPr marL="85080">
              <a:spcBef>
                <a:spcPts val="994"/>
              </a:spcBef>
              <a:tabLst>
                <a:tab pos="427940" algn="l"/>
              </a:tabLst>
            </a:pPr>
            <a:r>
              <a:rPr sz="1600" spc="-14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1600" spc="-14" dirty="0">
                <a:solidFill>
                  <a:srgbClr val="A42F0F"/>
                </a:solidFill>
                <a:latin typeface="Times New Roman"/>
                <a:cs typeface="Times New Roman"/>
              </a:rPr>
              <a:t>	</a:t>
            </a:r>
            <a:r>
              <a:rPr sz="1600" spc="-14" dirty="0">
                <a:latin typeface="Times New Roman"/>
                <a:cs typeface="Times New Roman"/>
              </a:rPr>
              <a:t>KIR</a:t>
            </a:r>
            <a:r>
              <a:rPr sz="1600" spc="-20" dirty="0">
                <a:latin typeface="Times New Roman"/>
                <a:cs typeface="Times New Roman"/>
              </a:rPr>
              <a:t>A</a:t>
            </a:r>
            <a:r>
              <a:rPr sz="1600" spc="-14" dirty="0">
                <a:latin typeface="Times New Roman"/>
                <a:cs typeface="Times New Roman"/>
              </a:rPr>
              <a:t>N</a:t>
            </a:r>
            <a:r>
              <a:rPr sz="1600" spc="-4" dirty="0">
                <a:latin typeface="Times New Roman"/>
                <a:cs typeface="Times New Roman"/>
              </a:rPr>
              <a:t> </a:t>
            </a:r>
            <a:r>
              <a:rPr sz="1600" spc="-14" dirty="0">
                <a:latin typeface="Times New Roman"/>
                <a:cs typeface="Times New Roman"/>
              </a:rPr>
              <a:t>M</a:t>
            </a:r>
            <a:r>
              <a:rPr sz="1600" spc="-20" dirty="0">
                <a:latin typeface="Times New Roman"/>
                <a:cs typeface="Times New Roman"/>
              </a:rPr>
              <a:t>AZU</a:t>
            </a:r>
            <a:r>
              <a:rPr sz="1600" spc="-14" dirty="0">
                <a:latin typeface="Times New Roman"/>
                <a:cs typeface="Times New Roman"/>
              </a:rPr>
              <a:t>M</a:t>
            </a:r>
            <a:r>
              <a:rPr sz="1600" spc="-20" dirty="0">
                <a:latin typeface="Times New Roman"/>
                <a:cs typeface="Times New Roman"/>
              </a:rPr>
              <a:t>DA</a:t>
            </a:r>
            <a:r>
              <a:rPr sz="1600" spc="-14" dirty="0">
                <a:latin typeface="Times New Roman"/>
                <a:cs typeface="Times New Roman"/>
              </a:rPr>
              <a:t>R-</a:t>
            </a:r>
            <a:r>
              <a:rPr sz="1600" spc="-4" dirty="0">
                <a:latin typeface="Times New Roman"/>
                <a:cs typeface="Times New Roman"/>
              </a:rPr>
              <a:t>S</a:t>
            </a:r>
            <a:r>
              <a:rPr sz="1600" spc="-20" dirty="0">
                <a:latin typeface="Times New Roman"/>
                <a:cs typeface="Times New Roman"/>
              </a:rPr>
              <a:t>H</a:t>
            </a:r>
            <a:r>
              <a:rPr sz="1600" spc="-150" dirty="0">
                <a:latin typeface="Times New Roman"/>
                <a:cs typeface="Times New Roman"/>
              </a:rPr>
              <a:t>A</a:t>
            </a:r>
            <a:r>
              <a:rPr sz="1600" spc="-20" dirty="0">
                <a:latin typeface="Times New Roman"/>
                <a:cs typeface="Times New Roman"/>
              </a:rPr>
              <a:t>W</a:t>
            </a:r>
            <a:r>
              <a:rPr sz="1600" spc="4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- </a:t>
            </a:r>
            <a:r>
              <a:rPr sz="1600" spc="-14" dirty="0">
                <a:latin typeface="Times New Roman"/>
                <a:cs typeface="Times New Roman"/>
              </a:rPr>
              <a:t>BI</a:t>
            </a:r>
            <a:r>
              <a:rPr sz="1600" spc="-4" dirty="0">
                <a:latin typeface="Times New Roman"/>
                <a:cs typeface="Times New Roman"/>
              </a:rPr>
              <a:t>O</a:t>
            </a:r>
            <a:r>
              <a:rPr sz="1600" spc="-30" dirty="0">
                <a:latin typeface="Times New Roman"/>
                <a:cs typeface="Times New Roman"/>
              </a:rPr>
              <a:t>C</a:t>
            </a:r>
            <a:r>
              <a:rPr sz="1600" spc="-4" dirty="0">
                <a:latin typeface="Times New Roman"/>
                <a:cs typeface="Times New Roman"/>
              </a:rPr>
              <a:t>O</a:t>
            </a:r>
            <a:r>
              <a:rPr sz="1600" spc="-14" dirty="0">
                <a:latin typeface="Times New Roman"/>
                <a:cs typeface="Times New Roman"/>
              </a:rPr>
              <a:t>N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160" dirty="0">
                <a:latin typeface="Times New Roman"/>
                <a:cs typeface="Times New Roman"/>
              </a:rPr>
              <a:t>L</a:t>
            </a:r>
            <a:r>
              <a:rPr sz="1600" spc="-14" dirty="0">
                <a:latin typeface="Times New Roman"/>
                <a:cs typeface="Times New Roman"/>
              </a:rPr>
              <a:t>TD</a:t>
            </a:r>
            <a:endParaRPr sz="1600">
              <a:latin typeface="Times New Roman"/>
              <a:cs typeface="Times New Roman"/>
            </a:endParaRPr>
          </a:p>
          <a:p>
            <a:pPr marL="85080">
              <a:spcBef>
                <a:spcPts val="994"/>
              </a:spcBef>
              <a:tabLst>
                <a:tab pos="427940" algn="l"/>
              </a:tabLst>
            </a:pPr>
            <a:r>
              <a:rPr sz="1600" spc="-14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1600" spc="-14" dirty="0">
                <a:solidFill>
                  <a:srgbClr val="A42F0F"/>
                </a:solidFill>
                <a:latin typeface="Times New Roman"/>
                <a:cs typeface="Times New Roman"/>
              </a:rPr>
              <a:t>	</a:t>
            </a:r>
            <a:r>
              <a:rPr sz="1600" spc="-14" dirty="0">
                <a:latin typeface="Times New Roman"/>
                <a:cs typeface="Times New Roman"/>
              </a:rPr>
              <a:t>KI</a:t>
            </a:r>
            <a:r>
              <a:rPr sz="1600" spc="-4" dirty="0">
                <a:latin typeface="Times New Roman"/>
                <a:cs typeface="Times New Roman"/>
              </a:rPr>
              <a:t>S</a:t>
            </a:r>
            <a:r>
              <a:rPr sz="1600" spc="-20" dirty="0">
                <a:latin typeface="Times New Roman"/>
                <a:cs typeface="Times New Roman"/>
              </a:rPr>
              <a:t>HO</a:t>
            </a:r>
            <a:r>
              <a:rPr sz="1600" spc="-14" dirty="0">
                <a:latin typeface="Times New Roman"/>
                <a:cs typeface="Times New Roman"/>
              </a:rPr>
              <a:t>RE</a:t>
            </a:r>
            <a:r>
              <a:rPr sz="1600" spc="-4" dirty="0">
                <a:latin typeface="Times New Roman"/>
                <a:cs typeface="Times New Roman"/>
              </a:rPr>
              <a:t> </a:t>
            </a:r>
            <a:r>
              <a:rPr sz="1600" spc="-14" dirty="0">
                <a:latin typeface="Times New Roman"/>
                <a:cs typeface="Times New Roman"/>
              </a:rPr>
              <a:t>BI</a:t>
            </a:r>
            <a:r>
              <a:rPr sz="1600" spc="-195" dirty="0">
                <a:latin typeface="Times New Roman"/>
                <a:cs typeface="Times New Roman"/>
              </a:rPr>
              <a:t>Y</a:t>
            </a:r>
            <a:r>
              <a:rPr sz="1600" spc="-20" dirty="0">
                <a:latin typeface="Times New Roman"/>
                <a:cs typeface="Times New Roman"/>
              </a:rPr>
              <a:t>AN</a:t>
            </a:r>
            <a:r>
              <a:rPr sz="1600" spc="-10" dirty="0">
                <a:latin typeface="Times New Roman"/>
                <a:cs typeface="Times New Roman"/>
              </a:rPr>
              <a:t>I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–</a:t>
            </a:r>
            <a:r>
              <a:rPr sz="1600" spc="-4" dirty="0">
                <a:latin typeface="Times New Roman"/>
                <a:cs typeface="Times New Roman"/>
              </a:rPr>
              <a:t> </a:t>
            </a:r>
            <a:r>
              <a:rPr sz="1600" spc="-165" dirty="0">
                <a:latin typeface="Times New Roman"/>
                <a:cs typeface="Times New Roman"/>
              </a:rPr>
              <a:t>P</a:t>
            </a:r>
            <a:r>
              <a:rPr sz="1600" spc="-4" dirty="0">
                <a:latin typeface="Times New Roman"/>
                <a:cs typeface="Times New Roman"/>
              </a:rPr>
              <a:t>A</a:t>
            </a:r>
            <a:r>
              <a:rPr sz="1600" spc="-20" dirty="0">
                <a:latin typeface="Times New Roman"/>
                <a:cs typeface="Times New Roman"/>
              </a:rPr>
              <a:t>N</a:t>
            </a:r>
            <a:r>
              <a:rPr sz="1600" spc="-160" dirty="0">
                <a:latin typeface="Times New Roman"/>
                <a:cs typeface="Times New Roman"/>
              </a:rPr>
              <a:t>T</a:t>
            </a:r>
            <a:r>
              <a:rPr sz="1600" spc="-4" dirty="0">
                <a:latin typeface="Times New Roman"/>
                <a:cs typeface="Times New Roman"/>
              </a:rPr>
              <a:t>A</a:t>
            </a:r>
            <a:r>
              <a:rPr sz="1600" spc="-30" dirty="0">
                <a:latin typeface="Times New Roman"/>
                <a:cs typeface="Times New Roman"/>
              </a:rPr>
              <a:t>L</a:t>
            </a:r>
            <a:r>
              <a:rPr sz="1600" spc="-4" dirty="0">
                <a:latin typeface="Times New Roman"/>
                <a:cs typeface="Times New Roman"/>
              </a:rPr>
              <a:t>O</a:t>
            </a:r>
            <a:r>
              <a:rPr sz="1600" spc="-20" dirty="0">
                <a:latin typeface="Times New Roman"/>
                <a:cs typeface="Times New Roman"/>
              </a:rPr>
              <a:t>O</a:t>
            </a:r>
            <a:r>
              <a:rPr sz="1600" spc="-14" dirty="0">
                <a:latin typeface="Times New Roman"/>
                <a:cs typeface="Times New Roman"/>
              </a:rPr>
              <a:t>N</a:t>
            </a:r>
            <a:endParaRPr sz="1600">
              <a:latin typeface="Times New Roman"/>
              <a:cs typeface="Times New Roman"/>
            </a:endParaRPr>
          </a:p>
          <a:p>
            <a:pPr marL="85080">
              <a:spcBef>
                <a:spcPts val="1005"/>
              </a:spcBef>
              <a:tabLst>
                <a:tab pos="427940" algn="l"/>
              </a:tabLst>
            </a:pPr>
            <a:r>
              <a:rPr sz="1600" spc="-14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1600" spc="-14" dirty="0">
                <a:solidFill>
                  <a:srgbClr val="A42F0F"/>
                </a:solidFill>
                <a:latin typeface="Times New Roman"/>
                <a:cs typeface="Times New Roman"/>
              </a:rPr>
              <a:t>	</a:t>
            </a:r>
            <a:r>
              <a:rPr sz="1600" spc="-20" dirty="0">
                <a:latin typeface="Times New Roman"/>
                <a:cs typeface="Times New Roman"/>
              </a:rPr>
              <a:t>KO</a:t>
            </a:r>
            <a:r>
              <a:rPr sz="1600" spc="-14" dirty="0">
                <a:latin typeface="Times New Roman"/>
                <a:cs typeface="Times New Roman"/>
              </a:rPr>
              <a:t>C</a:t>
            </a:r>
            <a:r>
              <a:rPr sz="1600" spc="-20" dirty="0">
                <a:latin typeface="Times New Roman"/>
                <a:cs typeface="Times New Roman"/>
              </a:rPr>
              <a:t>H</a:t>
            </a:r>
            <a:r>
              <a:rPr sz="1600" spc="-4" dirty="0">
                <a:latin typeface="Times New Roman"/>
                <a:cs typeface="Times New Roman"/>
              </a:rPr>
              <a:t>O</a:t>
            </a:r>
            <a:r>
              <a:rPr sz="1600" spc="-20" dirty="0">
                <a:latin typeface="Times New Roman"/>
                <a:cs typeface="Times New Roman"/>
              </a:rPr>
              <a:t>US</a:t>
            </a:r>
            <a:r>
              <a:rPr sz="1600" spc="-14" dirty="0">
                <a:latin typeface="Times New Roman"/>
                <a:cs typeface="Times New Roman"/>
              </a:rPr>
              <a:t>E</a:t>
            </a:r>
            <a:r>
              <a:rPr sz="1600" spc="-4" dirty="0">
                <a:latin typeface="Times New Roman"/>
                <a:cs typeface="Times New Roman"/>
              </a:rPr>
              <a:t>P</a:t>
            </a:r>
            <a:r>
              <a:rPr sz="1600" spc="-14" dirty="0">
                <a:latin typeface="Times New Roman"/>
                <a:cs typeface="Times New Roman"/>
              </a:rPr>
              <a:t>H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14" dirty="0">
                <a:latin typeface="Times New Roman"/>
                <a:cs typeface="Times New Roman"/>
              </a:rPr>
              <a:t>CHITTILA</a:t>
            </a:r>
            <a:r>
              <a:rPr sz="1600" spc="-4" dirty="0">
                <a:latin typeface="Times New Roman"/>
                <a:cs typeface="Times New Roman"/>
              </a:rPr>
              <a:t>PP</a:t>
            </a:r>
            <a:r>
              <a:rPr sz="1600" spc="-14" dirty="0">
                <a:latin typeface="Times New Roman"/>
                <a:cs typeface="Times New Roman"/>
              </a:rPr>
              <a:t>IL</a:t>
            </a:r>
            <a:r>
              <a:rPr sz="1600" spc="-175" dirty="0">
                <a:latin typeface="Times New Roman"/>
                <a:cs typeface="Times New Roman"/>
              </a:rPr>
              <a:t>L</a:t>
            </a:r>
            <a:r>
              <a:rPr sz="1600" spc="-14" dirty="0">
                <a:latin typeface="Times New Roman"/>
                <a:cs typeface="Times New Roman"/>
              </a:rPr>
              <a:t>Y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14" dirty="0">
                <a:latin typeface="Times New Roman"/>
                <a:cs typeface="Times New Roman"/>
              </a:rPr>
              <a:t>-V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GUA</a:t>
            </a:r>
            <a:r>
              <a:rPr sz="1600" spc="-14" dirty="0">
                <a:latin typeface="Times New Roman"/>
                <a:cs typeface="Times New Roman"/>
              </a:rPr>
              <a:t>RD</a:t>
            </a:r>
            <a:endParaRPr sz="1600">
              <a:latin typeface="Times New Roman"/>
              <a:cs typeface="Times New Roman"/>
            </a:endParaRPr>
          </a:p>
          <a:p>
            <a:pPr marL="85080">
              <a:spcBef>
                <a:spcPts val="994"/>
              </a:spcBef>
              <a:tabLst>
                <a:tab pos="427940" algn="l"/>
              </a:tabLst>
            </a:pPr>
            <a:r>
              <a:rPr sz="1600" spc="-14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1600" spc="-14" dirty="0">
                <a:solidFill>
                  <a:srgbClr val="A42F0F"/>
                </a:solidFill>
                <a:latin typeface="Times New Roman"/>
                <a:cs typeface="Times New Roman"/>
              </a:rPr>
              <a:t>	</a:t>
            </a:r>
            <a:r>
              <a:rPr sz="1600" spc="-14" dirty="0">
                <a:latin typeface="Times New Roman"/>
                <a:cs typeface="Times New Roman"/>
              </a:rPr>
              <a:t>M</a:t>
            </a:r>
            <a:r>
              <a:rPr sz="1600" spc="-20" dirty="0">
                <a:latin typeface="Times New Roman"/>
                <a:cs typeface="Times New Roman"/>
              </a:rPr>
              <a:t>OHA</a:t>
            </a:r>
            <a:r>
              <a:rPr sz="1600" spc="-14" dirty="0">
                <a:latin typeface="Times New Roman"/>
                <a:cs typeface="Times New Roman"/>
              </a:rPr>
              <a:t>N</a:t>
            </a:r>
            <a:r>
              <a:rPr sz="1600" spc="-4" dirty="0">
                <a:latin typeface="Times New Roman"/>
                <a:cs typeface="Times New Roman"/>
              </a:rPr>
              <a:t> S</a:t>
            </a:r>
            <a:r>
              <a:rPr sz="1600" spc="-14" dirty="0">
                <a:latin typeface="Times New Roman"/>
                <a:cs typeface="Times New Roman"/>
              </a:rPr>
              <a:t>INGH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O</a:t>
            </a:r>
            <a:r>
              <a:rPr sz="1600" spc="-14" dirty="0">
                <a:latin typeface="Times New Roman"/>
                <a:cs typeface="Times New Roman"/>
              </a:rPr>
              <a:t>BER</a:t>
            </a:r>
            <a:r>
              <a:rPr sz="1600" spc="-20" dirty="0">
                <a:latin typeface="Times New Roman"/>
                <a:cs typeface="Times New Roman"/>
              </a:rPr>
              <a:t>O</a:t>
            </a:r>
            <a:r>
              <a:rPr sz="1600" spc="-10" dirty="0">
                <a:latin typeface="Times New Roman"/>
                <a:cs typeface="Times New Roman"/>
              </a:rPr>
              <a:t>I -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O</a:t>
            </a:r>
            <a:r>
              <a:rPr sz="1600" spc="-14" dirty="0">
                <a:latin typeface="Times New Roman"/>
                <a:cs typeface="Times New Roman"/>
              </a:rPr>
              <a:t>BER</a:t>
            </a:r>
            <a:r>
              <a:rPr sz="1600" spc="-20" dirty="0">
                <a:latin typeface="Times New Roman"/>
                <a:cs typeface="Times New Roman"/>
              </a:rPr>
              <a:t>O</a:t>
            </a:r>
            <a:r>
              <a:rPr sz="1600" spc="-10" dirty="0">
                <a:latin typeface="Times New Roman"/>
                <a:cs typeface="Times New Roman"/>
              </a:rPr>
              <a:t>I </a:t>
            </a:r>
            <a:r>
              <a:rPr sz="1600" spc="-20" dirty="0">
                <a:latin typeface="Times New Roman"/>
                <a:cs typeface="Times New Roman"/>
              </a:rPr>
              <a:t>G</a:t>
            </a:r>
            <a:r>
              <a:rPr sz="1600" spc="-14" dirty="0">
                <a:latin typeface="Times New Roman"/>
                <a:cs typeface="Times New Roman"/>
              </a:rPr>
              <a:t>R</a:t>
            </a:r>
            <a:r>
              <a:rPr sz="1600" spc="-20" dirty="0">
                <a:latin typeface="Times New Roman"/>
                <a:cs typeface="Times New Roman"/>
              </a:rPr>
              <a:t>OU</a:t>
            </a:r>
            <a:r>
              <a:rPr sz="1600" spc="-10" dirty="0">
                <a:latin typeface="Times New Roman"/>
                <a:cs typeface="Times New Roman"/>
              </a:rPr>
              <a:t>P</a:t>
            </a:r>
            <a:endParaRPr sz="1600">
              <a:latin typeface="Times New Roman"/>
              <a:cs typeface="Times New Roman"/>
            </a:endParaRPr>
          </a:p>
          <a:p>
            <a:pPr marL="85080">
              <a:spcBef>
                <a:spcPts val="994"/>
              </a:spcBef>
              <a:tabLst>
                <a:tab pos="427940" algn="l"/>
              </a:tabLst>
            </a:pPr>
            <a:r>
              <a:rPr sz="1600" spc="-14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1600" spc="-14" dirty="0">
                <a:solidFill>
                  <a:srgbClr val="A42F0F"/>
                </a:solidFill>
                <a:latin typeface="Times New Roman"/>
                <a:cs typeface="Times New Roman"/>
              </a:rPr>
              <a:t>	</a:t>
            </a:r>
            <a:r>
              <a:rPr sz="1600" spc="-20" dirty="0">
                <a:latin typeface="Times New Roman"/>
                <a:cs typeface="Times New Roman"/>
              </a:rPr>
              <a:t>NA</a:t>
            </a:r>
            <a:r>
              <a:rPr sz="1600" spc="-14" dirty="0">
                <a:latin typeface="Times New Roman"/>
                <a:cs typeface="Times New Roman"/>
              </a:rPr>
              <a:t>R</a:t>
            </a:r>
            <a:r>
              <a:rPr sz="1600" spc="-165" dirty="0">
                <a:latin typeface="Times New Roman"/>
                <a:cs typeface="Times New Roman"/>
              </a:rPr>
              <a:t>A</a:t>
            </a:r>
            <a:r>
              <a:rPr sz="1600" spc="-195" dirty="0">
                <a:latin typeface="Times New Roman"/>
                <a:cs typeface="Times New Roman"/>
              </a:rPr>
              <a:t>Y</a:t>
            </a:r>
            <a:r>
              <a:rPr sz="1600" spc="-4" dirty="0">
                <a:latin typeface="Times New Roman"/>
                <a:cs typeface="Times New Roman"/>
              </a:rPr>
              <a:t>A</a:t>
            </a:r>
            <a:r>
              <a:rPr sz="1600" spc="-20" dirty="0">
                <a:latin typeface="Times New Roman"/>
                <a:cs typeface="Times New Roman"/>
              </a:rPr>
              <a:t>N</a:t>
            </a:r>
            <a:r>
              <a:rPr sz="1600" spc="-14" dirty="0">
                <a:latin typeface="Times New Roman"/>
                <a:cs typeface="Times New Roman"/>
              </a:rPr>
              <a:t>A</a:t>
            </a:r>
            <a:r>
              <a:rPr sz="1600" spc="-120" dirty="0">
                <a:latin typeface="Times New Roman"/>
                <a:cs typeface="Times New Roman"/>
              </a:rPr>
              <a:t> </a:t>
            </a:r>
            <a:r>
              <a:rPr sz="1600" spc="-14" dirty="0">
                <a:latin typeface="Times New Roman"/>
                <a:cs typeface="Times New Roman"/>
              </a:rPr>
              <a:t>M</a:t>
            </a:r>
            <a:r>
              <a:rPr sz="1600" spc="-20" dirty="0">
                <a:latin typeface="Times New Roman"/>
                <a:cs typeface="Times New Roman"/>
              </a:rPr>
              <a:t>U</a:t>
            </a:r>
            <a:r>
              <a:rPr sz="1600" spc="-110" dirty="0">
                <a:latin typeface="Times New Roman"/>
                <a:cs typeface="Times New Roman"/>
              </a:rPr>
              <a:t>R</a:t>
            </a:r>
            <a:r>
              <a:rPr sz="1600" spc="-20" dirty="0">
                <a:latin typeface="Times New Roman"/>
                <a:cs typeface="Times New Roman"/>
              </a:rPr>
              <a:t>TH</a:t>
            </a:r>
            <a:r>
              <a:rPr sz="1600" spc="-230" dirty="0">
                <a:latin typeface="Times New Roman"/>
                <a:cs typeface="Times New Roman"/>
              </a:rPr>
              <a:t>Y</a:t>
            </a:r>
            <a:r>
              <a:rPr sz="1600" spc="-4" dirty="0">
                <a:latin typeface="Times New Roman"/>
                <a:cs typeface="Times New Roman"/>
              </a:rPr>
              <a:t>,</a:t>
            </a:r>
            <a:r>
              <a:rPr sz="1600" spc="14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N</a:t>
            </a:r>
            <a:r>
              <a:rPr sz="1600" spc="-4" dirty="0">
                <a:latin typeface="Times New Roman"/>
                <a:cs typeface="Times New Roman"/>
              </a:rPr>
              <a:t>.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R.</a:t>
            </a:r>
            <a:r>
              <a:rPr sz="1600" spc="14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–</a:t>
            </a:r>
            <a:r>
              <a:rPr sz="1600" spc="-4" dirty="0">
                <a:latin typeface="Times New Roman"/>
                <a:cs typeface="Times New Roman"/>
              </a:rPr>
              <a:t> </a:t>
            </a:r>
            <a:r>
              <a:rPr sz="1600" spc="-14" dirty="0">
                <a:latin typeface="Times New Roman"/>
                <a:cs typeface="Times New Roman"/>
              </a:rPr>
              <a:t>IN</a:t>
            </a:r>
            <a:r>
              <a:rPr sz="1600" spc="-4" dirty="0">
                <a:latin typeface="Times New Roman"/>
                <a:cs typeface="Times New Roman"/>
              </a:rPr>
              <a:t>F</a:t>
            </a:r>
            <a:r>
              <a:rPr sz="1600" spc="-20" dirty="0">
                <a:latin typeface="Times New Roman"/>
                <a:cs typeface="Times New Roman"/>
              </a:rPr>
              <a:t>O</a:t>
            </a:r>
            <a:r>
              <a:rPr sz="1600" spc="-4" dirty="0">
                <a:latin typeface="Times New Roman"/>
                <a:cs typeface="Times New Roman"/>
              </a:rPr>
              <a:t>S</a:t>
            </a:r>
            <a:r>
              <a:rPr sz="1600" spc="-20" dirty="0">
                <a:latin typeface="Times New Roman"/>
                <a:cs typeface="Times New Roman"/>
              </a:rPr>
              <a:t>Y</a:t>
            </a:r>
            <a:r>
              <a:rPr sz="1600" spc="-10" dirty="0">
                <a:latin typeface="Times New Roman"/>
                <a:cs typeface="Times New Roman"/>
              </a:rPr>
              <a:t>S</a:t>
            </a:r>
            <a:endParaRPr sz="1600">
              <a:latin typeface="Times New Roman"/>
              <a:cs typeface="Times New Roman"/>
            </a:endParaRPr>
          </a:p>
          <a:p>
            <a:pPr marL="85080">
              <a:spcBef>
                <a:spcPts val="1005"/>
              </a:spcBef>
              <a:tabLst>
                <a:tab pos="427940" algn="l"/>
              </a:tabLst>
            </a:pPr>
            <a:r>
              <a:rPr sz="1600" spc="-14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1600" spc="-14" dirty="0">
                <a:solidFill>
                  <a:srgbClr val="A42F0F"/>
                </a:solidFill>
                <a:latin typeface="Times New Roman"/>
                <a:cs typeface="Times New Roman"/>
              </a:rPr>
              <a:t>	</a:t>
            </a:r>
            <a:r>
              <a:rPr sz="1600" spc="-20" dirty="0">
                <a:latin typeface="Times New Roman"/>
                <a:cs typeface="Times New Roman"/>
              </a:rPr>
              <a:t>NA</a:t>
            </a:r>
            <a:r>
              <a:rPr sz="1600" spc="-14" dirty="0">
                <a:latin typeface="Times New Roman"/>
                <a:cs typeface="Times New Roman"/>
              </a:rPr>
              <a:t>RE</a:t>
            </a:r>
            <a:r>
              <a:rPr sz="1600" spc="-4" dirty="0">
                <a:latin typeface="Times New Roman"/>
                <a:cs typeface="Times New Roman"/>
              </a:rPr>
              <a:t>S</a:t>
            </a:r>
            <a:r>
              <a:rPr sz="1600" spc="-14" dirty="0">
                <a:latin typeface="Times New Roman"/>
                <a:cs typeface="Times New Roman"/>
              </a:rPr>
              <a:t>H</a:t>
            </a:r>
            <a:r>
              <a:rPr sz="1600" spc="-4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GO</a:t>
            </a:r>
            <a:r>
              <a:rPr sz="1600" spc="-195" dirty="0">
                <a:latin typeface="Times New Roman"/>
                <a:cs typeface="Times New Roman"/>
              </a:rPr>
              <a:t>Y</a:t>
            </a:r>
            <a:r>
              <a:rPr sz="1600" spc="-20" dirty="0">
                <a:latin typeface="Times New Roman"/>
                <a:cs typeface="Times New Roman"/>
              </a:rPr>
              <a:t>A</a:t>
            </a:r>
            <a:r>
              <a:rPr sz="1600" spc="-10" dirty="0">
                <a:latin typeface="Times New Roman"/>
                <a:cs typeface="Times New Roman"/>
              </a:rPr>
              <a:t>L</a:t>
            </a:r>
            <a:r>
              <a:rPr sz="1600" spc="-7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-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J</a:t>
            </a:r>
            <a:r>
              <a:rPr sz="1600" spc="-14" dirty="0">
                <a:latin typeface="Times New Roman"/>
                <a:cs typeface="Times New Roman"/>
              </a:rPr>
              <a:t>E</a:t>
            </a:r>
            <a:r>
              <a:rPr sz="1600" spc="-10" dirty="0">
                <a:latin typeface="Times New Roman"/>
                <a:cs typeface="Times New Roman"/>
              </a:rPr>
              <a:t>T</a:t>
            </a:r>
            <a:r>
              <a:rPr sz="1600" spc="-114" dirty="0">
                <a:latin typeface="Times New Roman"/>
                <a:cs typeface="Times New Roman"/>
              </a:rPr>
              <a:t> </a:t>
            </a:r>
            <a:r>
              <a:rPr sz="1600" spc="-14" dirty="0">
                <a:latin typeface="Times New Roman"/>
                <a:cs typeface="Times New Roman"/>
              </a:rPr>
              <a:t>AI</a:t>
            </a:r>
            <a:r>
              <a:rPr sz="1600" spc="-90" dirty="0">
                <a:latin typeface="Times New Roman"/>
                <a:cs typeface="Times New Roman"/>
              </a:rPr>
              <a:t>R</a:t>
            </a:r>
            <a:r>
              <a:rPr sz="1600" spc="-219" dirty="0">
                <a:latin typeface="Times New Roman"/>
                <a:cs typeface="Times New Roman"/>
              </a:rPr>
              <a:t>W</a:t>
            </a:r>
            <a:r>
              <a:rPr sz="1600" spc="-150" dirty="0">
                <a:latin typeface="Times New Roman"/>
                <a:cs typeface="Times New Roman"/>
              </a:rPr>
              <a:t>A</a:t>
            </a:r>
            <a:r>
              <a:rPr sz="1600" spc="-20" dirty="0">
                <a:latin typeface="Times New Roman"/>
                <a:cs typeface="Times New Roman"/>
              </a:rPr>
              <a:t>Y</a:t>
            </a:r>
            <a:r>
              <a:rPr sz="1600" spc="-10" dirty="0">
                <a:latin typeface="Times New Roman"/>
                <a:cs typeface="Times New Roman"/>
              </a:rPr>
              <a:t>S</a:t>
            </a:r>
            <a:endParaRPr sz="1600">
              <a:latin typeface="Times New Roman"/>
              <a:cs typeface="Times New Roman"/>
            </a:endParaRPr>
          </a:p>
          <a:p>
            <a:pPr marL="85080">
              <a:spcBef>
                <a:spcPts val="994"/>
              </a:spcBef>
              <a:tabLst>
                <a:tab pos="427940" algn="l"/>
              </a:tabLst>
            </a:pPr>
            <a:r>
              <a:rPr sz="1600" spc="-14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1600" spc="-14" dirty="0">
                <a:solidFill>
                  <a:srgbClr val="A42F0F"/>
                </a:solidFill>
                <a:latin typeface="Times New Roman"/>
                <a:cs typeface="Times New Roman"/>
              </a:rPr>
              <a:t>	</a:t>
            </a:r>
            <a:r>
              <a:rPr sz="1600" spc="-20" dirty="0">
                <a:latin typeface="Times New Roman"/>
                <a:cs typeface="Times New Roman"/>
              </a:rPr>
              <a:t>D</a:t>
            </a:r>
            <a:r>
              <a:rPr sz="1600" spc="-10" dirty="0">
                <a:latin typeface="Times New Roman"/>
                <a:cs typeface="Times New Roman"/>
              </a:rPr>
              <a:t>R.</a:t>
            </a:r>
            <a:r>
              <a:rPr sz="1600" spc="-4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P</a:t>
            </a:r>
            <a:r>
              <a:rPr sz="1600" spc="-14" dirty="0">
                <a:latin typeface="Times New Roman"/>
                <a:cs typeface="Times New Roman"/>
              </a:rPr>
              <a:t>R</a:t>
            </a:r>
            <a:r>
              <a:rPr sz="1600" spc="-195" dirty="0">
                <a:latin typeface="Times New Roman"/>
                <a:cs typeface="Times New Roman"/>
              </a:rPr>
              <a:t>A</a:t>
            </a:r>
            <a:r>
              <a:rPr sz="1600" spc="-140" dirty="0">
                <a:latin typeface="Times New Roman"/>
                <a:cs typeface="Times New Roman"/>
              </a:rPr>
              <a:t>T</a:t>
            </a:r>
            <a:r>
              <a:rPr sz="1600" spc="-20" dirty="0">
                <a:latin typeface="Times New Roman"/>
                <a:cs typeface="Times New Roman"/>
              </a:rPr>
              <a:t>A</a:t>
            </a:r>
            <a:r>
              <a:rPr sz="1600" spc="-10" dirty="0">
                <a:latin typeface="Times New Roman"/>
                <a:cs typeface="Times New Roman"/>
              </a:rPr>
              <a:t>P</a:t>
            </a:r>
            <a:r>
              <a:rPr sz="1600" spc="-60" dirty="0">
                <a:latin typeface="Times New Roman"/>
                <a:cs typeface="Times New Roman"/>
              </a:rPr>
              <a:t> </a:t>
            </a:r>
            <a:r>
              <a:rPr sz="1600" spc="-14" dirty="0">
                <a:latin typeface="Times New Roman"/>
                <a:cs typeface="Times New Roman"/>
              </a:rPr>
              <a:t>C R</a:t>
            </a:r>
            <a:r>
              <a:rPr sz="1600" spc="-20" dirty="0">
                <a:latin typeface="Times New Roman"/>
                <a:cs typeface="Times New Roman"/>
              </a:rPr>
              <a:t>ED</a:t>
            </a:r>
            <a:r>
              <a:rPr sz="1600" spc="-4" dirty="0">
                <a:latin typeface="Times New Roman"/>
                <a:cs typeface="Times New Roman"/>
              </a:rPr>
              <a:t>D</a:t>
            </a:r>
            <a:r>
              <a:rPr sz="1600" spc="-14" dirty="0">
                <a:latin typeface="Times New Roman"/>
                <a:cs typeface="Times New Roman"/>
              </a:rPr>
              <a:t>Y</a:t>
            </a:r>
            <a:r>
              <a:rPr sz="1600" spc="-7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-</a:t>
            </a:r>
            <a:r>
              <a:rPr sz="1600" spc="-9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A</a:t>
            </a:r>
            <a:r>
              <a:rPr sz="1600" spc="-4" dirty="0">
                <a:latin typeface="Times New Roman"/>
                <a:cs typeface="Times New Roman"/>
              </a:rPr>
              <a:t>P</a:t>
            </a:r>
            <a:r>
              <a:rPr sz="1600" spc="-20" dirty="0">
                <a:latin typeface="Times New Roman"/>
                <a:cs typeface="Times New Roman"/>
              </a:rPr>
              <a:t>OLL</a:t>
            </a:r>
            <a:r>
              <a:rPr sz="1600" spc="-14" dirty="0">
                <a:latin typeface="Times New Roman"/>
                <a:cs typeface="Times New Roman"/>
              </a:rPr>
              <a:t>O</a:t>
            </a:r>
            <a:r>
              <a:rPr sz="1600" spc="-4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HO</a:t>
            </a:r>
            <a:r>
              <a:rPr sz="1600" spc="-4" dirty="0">
                <a:latin typeface="Times New Roman"/>
                <a:cs typeface="Times New Roman"/>
              </a:rPr>
              <a:t>SP</a:t>
            </a:r>
            <a:r>
              <a:rPr sz="1600" spc="-14" dirty="0">
                <a:latin typeface="Times New Roman"/>
                <a:cs typeface="Times New Roman"/>
              </a:rPr>
              <a:t>I</a:t>
            </a:r>
            <a:r>
              <a:rPr sz="1600" spc="-160" dirty="0">
                <a:latin typeface="Times New Roman"/>
                <a:cs typeface="Times New Roman"/>
              </a:rPr>
              <a:t>T</a:t>
            </a:r>
            <a:r>
              <a:rPr sz="1600" spc="-4" dirty="0">
                <a:latin typeface="Times New Roman"/>
                <a:cs typeface="Times New Roman"/>
              </a:rPr>
              <a:t>A</a:t>
            </a:r>
            <a:r>
              <a:rPr sz="1600" spc="-10" dirty="0">
                <a:latin typeface="Times New Roman"/>
                <a:cs typeface="Times New Roman"/>
              </a:rPr>
              <a:t>L</a:t>
            </a:r>
            <a:r>
              <a:rPr sz="1600" spc="-7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G</a:t>
            </a:r>
            <a:r>
              <a:rPr sz="1600" spc="-14" dirty="0">
                <a:latin typeface="Times New Roman"/>
                <a:cs typeface="Times New Roman"/>
              </a:rPr>
              <a:t>R</a:t>
            </a:r>
            <a:r>
              <a:rPr sz="1600" spc="-4" dirty="0">
                <a:latin typeface="Times New Roman"/>
                <a:cs typeface="Times New Roman"/>
              </a:rPr>
              <a:t>O</a:t>
            </a:r>
            <a:r>
              <a:rPr sz="1600" spc="-20" dirty="0">
                <a:latin typeface="Times New Roman"/>
                <a:cs typeface="Times New Roman"/>
              </a:rPr>
              <a:t>U</a:t>
            </a:r>
            <a:r>
              <a:rPr sz="1600" spc="-10" dirty="0">
                <a:latin typeface="Times New Roman"/>
                <a:cs typeface="Times New Roman"/>
              </a:rPr>
              <a:t>P</a:t>
            </a:r>
            <a:endParaRPr sz="1600">
              <a:latin typeface="Times New Roman"/>
              <a:cs typeface="Times New Roman"/>
            </a:endParaRPr>
          </a:p>
          <a:p>
            <a:pPr marL="85080">
              <a:spcBef>
                <a:spcPts val="994"/>
              </a:spcBef>
              <a:tabLst>
                <a:tab pos="427940" algn="l"/>
              </a:tabLst>
            </a:pPr>
            <a:r>
              <a:rPr sz="1600" spc="-14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1600" spc="-14" dirty="0">
                <a:solidFill>
                  <a:srgbClr val="A42F0F"/>
                </a:solidFill>
                <a:latin typeface="Times New Roman"/>
                <a:cs typeface="Times New Roman"/>
              </a:rPr>
              <a:t>	</a:t>
            </a:r>
            <a:r>
              <a:rPr sz="1600" spc="-14" dirty="0">
                <a:latin typeface="Times New Roman"/>
                <a:cs typeface="Times New Roman"/>
              </a:rPr>
              <a:t>R</a:t>
            </a:r>
            <a:r>
              <a:rPr sz="1600" spc="-20" dirty="0">
                <a:latin typeface="Times New Roman"/>
                <a:cs typeface="Times New Roman"/>
              </a:rPr>
              <a:t>A</a:t>
            </a:r>
            <a:r>
              <a:rPr sz="1600" spc="-14" dirty="0">
                <a:latin typeface="Times New Roman"/>
                <a:cs typeface="Times New Roman"/>
              </a:rPr>
              <a:t>M</a:t>
            </a:r>
            <a:r>
              <a:rPr sz="1600" spc="-20" dirty="0">
                <a:latin typeface="Times New Roman"/>
                <a:cs typeface="Times New Roman"/>
              </a:rPr>
              <a:t>N</a:t>
            </a:r>
            <a:r>
              <a:rPr sz="1600" spc="-195" dirty="0">
                <a:latin typeface="Times New Roman"/>
                <a:cs typeface="Times New Roman"/>
              </a:rPr>
              <a:t>A</a:t>
            </a:r>
            <a:r>
              <a:rPr sz="1600" spc="-14" dirty="0">
                <a:latin typeface="Times New Roman"/>
                <a:cs typeface="Times New Roman"/>
              </a:rPr>
              <a:t>TH</a:t>
            </a:r>
            <a:r>
              <a:rPr sz="1600" spc="-4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GOENK</a:t>
            </a:r>
            <a:r>
              <a:rPr sz="1600" spc="-14" dirty="0">
                <a:latin typeface="Times New Roman"/>
                <a:cs typeface="Times New Roman"/>
              </a:rPr>
              <a:t>A</a:t>
            </a:r>
            <a:r>
              <a:rPr sz="1600" spc="-8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-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14" dirty="0">
                <a:latin typeface="Times New Roman"/>
                <a:cs typeface="Times New Roman"/>
              </a:rPr>
              <a:t>INDI</a:t>
            </a:r>
            <a:r>
              <a:rPr sz="1600" spc="-4" dirty="0">
                <a:latin typeface="Times New Roman"/>
                <a:cs typeface="Times New Roman"/>
              </a:rPr>
              <a:t>A</a:t>
            </a:r>
            <a:r>
              <a:rPr sz="1600" spc="-14" dirty="0">
                <a:latin typeface="Times New Roman"/>
                <a:cs typeface="Times New Roman"/>
              </a:rPr>
              <a:t>N</a:t>
            </a:r>
            <a:r>
              <a:rPr sz="1600" spc="-4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EX</a:t>
            </a:r>
            <a:r>
              <a:rPr sz="1600" spc="-4" dirty="0">
                <a:latin typeface="Times New Roman"/>
                <a:cs typeface="Times New Roman"/>
              </a:rPr>
              <a:t>P</a:t>
            </a:r>
            <a:r>
              <a:rPr sz="1600" spc="-14" dirty="0">
                <a:latin typeface="Times New Roman"/>
                <a:cs typeface="Times New Roman"/>
              </a:rPr>
              <a:t>RE</a:t>
            </a:r>
            <a:r>
              <a:rPr sz="1600" spc="-20" dirty="0">
                <a:latin typeface="Times New Roman"/>
                <a:cs typeface="Times New Roman"/>
              </a:rPr>
              <a:t>S</a:t>
            </a:r>
            <a:r>
              <a:rPr sz="1600" spc="-10" dirty="0">
                <a:latin typeface="Times New Roman"/>
                <a:cs typeface="Times New Roman"/>
              </a:rPr>
              <a:t>S</a:t>
            </a:r>
            <a:r>
              <a:rPr sz="1600" spc="4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G</a:t>
            </a:r>
            <a:r>
              <a:rPr sz="1600" spc="-14" dirty="0">
                <a:latin typeface="Times New Roman"/>
                <a:cs typeface="Times New Roman"/>
              </a:rPr>
              <a:t>R</a:t>
            </a:r>
            <a:r>
              <a:rPr sz="1600" spc="-20" dirty="0">
                <a:latin typeface="Times New Roman"/>
                <a:cs typeface="Times New Roman"/>
              </a:rPr>
              <a:t>OU</a:t>
            </a:r>
            <a:r>
              <a:rPr sz="1600" spc="-10" dirty="0">
                <a:latin typeface="Times New Roman"/>
                <a:cs typeface="Times New Roman"/>
              </a:rPr>
              <a:t>P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36753" y="1314559"/>
            <a:ext cx="278130" cy="279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9"/>
            <a:r>
              <a:rPr spc="-10" dirty="0">
                <a:latin typeface="Century Gothic"/>
                <a:cs typeface="Century Gothic"/>
              </a:rPr>
              <a:t>2</a:t>
            </a:r>
            <a:r>
              <a:rPr dirty="0">
                <a:latin typeface="Century Gothic"/>
                <a:cs typeface="Century Gothic"/>
              </a:rPr>
              <a:t>2</a:t>
            </a:r>
            <a:endParaRPr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1" y="457201"/>
            <a:ext cx="9144000" cy="6857999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0" y="6857999"/>
                </a:moveTo>
                <a:lnTo>
                  <a:pt x="9143999" y="6857999"/>
                </a:lnTo>
                <a:lnTo>
                  <a:pt x="914399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A5A5A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7201" y="681228"/>
            <a:ext cx="2145791" cy="66339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39937" y="776031"/>
            <a:ext cx="7978524" cy="5057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33672"/>
            <a:r>
              <a:rPr sz="3200" spc="4" dirty="0"/>
              <a:t>E</a:t>
            </a:r>
            <a:r>
              <a:rPr sz="3200" spc="-20" dirty="0"/>
              <a:t>n</a:t>
            </a:r>
            <a:r>
              <a:rPr sz="3200" spc="-10" dirty="0"/>
              <a:t>t</a:t>
            </a:r>
            <a:r>
              <a:rPr sz="3200" spc="-45" dirty="0"/>
              <a:t>r</a:t>
            </a:r>
            <a:r>
              <a:rPr sz="3200" spc="14" dirty="0"/>
              <a:t>e</a:t>
            </a:r>
            <a:r>
              <a:rPr sz="3200" spc="-20" dirty="0"/>
              <a:t>p</a:t>
            </a:r>
            <a:r>
              <a:rPr sz="3200" spc="-45" dirty="0"/>
              <a:t>r</a:t>
            </a:r>
            <a:r>
              <a:rPr sz="3200" spc="-14" dirty="0"/>
              <a:t>e</a:t>
            </a:r>
            <a:r>
              <a:rPr sz="3200" spc="10" dirty="0"/>
              <a:t>n</a:t>
            </a:r>
            <a:r>
              <a:rPr sz="3200" spc="-14" dirty="0"/>
              <a:t>e</a:t>
            </a:r>
            <a:r>
              <a:rPr sz="3200" spc="10" dirty="0"/>
              <a:t>u</a:t>
            </a:r>
            <a:r>
              <a:rPr sz="3200" spc="-14" dirty="0"/>
              <a:t>r</a:t>
            </a:r>
            <a:r>
              <a:rPr sz="3200" spc="4" dirty="0"/>
              <a:t>i</a:t>
            </a:r>
            <a:r>
              <a:rPr sz="3200" dirty="0"/>
              <a:t>al</a:t>
            </a:r>
            <a:r>
              <a:rPr sz="3200" spc="-25" dirty="0"/>
              <a:t> </a:t>
            </a:r>
            <a:r>
              <a:rPr sz="3200" spc="-4" dirty="0"/>
              <a:t>P</a:t>
            </a:r>
            <a:r>
              <a:rPr sz="3200" spc="-45" dirty="0"/>
              <a:t>r</a:t>
            </a:r>
            <a:r>
              <a:rPr sz="3200" dirty="0"/>
              <a:t>o</a:t>
            </a:r>
            <a:r>
              <a:rPr sz="3200" spc="14" dirty="0"/>
              <a:t>c</a:t>
            </a:r>
            <a:r>
              <a:rPr sz="3200" spc="-14" dirty="0"/>
              <a:t>e</a:t>
            </a:r>
            <a:r>
              <a:rPr sz="3200" dirty="0"/>
              <a:t>ss</a:t>
            </a:r>
            <a:endParaRPr sz="3200"/>
          </a:p>
        </p:txBody>
      </p:sp>
      <p:sp>
        <p:nvSpPr>
          <p:cNvPr id="5" name="object 5"/>
          <p:cNvSpPr/>
          <p:nvPr/>
        </p:nvSpPr>
        <p:spPr>
          <a:xfrm>
            <a:off x="1828801" y="1295400"/>
            <a:ext cx="7467600" cy="5791200"/>
          </a:xfrm>
          <a:custGeom>
            <a:avLst/>
            <a:gdLst/>
            <a:ahLst/>
            <a:cxnLst/>
            <a:rect l="l" t="t" r="r" b="b"/>
            <a:pathLst>
              <a:path w="7467600" h="5791200">
                <a:moveTo>
                  <a:pt x="0" y="5791199"/>
                </a:moveTo>
                <a:lnTo>
                  <a:pt x="7467599" y="5791199"/>
                </a:lnTo>
                <a:lnTo>
                  <a:pt x="7467599" y="0"/>
                </a:lnTo>
                <a:lnTo>
                  <a:pt x="0" y="0"/>
                </a:lnTo>
                <a:lnTo>
                  <a:pt x="0" y="57911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828801" y="1295400"/>
            <a:ext cx="7467600" cy="5791200"/>
          </a:xfrm>
          <a:custGeom>
            <a:avLst/>
            <a:gdLst/>
            <a:ahLst/>
            <a:cxnLst/>
            <a:rect l="l" t="t" r="r" b="b"/>
            <a:pathLst>
              <a:path w="7467600" h="5791200">
                <a:moveTo>
                  <a:pt x="0" y="5791199"/>
                </a:moveTo>
                <a:lnTo>
                  <a:pt x="7467599" y="5791199"/>
                </a:lnTo>
                <a:lnTo>
                  <a:pt x="7467599" y="0"/>
                </a:lnTo>
                <a:lnTo>
                  <a:pt x="0" y="0"/>
                </a:lnTo>
                <a:lnTo>
                  <a:pt x="0" y="5791199"/>
                </a:lnTo>
                <a:close/>
              </a:path>
            </a:pathLst>
          </a:custGeom>
          <a:ln w="15239">
            <a:solidFill>
              <a:srgbClr val="71855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762301" y="1368945"/>
            <a:ext cx="3716020" cy="3139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9"/>
            <a:r>
              <a:rPr sz="2000" b="1" spc="4" dirty="0">
                <a:latin typeface="Times New Roman"/>
                <a:cs typeface="Times New Roman"/>
              </a:rPr>
              <a:t>S</a:t>
            </a:r>
            <a:r>
              <a:rPr sz="2000" b="1" spc="-20" dirty="0">
                <a:latin typeface="Times New Roman"/>
                <a:cs typeface="Times New Roman"/>
              </a:rPr>
              <a:t>i</a:t>
            </a:r>
            <a:r>
              <a:rPr sz="2000" b="1" dirty="0">
                <a:latin typeface="Times New Roman"/>
                <a:cs typeface="Times New Roman"/>
              </a:rPr>
              <a:t>x </a:t>
            </a:r>
            <a:r>
              <a:rPr sz="2000" b="1" spc="4" dirty="0">
                <a:latin typeface="Times New Roman"/>
                <a:cs typeface="Times New Roman"/>
              </a:rPr>
              <a:t>S</a:t>
            </a:r>
            <a:r>
              <a:rPr sz="2000" b="1" spc="-10" dirty="0">
                <a:latin typeface="Times New Roman"/>
                <a:cs typeface="Times New Roman"/>
              </a:rPr>
              <a:t>t</a:t>
            </a:r>
            <a:r>
              <a:rPr sz="2000" b="1" spc="20" dirty="0">
                <a:latin typeface="Times New Roman"/>
                <a:cs typeface="Times New Roman"/>
              </a:rPr>
              <a:t>a</a:t>
            </a:r>
            <a:r>
              <a:rPr sz="2000" b="1" dirty="0">
                <a:latin typeface="Times New Roman"/>
                <a:cs typeface="Times New Roman"/>
              </a:rPr>
              <a:t>ge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spc="-14" dirty="0">
                <a:latin typeface="Times New Roman"/>
                <a:cs typeface="Times New Roman"/>
              </a:rPr>
              <a:t>E</a:t>
            </a:r>
            <a:r>
              <a:rPr sz="2000" b="1" spc="4" dirty="0">
                <a:latin typeface="Times New Roman"/>
                <a:cs typeface="Times New Roman"/>
              </a:rPr>
              <a:t>n</a:t>
            </a:r>
            <a:r>
              <a:rPr sz="2000" b="1" spc="-10" dirty="0">
                <a:latin typeface="Times New Roman"/>
                <a:cs typeface="Times New Roman"/>
              </a:rPr>
              <a:t>t</a:t>
            </a:r>
            <a:r>
              <a:rPr sz="2000" b="1" spc="-30" dirty="0">
                <a:latin typeface="Times New Roman"/>
                <a:cs typeface="Times New Roman"/>
              </a:rPr>
              <a:t>r</a:t>
            </a:r>
            <a:r>
              <a:rPr sz="2000" b="1" spc="-10" dirty="0">
                <a:latin typeface="Times New Roman"/>
                <a:cs typeface="Times New Roman"/>
              </a:rPr>
              <a:t>e</a:t>
            </a:r>
            <a:r>
              <a:rPr sz="2000" b="1" spc="4" dirty="0">
                <a:latin typeface="Times New Roman"/>
                <a:cs typeface="Times New Roman"/>
              </a:rPr>
              <a:t>p</a:t>
            </a:r>
            <a:r>
              <a:rPr sz="2000" b="1" spc="-50" dirty="0">
                <a:latin typeface="Times New Roman"/>
                <a:cs typeface="Times New Roman"/>
              </a:rPr>
              <a:t>r</a:t>
            </a:r>
            <a:r>
              <a:rPr sz="2000" b="1" spc="10" dirty="0">
                <a:latin typeface="Times New Roman"/>
                <a:cs typeface="Times New Roman"/>
              </a:rPr>
              <a:t>e</a:t>
            </a:r>
            <a:r>
              <a:rPr sz="2000" b="1" spc="-14" dirty="0">
                <a:latin typeface="Times New Roman"/>
                <a:cs typeface="Times New Roman"/>
              </a:rPr>
              <a:t>n</a:t>
            </a:r>
            <a:r>
              <a:rPr sz="2000" b="1" spc="10" dirty="0">
                <a:latin typeface="Times New Roman"/>
                <a:cs typeface="Times New Roman"/>
              </a:rPr>
              <a:t>e</a:t>
            </a:r>
            <a:r>
              <a:rPr sz="2000" b="1" spc="-14" dirty="0">
                <a:latin typeface="Times New Roman"/>
                <a:cs typeface="Times New Roman"/>
              </a:rPr>
              <a:t>u</a:t>
            </a:r>
            <a:r>
              <a:rPr sz="2000" b="1" spc="10" dirty="0">
                <a:latin typeface="Times New Roman"/>
                <a:cs typeface="Times New Roman"/>
              </a:rPr>
              <a:t>r</a:t>
            </a:r>
            <a:r>
              <a:rPr sz="2000" b="1" spc="-20" dirty="0">
                <a:latin typeface="Times New Roman"/>
                <a:cs typeface="Times New Roman"/>
              </a:rPr>
              <a:t>i</a:t>
            </a:r>
            <a:r>
              <a:rPr sz="2000" b="1" dirty="0">
                <a:latin typeface="Times New Roman"/>
                <a:cs typeface="Times New Roman"/>
              </a:rPr>
              <a:t>al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spc="-4" dirty="0">
                <a:latin typeface="Times New Roman"/>
                <a:cs typeface="Times New Roman"/>
              </a:rPr>
              <a:t>P</a:t>
            </a:r>
            <a:r>
              <a:rPr sz="2000" b="1" spc="-30" dirty="0">
                <a:latin typeface="Times New Roman"/>
                <a:cs typeface="Times New Roman"/>
              </a:rPr>
              <a:t>r</a:t>
            </a:r>
            <a:r>
              <a:rPr sz="2000" b="1" dirty="0">
                <a:latin typeface="Times New Roman"/>
                <a:cs typeface="Times New Roman"/>
              </a:rPr>
              <a:t>o</a:t>
            </a:r>
            <a:r>
              <a:rPr sz="2000" b="1" spc="10" dirty="0">
                <a:latin typeface="Times New Roman"/>
                <a:cs typeface="Times New Roman"/>
              </a:rPr>
              <a:t>c</a:t>
            </a:r>
            <a:r>
              <a:rPr sz="2000" b="1" spc="-10" dirty="0">
                <a:latin typeface="Times New Roman"/>
                <a:cs typeface="Times New Roman"/>
              </a:rPr>
              <a:t>e</a:t>
            </a:r>
            <a:r>
              <a:rPr sz="2000" b="1" dirty="0">
                <a:latin typeface="Times New Roman"/>
                <a:cs typeface="Times New Roman"/>
              </a:rPr>
              <a:t>ss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981200" y="1828800"/>
            <a:ext cx="2133600" cy="609600"/>
          </a:xfrm>
          <a:custGeom>
            <a:avLst/>
            <a:gdLst/>
            <a:ahLst/>
            <a:cxnLst/>
            <a:rect l="l" t="t" r="r" b="b"/>
            <a:pathLst>
              <a:path w="2133600" h="609600">
                <a:moveTo>
                  <a:pt x="2033015" y="0"/>
                </a:moveTo>
                <a:lnTo>
                  <a:pt x="96634" y="144"/>
                </a:lnTo>
                <a:lnTo>
                  <a:pt x="55690" y="11137"/>
                </a:lnTo>
                <a:lnTo>
                  <a:pt x="23542" y="36888"/>
                </a:lnTo>
                <a:lnTo>
                  <a:pt x="4052" y="73533"/>
                </a:lnTo>
                <a:lnTo>
                  <a:pt x="0" y="102107"/>
                </a:lnTo>
                <a:lnTo>
                  <a:pt x="87" y="513275"/>
                </a:lnTo>
                <a:lnTo>
                  <a:pt x="10761" y="554376"/>
                </a:lnTo>
                <a:lnTo>
                  <a:pt x="36492" y="586358"/>
                </a:lnTo>
                <a:lnTo>
                  <a:pt x="73329" y="605614"/>
                </a:lnTo>
                <a:lnTo>
                  <a:pt x="102107" y="609599"/>
                </a:lnTo>
                <a:lnTo>
                  <a:pt x="2036033" y="609557"/>
                </a:lnTo>
                <a:lnTo>
                  <a:pt x="2077621" y="599520"/>
                </a:lnTo>
                <a:lnTo>
                  <a:pt x="2110025" y="574395"/>
                </a:lnTo>
                <a:lnTo>
                  <a:pt x="2129554" y="537873"/>
                </a:lnTo>
                <a:lnTo>
                  <a:pt x="2133599" y="509015"/>
                </a:lnTo>
                <a:lnTo>
                  <a:pt x="2133515" y="97846"/>
                </a:lnTo>
                <a:lnTo>
                  <a:pt x="2123151" y="56435"/>
                </a:lnTo>
                <a:lnTo>
                  <a:pt x="2097999" y="23873"/>
                </a:lnTo>
                <a:lnTo>
                  <a:pt x="2061667" y="4112"/>
                </a:lnTo>
                <a:lnTo>
                  <a:pt x="2033015" y="0"/>
                </a:lnTo>
                <a:close/>
              </a:path>
            </a:pathLst>
          </a:custGeom>
          <a:solidFill>
            <a:srgbClr val="CBA1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981200" y="1828800"/>
            <a:ext cx="2133600" cy="609600"/>
          </a:xfrm>
          <a:custGeom>
            <a:avLst/>
            <a:gdLst/>
            <a:ahLst/>
            <a:cxnLst/>
            <a:rect l="l" t="t" r="r" b="b"/>
            <a:pathLst>
              <a:path w="2133600" h="609600">
                <a:moveTo>
                  <a:pt x="0" y="102107"/>
                </a:moveTo>
                <a:lnTo>
                  <a:pt x="8904" y="60346"/>
                </a:lnTo>
                <a:lnTo>
                  <a:pt x="33042" y="26903"/>
                </a:lnTo>
                <a:lnTo>
                  <a:pt x="68551" y="5642"/>
                </a:lnTo>
                <a:lnTo>
                  <a:pt x="2033015" y="0"/>
                </a:lnTo>
                <a:lnTo>
                  <a:pt x="2047695" y="1052"/>
                </a:lnTo>
                <a:lnTo>
                  <a:pt x="2086953" y="15669"/>
                </a:lnTo>
                <a:lnTo>
                  <a:pt x="2116232" y="44403"/>
                </a:lnTo>
                <a:lnTo>
                  <a:pt x="2131926" y="83302"/>
                </a:lnTo>
                <a:lnTo>
                  <a:pt x="2133599" y="509015"/>
                </a:lnTo>
                <a:lnTo>
                  <a:pt x="2132565" y="523804"/>
                </a:lnTo>
                <a:lnTo>
                  <a:pt x="2118147" y="563306"/>
                </a:lnTo>
                <a:lnTo>
                  <a:pt x="2089625" y="592639"/>
                </a:lnTo>
                <a:lnTo>
                  <a:pt x="2050688" y="608116"/>
                </a:lnTo>
                <a:lnTo>
                  <a:pt x="102107" y="609599"/>
                </a:lnTo>
                <a:lnTo>
                  <a:pt x="87394" y="608581"/>
                </a:lnTo>
                <a:lnTo>
                  <a:pt x="47732" y="594369"/>
                </a:lnTo>
                <a:lnTo>
                  <a:pt x="17860" y="566228"/>
                </a:lnTo>
                <a:lnTo>
                  <a:pt x="1728" y="527766"/>
                </a:lnTo>
                <a:lnTo>
                  <a:pt x="0" y="102107"/>
                </a:lnTo>
                <a:close/>
              </a:path>
            </a:pathLst>
          </a:custGeom>
          <a:ln w="9143">
            <a:solidFill>
              <a:srgbClr val="9C2D0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462239" y="1910590"/>
            <a:ext cx="1174751" cy="4883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0160" marR="5080" indent="-78095"/>
            <a:r>
              <a:rPr sz="1600" spc="-14" dirty="0">
                <a:latin typeface="Times New Roman"/>
                <a:cs typeface="Times New Roman"/>
              </a:rPr>
              <a:t>I</a:t>
            </a:r>
            <a:r>
              <a:rPr sz="1600" spc="-10" dirty="0">
                <a:latin typeface="Times New Roman"/>
                <a:cs typeface="Times New Roman"/>
              </a:rPr>
              <a:t>d</a:t>
            </a:r>
            <a:r>
              <a:rPr sz="1600" spc="-4" dirty="0">
                <a:latin typeface="Times New Roman"/>
                <a:cs typeface="Times New Roman"/>
              </a:rPr>
              <a:t>e</a:t>
            </a:r>
            <a:r>
              <a:rPr sz="1600" spc="-10" dirty="0">
                <a:latin typeface="Times New Roman"/>
                <a:cs typeface="Times New Roman"/>
              </a:rPr>
              <a:t>nti</a:t>
            </a:r>
            <a:r>
              <a:rPr sz="1600" dirty="0">
                <a:latin typeface="Times New Roman"/>
                <a:cs typeface="Times New Roman"/>
              </a:rPr>
              <a:t>f</a:t>
            </a:r>
            <a:r>
              <a:rPr sz="1600" spc="-30" dirty="0">
                <a:latin typeface="Times New Roman"/>
                <a:cs typeface="Times New Roman"/>
              </a:rPr>
              <a:t>y</a:t>
            </a:r>
            <a:r>
              <a:rPr sz="1600" spc="-4" dirty="0">
                <a:latin typeface="Times New Roman"/>
                <a:cs typeface="Times New Roman"/>
              </a:rPr>
              <a:t>i</a:t>
            </a:r>
            <a:r>
              <a:rPr sz="1600" dirty="0">
                <a:latin typeface="Times New Roman"/>
                <a:cs typeface="Times New Roman"/>
              </a:rPr>
              <a:t>n</a:t>
            </a:r>
            <a:r>
              <a:rPr sz="1600" spc="-10" dirty="0">
                <a:latin typeface="Times New Roman"/>
                <a:cs typeface="Times New Roman"/>
              </a:rPr>
              <a:t>g</a:t>
            </a:r>
            <a:r>
              <a:rPr sz="1600" spc="14" dirty="0">
                <a:latin typeface="Times New Roman"/>
                <a:cs typeface="Times New Roman"/>
              </a:rPr>
              <a:t> </a:t>
            </a:r>
            <a:r>
              <a:rPr sz="1600" spc="-4" dirty="0">
                <a:latin typeface="Times New Roman"/>
                <a:cs typeface="Times New Roman"/>
              </a:rPr>
              <a:t>a</a:t>
            </a:r>
            <a:r>
              <a:rPr sz="1600" spc="-10" dirty="0">
                <a:latin typeface="Times New Roman"/>
                <a:cs typeface="Times New Roman"/>
              </a:rPr>
              <a:t>n</a:t>
            </a:r>
            <a:r>
              <a:rPr sz="1600" spc="-4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O</a:t>
            </a:r>
            <a:r>
              <a:rPr sz="1600" dirty="0">
                <a:latin typeface="Times New Roman"/>
                <a:cs typeface="Times New Roman"/>
              </a:rPr>
              <a:t>p</a:t>
            </a:r>
            <a:r>
              <a:rPr sz="1600" spc="-10" dirty="0">
                <a:latin typeface="Times New Roman"/>
                <a:cs typeface="Times New Roman"/>
              </a:rPr>
              <a:t>po</a:t>
            </a:r>
            <a:r>
              <a:rPr sz="1600" spc="-14" dirty="0">
                <a:latin typeface="Times New Roman"/>
                <a:cs typeface="Times New Roman"/>
              </a:rPr>
              <a:t>r</a:t>
            </a:r>
            <a:r>
              <a:rPr sz="1600" spc="-4" dirty="0">
                <a:latin typeface="Times New Roman"/>
                <a:cs typeface="Times New Roman"/>
              </a:rPr>
              <a:t>t</a:t>
            </a:r>
            <a:r>
              <a:rPr sz="1600" dirty="0">
                <a:latin typeface="Times New Roman"/>
                <a:cs typeface="Times New Roman"/>
              </a:rPr>
              <a:t>u</a:t>
            </a:r>
            <a:r>
              <a:rPr sz="1600" spc="-10" dirty="0">
                <a:latin typeface="Times New Roman"/>
                <a:cs typeface="Times New Roman"/>
              </a:rPr>
              <a:t>nity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981200" y="2743200"/>
            <a:ext cx="2133600" cy="609600"/>
          </a:xfrm>
          <a:custGeom>
            <a:avLst/>
            <a:gdLst/>
            <a:ahLst/>
            <a:cxnLst/>
            <a:rect l="l" t="t" r="r" b="b"/>
            <a:pathLst>
              <a:path w="2133600" h="609600">
                <a:moveTo>
                  <a:pt x="2033015" y="0"/>
                </a:moveTo>
                <a:lnTo>
                  <a:pt x="96634" y="144"/>
                </a:lnTo>
                <a:lnTo>
                  <a:pt x="55690" y="11137"/>
                </a:lnTo>
                <a:lnTo>
                  <a:pt x="23542" y="36888"/>
                </a:lnTo>
                <a:lnTo>
                  <a:pt x="4052" y="73533"/>
                </a:lnTo>
                <a:lnTo>
                  <a:pt x="0" y="102107"/>
                </a:lnTo>
                <a:lnTo>
                  <a:pt x="87" y="513275"/>
                </a:lnTo>
                <a:lnTo>
                  <a:pt x="10761" y="554376"/>
                </a:lnTo>
                <a:lnTo>
                  <a:pt x="36492" y="586358"/>
                </a:lnTo>
                <a:lnTo>
                  <a:pt x="73329" y="605614"/>
                </a:lnTo>
                <a:lnTo>
                  <a:pt x="102107" y="609599"/>
                </a:lnTo>
                <a:lnTo>
                  <a:pt x="2036033" y="609557"/>
                </a:lnTo>
                <a:lnTo>
                  <a:pt x="2077621" y="599520"/>
                </a:lnTo>
                <a:lnTo>
                  <a:pt x="2110025" y="574395"/>
                </a:lnTo>
                <a:lnTo>
                  <a:pt x="2129554" y="537873"/>
                </a:lnTo>
                <a:lnTo>
                  <a:pt x="2133599" y="509015"/>
                </a:lnTo>
                <a:lnTo>
                  <a:pt x="2133515" y="97846"/>
                </a:lnTo>
                <a:lnTo>
                  <a:pt x="2123151" y="56435"/>
                </a:lnTo>
                <a:lnTo>
                  <a:pt x="2097999" y="23873"/>
                </a:lnTo>
                <a:lnTo>
                  <a:pt x="2061667" y="4112"/>
                </a:lnTo>
                <a:lnTo>
                  <a:pt x="2033015" y="0"/>
                </a:lnTo>
                <a:close/>
              </a:path>
            </a:pathLst>
          </a:custGeom>
          <a:solidFill>
            <a:srgbClr val="CBA1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981200" y="2743200"/>
            <a:ext cx="2133600" cy="609600"/>
          </a:xfrm>
          <a:custGeom>
            <a:avLst/>
            <a:gdLst/>
            <a:ahLst/>
            <a:cxnLst/>
            <a:rect l="l" t="t" r="r" b="b"/>
            <a:pathLst>
              <a:path w="2133600" h="609600">
                <a:moveTo>
                  <a:pt x="0" y="102107"/>
                </a:moveTo>
                <a:lnTo>
                  <a:pt x="8904" y="60346"/>
                </a:lnTo>
                <a:lnTo>
                  <a:pt x="33042" y="26903"/>
                </a:lnTo>
                <a:lnTo>
                  <a:pt x="68551" y="5642"/>
                </a:lnTo>
                <a:lnTo>
                  <a:pt x="2033015" y="0"/>
                </a:lnTo>
                <a:lnTo>
                  <a:pt x="2047695" y="1052"/>
                </a:lnTo>
                <a:lnTo>
                  <a:pt x="2086953" y="15669"/>
                </a:lnTo>
                <a:lnTo>
                  <a:pt x="2116232" y="44403"/>
                </a:lnTo>
                <a:lnTo>
                  <a:pt x="2131926" y="83302"/>
                </a:lnTo>
                <a:lnTo>
                  <a:pt x="2133599" y="509015"/>
                </a:lnTo>
                <a:lnTo>
                  <a:pt x="2132565" y="523804"/>
                </a:lnTo>
                <a:lnTo>
                  <a:pt x="2118147" y="563306"/>
                </a:lnTo>
                <a:lnTo>
                  <a:pt x="2089625" y="592639"/>
                </a:lnTo>
                <a:lnTo>
                  <a:pt x="2050688" y="608116"/>
                </a:lnTo>
                <a:lnTo>
                  <a:pt x="102107" y="609599"/>
                </a:lnTo>
                <a:lnTo>
                  <a:pt x="87394" y="608581"/>
                </a:lnTo>
                <a:lnTo>
                  <a:pt x="47732" y="594369"/>
                </a:lnTo>
                <a:lnTo>
                  <a:pt x="17860" y="566228"/>
                </a:lnTo>
                <a:lnTo>
                  <a:pt x="1728" y="527766"/>
                </a:lnTo>
                <a:lnTo>
                  <a:pt x="0" y="102107"/>
                </a:lnTo>
                <a:close/>
              </a:path>
            </a:pathLst>
          </a:custGeom>
          <a:ln w="9143">
            <a:solidFill>
              <a:srgbClr val="9C2D0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174242" y="2946897"/>
            <a:ext cx="1752600" cy="2441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9"/>
            <a:r>
              <a:rPr sz="1600" spc="-14" dirty="0">
                <a:latin typeface="Times New Roman"/>
                <a:cs typeface="Times New Roman"/>
              </a:rPr>
              <a:t>E</a:t>
            </a:r>
            <a:r>
              <a:rPr sz="1600" spc="-10" dirty="0">
                <a:latin typeface="Times New Roman"/>
                <a:cs typeface="Times New Roman"/>
              </a:rPr>
              <a:t>st</a:t>
            </a:r>
            <a:r>
              <a:rPr sz="1600" spc="-20" dirty="0">
                <a:latin typeface="Times New Roman"/>
                <a:cs typeface="Times New Roman"/>
              </a:rPr>
              <a:t>a</a:t>
            </a:r>
            <a:r>
              <a:rPr sz="1600" dirty="0">
                <a:latin typeface="Times New Roman"/>
                <a:cs typeface="Times New Roman"/>
              </a:rPr>
              <a:t>b</a:t>
            </a:r>
            <a:r>
              <a:rPr sz="1600" spc="-20" dirty="0">
                <a:latin typeface="Times New Roman"/>
                <a:cs typeface="Times New Roman"/>
              </a:rPr>
              <a:t>l</a:t>
            </a:r>
            <a:r>
              <a:rPr sz="1600" spc="-10" dirty="0">
                <a:latin typeface="Times New Roman"/>
                <a:cs typeface="Times New Roman"/>
              </a:rPr>
              <a:t>is</a:t>
            </a:r>
            <a:r>
              <a:rPr sz="1600" dirty="0">
                <a:latin typeface="Times New Roman"/>
                <a:cs typeface="Times New Roman"/>
              </a:rPr>
              <a:t>h</a:t>
            </a:r>
            <a:r>
              <a:rPr sz="1600" spc="-20" dirty="0">
                <a:latin typeface="Times New Roman"/>
                <a:cs typeface="Times New Roman"/>
              </a:rPr>
              <a:t>i</a:t>
            </a:r>
            <a:r>
              <a:rPr sz="1600" dirty="0">
                <a:latin typeface="Times New Roman"/>
                <a:cs typeface="Times New Roman"/>
              </a:rPr>
              <a:t>n</a:t>
            </a:r>
            <a:r>
              <a:rPr sz="1600" spc="-10" dirty="0">
                <a:latin typeface="Times New Roman"/>
                <a:cs typeface="Times New Roman"/>
              </a:rPr>
              <a:t>g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a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114" dirty="0">
                <a:latin typeface="Times New Roman"/>
                <a:cs typeface="Times New Roman"/>
              </a:rPr>
              <a:t>V</a:t>
            </a:r>
            <a:r>
              <a:rPr sz="1600" spc="-4" dirty="0">
                <a:latin typeface="Times New Roman"/>
                <a:cs typeface="Times New Roman"/>
              </a:rPr>
              <a:t>isi</a:t>
            </a:r>
            <a:r>
              <a:rPr sz="1600" dirty="0">
                <a:latin typeface="Times New Roman"/>
                <a:cs typeface="Times New Roman"/>
              </a:rPr>
              <a:t>o</a:t>
            </a:r>
            <a:r>
              <a:rPr sz="1600" spc="-10" dirty="0">
                <a:latin typeface="Times New Roman"/>
                <a:cs typeface="Times New Roman"/>
              </a:rPr>
              <a:t>n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981200" y="3581400"/>
            <a:ext cx="2133600" cy="609600"/>
          </a:xfrm>
          <a:custGeom>
            <a:avLst/>
            <a:gdLst/>
            <a:ahLst/>
            <a:cxnLst/>
            <a:rect l="l" t="t" r="r" b="b"/>
            <a:pathLst>
              <a:path w="2133600" h="609600">
                <a:moveTo>
                  <a:pt x="2033015" y="0"/>
                </a:moveTo>
                <a:lnTo>
                  <a:pt x="96634" y="144"/>
                </a:lnTo>
                <a:lnTo>
                  <a:pt x="55690" y="11137"/>
                </a:lnTo>
                <a:lnTo>
                  <a:pt x="23542" y="36888"/>
                </a:lnTo>
                <a:lnTo>
                  <a:pt x="4052" y="73533"/>
                </a:lnTo>
                <a:lnTo>
                  <a:pt x="0" y="102107"/>
                </a:lnTo>
                <a:lnTo>
                  <a:pt x="87" y="513275"/>
                </a:lnTo>
                <a:lnTo>
                  <a:pt x="10761" y="554376"/>
                </a:lnTo>
                <a:lnTo>
                  <a:pt x="36492" y="586358"/>
                </a:lnTo>
                <a:lnTo>
                  <a:pt x="73329" y="605614"/>
                </a:lnTo>
                <a:lnTo>
                  <a:pt x="102107" y="609599"/>
                </a:lnTo>
                <a:lnTo>
                  <a:pt x="2036033" y="609557"/>
                </a:lnTo>
                <a:lnTo>
                  <a:pt x="2077621" y="599520"/>
                </a:lnTo>
                <a:lnTo>
                  <a:pt x="2110025" y="574395"/>
                </a:lnTo>
                <a:lnTo>
                  <a:pt x="2129554" y="537873"/>
                </a:lnTo>
                <a:lnTo>
                  <a:pt x="2133599" y="509015"/>
                </a:lnTo>
                <a:lnTo>
                  <a:pt x="2133515" y="97846"/>
                </a:lnTo>
                <a:lnTo>
                  <a:pt x="2123151" y="56435"/>
                </a:lnTo>
                <a:lnTo>
                  <a:pt x="2097999" y="23873"/>
                </a:lnTo>
                <a:lnTo>
                  <a:pt x="2061667" y="4112"/>
                </a:lnTo>
                <a:lnTo>
                  <a:pt x="2033015" y="0"/>
                </a:lnTo>
                <a:close/>
              </a:path>
            </a:pathLst>
          </a:custGeom>
          <a:solidFill>
            <a:srgbClr val="CBA1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981200" y="3581400"/>
            <a:ext cx="2133600" cy="609600"/>
          </a:xfrm>
          <a:custGeom>
            <a:avLst/>
            <a:gdLst/>
            <a:ahLst/>
            <a:cxnLst/>
            <a:rect l="l" t="t" r="r" b="b"/>
            <a:pathLst>
              <a:path w="2133600" h="609600">
                <a:moveTo>
                  <a:pt x="0" y="102107"/>
                </a:moveTo>
                <a:lnTo>
                  <a:pt x="8904" y="60346"/>
                </a:lnTo>
                <a:lnTo>
                  <a:pt x="33042" y="26903"/>
                </a:lnTo>
                <a:lnTo>
                  <a:pt x="68551" y="5642"/>
                </a:lnTo>
                <a:lnTo>
                  <a:pt x="2033015" y="0"/>
                </a:lnTo>
                <a:lnTo>
                  <a:pt x="2047695" y="1052"/>
                </a:lnTo>
                <a:lnTo>
                  <a:pt x="2086953" y="15669"/>
                </a:lnTo>
                <a:lnTo>
                  <a:pt x="2116232" y="44403"/>
                </a:lnTo>
                <a:lnTo>
                  <a:pt x="2131926" y="83302"/>
                </a:lnTo>
                <a:lnTo>
                  <a:pt x="2133599" y="509015"/>
                </a:lnTo>
                <a:lnTo>
                  <a:pt x="2132565" y="523804"/>
                </a:lnTo>
                <a:lnTo>
                  <a:pt x="2118147" y="563306"/>
                </a:lnTo>
                <a:lnTo>
                  <a:pt x="2089625" y="592639"/>
                </a:lnTo>
                <a:lnTo>
                  <a:pt x="2050688" y="608116"/>
                </a:lnTo>
                <a:lnTo>
                  <a:pt x="102107" y="609599"/>
                </a:lnTo>
                <a:lnTo>
                  <a:pt x="87394" y="608581"/>
                </a:lnTo>
                <a:lnTo>
                  <a:pt x="47732" y="594369"/>
                </a:lnTo>
                <a:lnTo>
                  <a:pt x="17860" y="566228"/>
                </a:lnTo>
                <a:lnTo>
                  <a:pt x="1728" y="527766"/>
                </a:lnTo>
                <a:lnTo>
                  <a:pt x="0" y="102107"/>
                </a:lnTo>
                <a:close/>
              </a:path>
            </a:pathLst>
          </a:custGeom>
          <a:ln w="9143">
            <a:solidFill>
              <a:srgbClr val="9C2D0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2363180" y="3785071"/>
            <a:ext cx="1373505" cy="2441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9"/>
            <a:r>
              <a:rPr sz="1600" spc="-4" dirty="0">
                <a:latin typeface="Times New Roman"/>
                <a:cs typeface="Times New Roman"/>
              </a:rPr>
              <a:t>P</a:t>
            </a:r>
            <a:r>
              <a:rPr sz="1600" spc="-20" dirty="0">
                <a:latin typeface="Times New Roman"/>
                <a:cs typeface="Times New Roman"/>
              </a:rPr>
              <a:t>e</a:t>
            </a:r>
            <a:r>
              <a:rPr sz="1600" spc="-14" dirty="0">
                <a:latin typeface="Times New Roman"/>
                <a:cs typeface="Times New Roman"/>
              </a:rPr>
              <a:t>r</a:t>
            </a:r>
            <a:r>
              <a:rPr sz="1600" spc="-10" dirty="0">
                <a:latin typeface="Times New Roman"/>
                <a:cs typeface="Times New Roman"/>
              </a:rPr>
              <a:t>s</a:t>
            </a:r>
            <a:r>
              <a:rPr sz="1600" dirty="0">
                <a:latin typeface="Times New Roman"/>
                <a:cs typeface="Times New Roman"/>
              </a:rPr>
              <a:t>u</a:t>
            </a:r>
            <a:r>
              <a:rPr sz="1600" spc="-20" dirty="0">
                <a:latin typeface="Times New Roman"/>
                <a:cs typeface="Times New Roman"/>
              </a:rPr>
              <a:t>a</a:t>
            </a:r>
            <a:r>
              <a:rPr sz="1600" spc="-10" dirty="0">
                <a:latin typeface="Times New Roman"/>
                <a:cs typeface="Times New Roman"/>
              </a:rPr>
              <a:t>de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ot</a:t>
            </a:r>
            <a:r>
              <a:rPr sz="1600" dirty="0">
                <a:latin typeface="Times New Roman"/>
                <a:cs typeface="Times New Roman"/>
              </a:rPr>
              <a:t>h</a:t>
            </a:r>
            <a:r>
              <a:rPr sz="1600" spc="-20" dirty="0">
                <a:latin typeface="Times New Roman"/>
                <a:cs typeface="Times New Roman"/>
              </a:rPr>
              <a:t>e</a:t>
            </a:r>
            <a:r>
              <a:rPr sz="1600" spc="45" dirty="0">
                <a:latin typeface="Times New Roman"/>
                <a:cs typeface="Times New Roman"/>
              </a:rPr>
              <a:t>r</a:t>
            </a:r>
            <a:r>
              <a:rPr sz="1600" spc="-95" dirty="0">
                <a:latin typeface="Times New Roman"/>
                <a:cs typeface="Times New Roman"/>
              </a:rPr>
              <a:t>’</a:t>
            </a:r>
            <a:r>
              <a:rPr sz="1600" spc="-10" dirty="0">
                <a:latin typeface="Times New Roman"/>
                <a:cs typeface="Times New Roman"/>
              </a:rPr>
              <a:t>s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981200" y="4419600"/>
            <a:ext cx="2133600" cy="609600"/>
          </a:xfrm>
          <a:custGeom>
            <a:avLst/>
            <a:gdLst/>
            <a:ahLst/>
            <a:cxnLst/>
            <a:rect l="l" t="t" r="r" b="b"/>
            <a:pathLst>
              <a:path w="2133600" h="609600">
                <a:moveTo>
                  <a:pt x="2033015" y="0"/>
                </a:moveTo>
                <a:lnTo>
                  <a:pt x="96634" y="144"/>
                </a:lnTo>
                <a:lnTo>
                  <a:pt x="55690" y="11137"/>
                </a:lnTo>
                <a:lnTo>
                  <a:pt x="23542" y="36888"/>
                </a:lnTo>
                <a:lnTo>
                  <a:pt x="4052" y="73533"/>
                </a:lnTo>
                <a:lnTo>
                  <a:pt x="0" y="102107"/>
                </a:lnTo>
                <a:lnTo>
                  <a:pt x="87" y="513275"/>
                </a:lnTo>
                <a:lnTo>
                  <a:pt x="10761" y="554376"/>
                </a:lnTo>
                <a:lnTo>
                  <a:pt x="36492" y="586358"/>
                </a:lnTo>
                <a:lnTo>
                  <a:pt x="73329" y="605614"/>
                </a:lnTo>
                <a:lnTo>
                  <a:pt x="102107" y="609599"/>
                </a:lnTo>
                <a:lnTo>
                  <a:pt x="2036033" y="609557"/>
                </a:lnTo>
                <a:lnTo>
                  <a:pt x="2077621" y="599520"/>
                </a:lnTo>
                <a:lnTo>
                  <a:pt x="2110025" y="574395"/>
                </a:lnTo>
                <a:lnTo>
                  <a:pt x="2129554" y="537873"/>
                </a:lnTo>
                <a:lnTo>
                  <a:pt x="2133599" y="509015"/>
                </a:lnTo>
                <a:lnTo>
                  <a:pt x="2133515" y="97846"/>
                </a:lnTo>
                <a:lnTo>
                  <a:pt x="2123151" y="56435"/>
                </a:lnTo>
                <a:lnTo>
                  <a:pt x="2097999" y="23873"/>
                </a:lnTo>
                <a:lnTo>
                  <a:pt x="2061667" y="4112"/>
                </a:lnTo>
                <a:lnTo>
                  <a:pt x="2033015" y="0"/>
                </a:lnTo>
                <a:close/>
              </a:path>
            </a:pathLst>
          </a:custGeom>
          <a:solidFill>
            <a:srgbClr val="CBA1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981200" y="4419600"/>
            <a:ext cx="2133600" cy="609600"/>
          </a:xfrm>
          <a:custGeom>
            <a:avLst/>
            <a:gdLst/>
            <a:ahLst/>
            <a:cxnLst/>
            <a:rect l="l" t="t" r="r" b="b"/>
            <a:pathLst>
              <a:path w="2133600" h="609600">
                <a:moveTo>
                  <a:pt x="0" y="102107"/>
                </a:moveTo>
                <a:lnTo>
                  <a:pt x="8904" y="60346"/>
                </a:lnTo>
                <a:lnTo>
                  <a:pt x="33042" y="26903"/>
                </a:lnTo>
                <a:lnTo>
                  <a:pt x="68551" y="5642"/>
                </a:lnTo>
                <a:lnTo>
                  <a:pt x="2033015" y="0"/>
                </a:lnTo>
                <a:lnTo>
                  <a:pt x="2047695" y="1052"/>
                </a:lnTo>
                <a:lnTo>
                  <a:pt x="2086953" y="15669"/>
                </a:lnTo>
                <a:lnTo>
                  <a:pt x="2116232" y="44403"/>
                </a:lnTo>
                <a:lnTo>
                  <a:pt x="2131926" y="83302"/>
                </a:lnTo>
                <a:lnTo>
                  <a:pt x="2133599" y="509015"/>
                </a:lnTo>
                <a:lnTo>
                  <a:pt x="2132565" y="523804"/>
                </a:lnTo>
                <a:lnTo>
                  <a:pt x="2118147" y="563306"/>
                </a:lnTo>
                <a:lnTo>
                  <a:pt x="2089625" y="592639"/>
                </a:lnTo>
                <a:lnTo>
                  <a:pt x="2050688" y="608116"/>
                </a:lnTo>
                <a:lnTo>
                  <a:pt x="102107" y="609599"/>
                </a:lnTo>
                <a:lnTo>
                  <a:pt x="87394" y="608581"/>
                </a:lnTo>
                <a:lnTo>
                  <a:pt x="47732" y="594369"/>
                </a:lnTo>
                <a:lnTo>
                  <a:pt x="17860" y="566228"/>
                </a:lnTo>
                <a:lnTo>
                  <a:pt x="1728" y="527766"/>
                </a:lnTo>
                <a:lnTo>
                  <a:pt x="0" y="102107"/>
                </a:lnTo>
                <a:close/>
              </a:path>
            </a:pathLst>
          </a:custGeom>
          <a:ln w="9143">
            <a:solidFill>
              <a:srgbClr val="9C2D0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2317448" y="4623260"/>
            <a:ext cx="1464310" cy="2441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9"/>
            <a:r>
              <a:rPr sz="1600" spc="-20" dirty="0">
                <a:latin typeface="Times New Roman"/>
                <a:cs typeface="Times New Roman"/>
              </a:rPr>
              <a:t>G</a:t>
            </a:r>
            <a:r>
              <a:rPr sz="1600" spc="-4" dirty="0">
                <a:latin typeface="Times New Roman"/>
                <a:cs typeface="Times New Roman"/>
              </a:rPr>
              <a:t>a</a:t>
            </a:r>
            <a:r>
              <a:rPr sz="1600" spc="-20" dirty="0">
                <a:latin typeface="Times New Roman"/>
                <a:cs typeface="Times New Roman"/>
              </a:rPr>
              <a:t>t</a:t>
            </a:r>
            <a:r>
              <a:rPr sz="1600" dirty="0">
                <a:latin typeface="Times New Roman"/>
                <a:cs typeface="Times New Roman"/>
              </a:rPr>
              <a:t>h</a:t>
            </a:r>
            <a:r>
              <a:rPr sz="1600" spc="-20" dirty="0">
                <a:latin typeface="Times New Roman"/>
                <a:cs typeface="Times New Roman"/>
              </a:rPr>
              <a:t>e</a:t>
            </a:r>
            <a:r>
              <a:rPr sz="1600" spc="-10" dirty="0">
                <a:latin typeface="Times New Roman"/>
                <a:cs typeface="Times New Roman"/>
              </a:rPr>
              <a:t>r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30" dirty="0">
                <a:latin typeface="Times New Roman"/>
                <a:cs typeface="Times New Roman"/>
              </a:rPr>
              <a:t>R</a:t>
            </a:r>
            <a:r>
              <a:rPr sz="1600" spc="-4" dirty="0">
                <a:latin typeface="Times New Roman"/>
                <a:cs typeface="Times New Roman"/>
              </a:rPr>
              <a:t>e</a:t>
            </a:r>
            <a:r>
              <a:rPr sz="1600" spc="-10" dirty="0">
                <a:latin typeface="Times New Roman"/>
                <a:cs typeface="Times New Roman"/>
              </a:rPr>
              <a:t>so</a:t>
            </a:r>
            <a:r>
              <a:rPr sz="1600" dirty="0">
                <a:latin typeface="Times New Roman"/>
                <a:cs typeface="Times New Roman"/>
              </a:rPr>
              <a:t>u</a:t>
            </a:r>
            <a:r>
              <a:rPr sz="1600" spc="-14" dirty="0">
                <a:latin typeface="Times New Roman"/>
                <a:cs typeface="Times New Roman"/>
              </a:rPr>
              <a:t>r</a:t>
            </a:r>
            <a:r>
              <a:rPr sz="1600" spc="-20" dirty="0">
                <a:latin typeface="Times New Roman"/>
                <a:cs typeface="Times New Roman"/>
              </a:rPr>
              <a:t>ce</a:t>
            </a:r>
            <a:r>
              <a:rPr sz="1600" spc="-10" dirty="0">
                <a:latin typeface="Times New Roman"/>
                <a:cs typeface="Times New Roman"/>
              </a:rPr>
              <a:t>s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981200" y="5334000"/>
            <a:ext cx="2133600" cy="609600"/>
          </a:xfrm>
          <a:custGeom>
            <a:avLst/>
            <a:gdLst/>
            <a:ahLst/>
            <a:cxnLst/>
            <a:rect l="l" t="t" r="r" b="b"/>
            <a:pathLst>
              <a:path w="2133600" h="609600">
                <a:moveTo>
                  <a:pt x="2033015" y="0"/>
                </a:moveTo>
                <a:lnTo>
                  <a:pt x="96634" y="144"/>
                </a:lnTo>
                <a:lnTo>
                  <a:pt x="55690" y="11137"/>
                </a:lnTo>
                <a:lnTo>
                  <a:pt x="23542" y="36888"/>
                </a:lnTo>
                <a:lnTo>
                  <a:pt x="4052" y="73533"/>
                </a:lnTo>
                <a:lnTo>
                  <a:pt x="0" y="102107"/>
                </a:lnTo>
                <a:lnTo>
                  <a:pt x="87" y="513275"/>
                </a:lnTo>
                <a:lnTo>
                  <a:pt x="10761" y="554376"/>
                </a:lnTo>
                <a:lnTo>
                  <a:pt x="36492" y="586358"/>
                </a:lnTo>
                <a:lnTo>
                  <a:pt x="73329" y="605614"/>
                </a:lnTo>
                <a:lnTo>
                  <a:pt x="102107" y="609599"/>
                </a:lnTo>
                <a:lnTo>
                  <a:pt x="2036033" y="609557"/>
                </a:lnTo>
                <a:lnTo>
                  <a:pt x="2077621" y="599520"/>
                </a:lnTo>
                <a:lnTo>
                  <a:pt x="2110025" y="574395"/>
                </a:lnTo>
                <a:lnTo>
                  <a:pt x="2129554" y="537873"/>
                </a:lnTo>
                <a:lnTo>
                  <a:pt x="2133599" y="509015"/>
                </a:lnTo>
                <a:lnTo>
                  <a:pt x="2133515" y="97846"/>
                </a:lnTo>
                <a:lnTo>
                  <a:pt x="2123151" y="56435"/>
                </a:lnTo>
                <a:lnTo>
                  <a:pt x="2097999" y="23873"/>
                </a:lnTo>
                <a:lnTo>
                  <a:pt x="2061667" y="4112"/>
                </a:lnTo>
                <a:lnTo>
                  <a:pt x="2033015" y="0"/>
                </a:lnTo>
                <a:close/>
              </a:path>
            </a:pathLst>
          </a:custGeom>
          <a:solidFill>
            <a:srgbClr val="CBA1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981200" y="5334000"/>
            <a:ext cx="2133600" cy="609600"/>
          </a:xfrm>
          <a:custGeom>
            <a:avLst/>
            <a:gdLst/>
            <a:ahLst/>
            <a:cxnLst/>
            <a:rect l="l" t="t" r="r" b="b"/>
            <a:pathLst>
              <a:path w="2133600" h="609600">
                <a:moveTo>
                  <a:pt x="0" y="102107"/>
                </a:moveTo>
                <a:lnTo>
                  <a:pt x="8904" y="60346"/>
                </a:lnTo>
                <a:lnTo>
                  <a:pt x="33042" y="26903"/>
                </a:lnTo>
                <a:lnTo>
                  <a:pt x="68551" y="5642"/>
                </a:lnTo>
                <a:lnTo>
                  <a:pt x="2033015" y="0"/>
                </a:lnTo>
                <a:lnTo>
                  <a:pt x="2047695" y="1052"/>
                </a:lnTo>
                <a:lnTo>
                  <a:pt x="2086953" y="15669"/>
                </a:lnTo>
                <a:lnTo>
                  <a:pt x="2116232" y="44403"/>
                </a:lnTo>
                <a:lnTo>
                  <a:pt x="2131926" y="83302"/>
                </a:lnTo>
                <a:lnTo>
                  <a:pt x="2133599" y="509015"/>
                </a:lnTo>
                <a:lnTo>
                  <a:pt x="2132565" y="523804"/>
                </a:lnTo>
                <a:lnTo>
                  <a:pt x="2118147" y="563306"/>
                </a:lnTo>
                <a:lnTo>
                  <a:pt x="2089625" y="592639"/>
                </a:lnTo>
                <a:lnTo>
                  <a:pt x="2050688" y="608116"/>
                </a:lnTo>
                <a:lnTo>
                  <a:pt x="102107" y="609599"/>
                </a:lnTo>
                <a:lnTo>
                  <a:pt x="87394" y="608581"/>
                </a:lnTo>
                <a:lnTo>
                  <a:pt x="47732" y="594369"/>
                </a:lnTo>
                <a:lnTo>
                  <a:pt x="17860" y="566228"/>
                </a:lnTo>
                <a:lnTo>
                  <a:pt x="1728" y="527766"/>
                </a:lnTo>
                <a:lnTo>
                  <a:pt x="0" y="102107"/>
                </a:lnTo>
                <a:close/>
              </a:path>
            </a:pathLst>
          </a:custGeom>
          <a:ln w="9143">
            <a:solidFill>
              <a:srgbClr val="9C2D0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2183347" y="5415703"/>
            <a:ext cx="1734185" cy="4883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7144" marR="5080" indent="-165081"/>
            <a:r>
              <a:rPr sz="1600" spc="-14" dirty="0">
                <a:latin typeface="Times New Roman"/>
                <a:cs typeface="Times New Roman"/>
              </a:rPr>
              <a:t>Cr</a:t>
            </a:r>
            <a:r>
              <a:rPr sz="1600" spc="-20" dirty="0">
                <a:latin typeface="Times New Roman"/>
                <a:cs typeface="Times New Roman"/>
              </a:rPr>
              <a:t>e</a:t>
            </a:r>
            <a:r>
              <a:rPr sz="1600" spc="-4" dirty="0">
                <a:latin typeface="Times New Roman"/>
                <a:cs typeface="Times New Roman"/>
              </a:rPr>
              <a:t>a</a:t>
            </a:r>
            <a:r>
              <a:rPr sz="1600" spc="-10" dirty="0">
                <a:latin typeface="Times New Roman"/>
                <a:cs typeface="Times New Roman"/>
              </a:rPr>
              <a:t>te</a:t>
            </a:r>
            <a:r>
              <a:rPr sz="1600" spc="4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</a:t>
            </a:r>
            <a:r>
              <a:rPr sz="1600" spc="-20" dirty="0">
                <a:latin typeface="Times New Roman"/>
                <a:cs typeface="Times New Roman"/>
              </a:rPr>
              <a:t>e</a:t>
            </a:r>
            <a:r>
              <a:rPr sz="1600" spc="-14" dirty="0">
                <a:latin typeface="Times New Roman"/>
                <a:cs typeface="Times New Roman"/>
              </a:rPr>
              <a:t>w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195" dirty="0">
                <a:latin typeface="Times New Roman"/>
                <a:cs typeface="Times New Roman"/>
              </a:rPr>
              <a:t>V</a:t>
            </a:r>
            <a:r>
              <a:rPr sz="1600" spc="-4" dirty="0">
                <a:latin typeface="Times New Roman"/>
                <a:cs typeface="Times New Roman"/>
              </a:rPr>
              <a:t>e</a:t>
            </a:r>
            <a:r>
              <a:rPr sz="1600" spc="-10" dirty="0">
                <a:latin typeface="Times New Roman"/>
                <a:cs typeface="Times New Roman"/>
              </a:rPr>
              <a:t>ntu</a:t>
            </a:r>
            <a:r>
              <a:rPr sz="1600" spc="-14" dirty="0">
                <a:latin typeface="Times New Roman"/>
                <a:cs typeface="Times New Roman"/>
              </a:rPr>
              <a:t>r</a:t>
            </a:r>
            <a:r>
              <a:rPr sz="1600" spc="-10" dirty="0">
                <a:latin typeface="Times New Roman"/>
                <a:cs typeface="Times New Roman"/>
              </a:rPr>
              <a:t>e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4" dirty="0">
                <a:latin typeface="Times New Roman"/>
                <a:cs typeface="Times New Roman"/>
              </a:rPr>
              <a:t>/ P</a:t>
            </a:r>
            <a:r>
              <a:rPr sz="1600" spc="-14" dirty="0">
                <a:latin typeface="Times New Roman"/>
                <a:cs typeface="Times New Roman"/>
              </a:rPr>
              <a:t>r</a:t>
            </a:r>
            <a:r>
              <a:rPr sz="1600" spc="-10" dirty="0">
                <a:latin typeface="Times New Roman"/>
                <a:cs typeface="Times New Roman"/>
              </a:rPr>
              <a:t>o</a:t>
            </a:r>
            <a:r>
              <a:rPr sz="1600" dirty="0">
                <a:latin typeface="Times New Roman"/>
                <a:cs typeface="Times New Roman"/>
              </a:rPr>
              <a:t>d</a:t>
            </a:r>
            <a:r>
              <a:rPr sz="1600" spc="-10" dirty="0">
                <a:latin typeface="Times New Roman"/>
                <a:cs typeface="Times New Roman"/>
              </a:rPr>
              <a:t>u</a:t>
            </a:r>
            <a:r>
              <a:rPr sz="1600" spc="-20" dirty="0">
                <a:latin typeface="Times New Roman"/>
                <a:cs typeface="Times New Roman"/>
              </a:rPr>
              <a:t>c</a:t>
            </a:r>
            <a:r>
              <a:rPr sz="1600" spc="-4" dirty="0">
                <a:latin typeface="Times New Roman"/>
                <a:cs typeface="Times New Roman"/>
              </a:rPr>
              <a:t>t</a:t>
            </a:r>
            <a:r>
              <a:rPr sz="1600" spc="14" dirty="0">
                <a:latin typeface="Times New Roman"/>
                <a:cs typeface="Times New Roman"/>
              </a:rPr>
              <a:t> </a:t>
            </a:r>
            <a:r>
              <a:rPr sz="1600" spc="-4" dirty="0">
                <a:latin typeface="Times New Roman"/>
                <a:cs typeface="Times New Roman"/>
              </a:rPr>
              <a:t>/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14" dirty="0">
                <a:latin typeface="Times New Roman"/>
                <a:cs typeface="Times New Roman"/>
              </a:rPr>
              <a:t>M</a:t>
            </a:r>
            <a:r>
              <a:rPr sz="1600" spc="-20" dirty="0">
                <a:latin typeface="Times New Roman"/>
                <a:cs typeface="Times New Roman"/>
              </a:rPr>
              <a:t>a</a:t>
            </a:r>
            <a:r>
              <a:rPr sz="1600" spc="-14" dirty="0">
                <a:latin typeface="Times New Roman"/>
                <a:cs typeface="Times New Roman"/>
              </a:rPr>
              <a:t>r</a:t>
            </a:r>
            <a:r>
              <a:rPr sz="1600" dirty="0">
                <a:latin typeface="Times New Roman"/>
                <a:cs typeface="Times New Roman"/>
              </a:rPr>
              <a:t>k</a:t>
            </a:r>
            <a:r>
              <a:rPr sz="1600" spc="-20" dirty="0">
                <a:latin typeface="Times New Roman"/>
                <a:cs typeface="Times New Roman"/>
              </a:rPr>
              <a:t>e</a:t>
            </a:r>
            <a:r>
              <a:rPr sz="1600" spc="-4" dirty="0">
                <a:latin typeface="Times New Roman"/>
                <a:cs typeface="Times New Roman"/>
              </a:rPr>
              <a:t>t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981200" y="6248400"/>
            <a:ext cx="2133600" cy="609600"/>
          </a:xfrm>
          <a:custGeom>
            <a:avLst/>
            <a:gdLst/>
            <a:ahLst/>
            <a:cxnLst/>
            <a:rect l="l" t="t" r="r" b="b"/>
            <a:pathLst>
              <a:path w="2133600" h="609600">
                <a:moveTo>
                  <a:pt x="2033015" y="0"/>
                </a:moveTo>
                <a:lnTo>
                  <a:pt x="96634" y="144"/>
                </a:lnTo>
                <a:lnTo>
                  <a:pt x="55690" y="11137"/>
                </a:lnTo>
                <a:lnTo>
                  <a:pt x="23542" y="36888"/>
                </a:lnTo>
                <a:lnTo>
                  <a:pt x="4052" y="73533"/>
                </a:lnTo>
                <a:lnTo>
                  <a:pt x="0" y="102107"/>
                </a:lnTo>
                <a:lnTo>
                  <a:pt x="87" y="513275"/>
                </a:lnTo>
                <a:lnTo>
                  <a:pt x="10761" y="554376"/>
                </a:lnTo>
                <a:lnTo>
                  <a:pt x="36492" y="586358"/>
                </a:lnTo>
                <a:lnTo>
                  <a:pt x="73329" y="605614"/>
                </a:lnTo>
                <a:lnTo>
                  <a:pt x="102107" y="609599"/>
                </a:lnTo>
                <a:lnTo>
                  <a:pt x="2036033" y="609557"/>
                </a:lnTo>
                <a:lnTo>
                  <a:pt x="2077621" y="599520"/>
                </a:lnTo>
                <a:lnTo>
                  <a:pt x="2110025" y="574395"/>
                </a:lnTo>
                <a:lnTo>
                  <a:pt x="2129554" y="537873"/>
                </a:lnTo>
                <a:lnTo>
                  <a:pt x="2133599" y="509015"/>
                </a:lnTo>
                <a:lnTo>
                  <a:pt x="2133515" y="97846"/>
                </a:lnTo>
                <a:lnTo>
                  <a:pt x="2123151" y="56435"/>
                </a:lnTo>
                <a:lnTo>
                  <a:pt x="2097999" y="23873"/>
                </a:lnTo>
                <a:lnTo>
                  <a:pt x="2061667" y="4112"/>
                </a:lnTo>
                <a:lnTo>
                  <a:pt x="2033015" y="0"/>
                </a:lnTo>
                <a:close/>
              </a:path>
            </a:pathLst>
          </a:custGeom>
          <a:solidFill>
            <a:srgbClr val="CBA1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981200" y="6248400"/>
            <a:ext cx="2133600" cy="609600"/>
          </a:xfrm>
          <a:custGeom>
            <a:avLst/>
            <a:gdLst/>
            <a:ahLst/>
            <a:cxnLst/>
            <a:rect l="l" t="t" r="r" b="b"/>
            <a:pathLst>
              <a:path w="2133600" h="609600">
                <a:moveTo>
                  <a:pt x="0" y="102107"/>
                </a:moveTo>
                <a:lnTo>
                  <a:pt x="8904" y="60346"/>
                </a:lnTo>
                <a:lnTo>
                  <a:pt x="33042" y="26903"/>
                </a:lnTo>
                <a:lnTo>
                  <a:pt x="68551" y="5642"/>
                </a:lnTo>
                <a:lnTo>
                  <a:pt x="2033015" y="0"/>
                </a:lnTo>
                <a:lnTo>
                  <a:pt x="2047695" y="1052"/>
                </a:lnTo>
                <a:lnTo>
                  <a:pt x="2086953" y="15669"/>
                </a:lnTo>
                <a:lnTo>
                  <a:pt x="2116232" y="44403"/>
                </a:lnTo>
                <a:lnTo>
                  <a:pt x="2131926" y="83302"/>
                </a:lnTo>
                <a:lnTo>
                  <a:pt x="2133599" y="509015"/>
                </a:lnTo>
                <a:lnTo>
                  <a:pt x="2132565" y="523804"/>
                </a:lnTo>
                <a:lnTo>
                  <a:pt x="2118147" y="563306"/>
                </a:lnTo>
                <a:lnTo>
                  <a:pt x="2089625" y="592639"/>
                </a:lnTo>
                <a:lnTo>
                  <a:pt x="2050688" y="608116"/>
                </a:lnTo>
                <a:lnTo>
                  <a:pt x="102107" y="609599"/>
                </a:lnTo>
                <a:lnTo>
                  <a:pt x="87394" y="608581"/>
                </a:lnTo>
                <a:lnTo>
                  <a:pt x="47732" y="594369"/>
                </a:lnTo>
                <a:lnTo>
                  <a:pt x="17860" y="566228"/>
                </a:lnTo>
                <a:lnTo>
                  <a:pt x="1728" y="527766"/>
                </a:lnTo>
                <a:lnTo>
                  <a:pt x="0" y="102107"/>
                </a:lnTo>
                <a:close/>
              </a:path>
            </a:pathLst>
          </a:custGeom>
          <a:ln w="9143">
            <a:solidFill>
              <a:srgbClr val="9C2D0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2198587" y="6330119"/>
            <a:ext cx="1701800" cy="4883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43180" marR="5080" indent="-631116"/>
            <a:r>
              <a:rPr sz="1600" spc="-10" dirty="0">
                <a:latin typeface="Times New Roman"/>
                <a:cs typeface="Times New Roman"/>
              </a:rPr>
              <a:t>Ch</a:t>
            </a:r>
            <a:r>
              <a:rPr sz="1600" spc="-4" dirty="0">
                <a:latin typeface="Times New Roman"/>
                <a:cs typeface="Times New Roman"/>
              </a:rPr>
              <a:t>a</a:t>
            </a:r>
            <a:r>
              <a:rPr sz="1600" spc="-10" dirty="0">
                <a:latin typeface="Times New Roman"/>
                <a:cs typeface="Times New Roman"/>
              </a:rPr>
              <a:t>nge</a:t>
            </a:r>
            <a:r>
              <a:rPr sz="1600" spc="4" dirty="0">
                <a:latin typeface="Times New Roman"/>
                <a:cs typeface="Times New Roman"/>
              </a:rPr>
              <a:t> </a:t>
            </a:r>
            <a:r>
              <a:rPr sz="1600" spc="-4" dirty="0">
                <a:latin typeface="Times New Roman"/>
                <a:cs typeface="Times New Roman"/>
              </a:rPr>
              <a:t>/</a:t>
            </a:r>
            <a:r>
              <a:rPr sz="1600" spc="-9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A</a:t>
            </a:r>
            <a:r>
              <a:rPr sz="1600" dirty="0">
                <a:latin typeface="Times New Roman"/>
                <a:cs typeface="Times New Roman"/>
              </a:rPr>
              <a:t>d</a:t>
            </a:r>
            <a:r>
              <a:rPr sz="1600" spc="-20" dirty="0">
                <a:latin typeface="Times New Roman"/>
                <a:cs typeface="Times New Roman"/>
              </a:rPr>
              <a:t>a</a:t>
            </a:r>
            <a:r>
              <a:rPr sz="1600" spc="-10" dirty="0">
                <a:latin typeface="Times New Roman"/>
                <a:cs typeface="Times New Roman"/>
              </a:rPr>
              <a:t>pt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w</a:t>
            </a:r>
            <a:r>
              <a:rPr sz="1600" spc="-10" dirty="0">
                <a:latin typeface="Times New Roman"/>
                <a:cs typeface="Times New Roman"/>
              </a:rPr>
              <a:t>ith</a:t>
            </a:r>
            <a:r>
              <a:rPr sz="1600" spc="-4" dirty="0">
                <a:latin typeface="Times New Roman"/>
                <a:cs typeface="Times New Roman"/>
              </a:rPr>
              <a:t> </a:t>
            </a:r>
            <a:r>
              <a:rPr sz="1600" spc="-80" dirty="0">
                <a:latin typeface="Times New Roman"/>
                <a:cs typeface="Times New Roman"/>
              </a:rPr>
              <a:t>T</a:t>
            </a:r>
            <a:r>
              <a:rPr sz="1600" spc="-4" dirty="0">
                <a:latin typeface="Times New Roman"/>
                <a:cs typeface="Times New Roman"/>
              </a:rPr>
              <a:t>i</a:t>
            </a:r>
            <a:r>
              <a:rPr sz="1600" spc="-45" dirty="0">
                <a:latin typeface="Times New Roman"/>
                <a:cs typeface="Times New Roman"/>
              </a:rPr>
              <a:t>m</a:t>
            </a:r>
            <a:r>
              <a:rPr sz="1600" spc="-10" dirty="0">
                <a:latin typeface="Times New Roman"/>
                <a:cs typeface="Times New Roman"/>
              </a:rPr>
              <a:t>e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2924555" y="2433828"/>
            <a:ext cx="97790" cy="311150"/>
          </a:xfrm>
          <a:custGeom>
            <a:avLst/>
            <a:gdLst/>
            <a:ahLst/>
            <a:cxnLst/>
            <a:rect l="l" t="t" r="r" b="b"/>
            <a:pathLst>
              <a:path w="97789" h="311150">
                <a:moveTo>
                  <a:pt x="4571" y="219455"/>
                </a:moveTo>
                <a:lnTo>
                  <a:pt x="1523" y="219455"/>
                </a:lnTo>
                <a:lnTo>
                  <a:pt x="0" y="222503"/>
                </a:lnTo>
                <a:lnTo>
                  <a:pt x="0" y="227075"/>
                </a:lnTo>
                <a:lnTo>
                  <a:pt x="47243" y="310895"/>
                </a:lnTo>
                <a:lnTo>
                  <a:pt x="50901" y="304799"/>
                </a:lnTo>
                <a:lnTo>
                  <a:pt x="44195" y="304799"/>
                </a:lnTo>
                <a:lnTo>
                  <a:pt x="42671" y="300227"/>
                </a:lnTo>
                <a:lnTo>
                  <a:pt x="42760" y="283090"/>
                </a:lnTo>
                <a:lnTo>
                  <a:pt x="7619" y="222503"/>
                </a:lnTo>
                <a:lnTo>
                  <a:pt x="4571" y="219455"/>
                </a:lnTo>
                <a:close/>
              </a:path>
              <a:path w="97789" h="311150">
                <a:moveTo>
                  <a:pt x="42760" y="283090"/>
                </a:moveTo>
                <a:lnTo>
                  <a:pt x="42671" y="300227"/>
                </a:lnTo>
                <a:lnTo>
                  <a:pt x="44195" y="304799"/>
                </a:lnTo>
                <a:lnTo>
                  <a:pt x="50901" y="304799"/>
                </a:lnTo>
                <a:lnTo>
                  <a:pt x="52958" y="301370"/>
                </a:lnTo>
                <a:lnTo>
                  <a:pt x="53339" y="300227"/>
                </a:lnTo>
                <a:lnTo>
                  <a:pt x="53347" y="298703"/>
                </a:lnTo>
                <a:lnTo>
                  <a:pt x="44195" y="298703"/>
                </a:lnTo>
                <a:lnTo>
                  <a:pt x="48005" y="292135"/>
                </a:lnTo>
                <a:lnTo>
                  <a:pt x="42760" y="283090"/>
                </a:lnTo>
                <a:close/>
              </a:path>
              <a:path w="97789" h="311150">
                <a:moveTo>
                  <a:pt x="52958" y="301370"/>
                </a:moveTo>
                <a:lnTo>
                  <a:pt x="50901" y="304799"/>
                </a:lnTo>
                <a:lnTo>
                  <a:pt x="51815" y="304799"/>
                </a:lnTo>
                <a:lnTo>
                  <a:pt x="52958" y="301370"/>
                </a:lnTo>
                <a:close/>
              </a:path>
              <a:path w="97789" h="311150">
                <a:moveTo>
                  <a:pt x="91439" y="219455"/>
                </a:moveTo>
                <a:lnTo>
                  <a:pt x="88391" y="222503"/>
                </a:lnTo>
                <a:lnTo>
                  <a:pt x="53430" y="282782"/>
                </a:lnTo>
                <a:lnTo>
                  <a:pt x="53339" y="300227"/>
                </a:lnTo>
                <a:lnTo>
                  <a:pt x="52958" y="301370"/>
                </a:lnTo>
                <a:lnTo>
                  <a:pt x="97535" y="227075"/>
                </a:lnTo>
                <a:lnTo>
                  <a:pt x="97535" y="224027"/>
                </a:lnTo>
                <a:lnTo>
                  <a:pt x="96011" y="220979"/>
                </a:lnTo>
                <a:lnTo>
                  <a:pt x="91439" y="219455"/>
                </a:lnTo>
                <a:close/>
              </a:path>
              <a:path w="97789" h="311150">
                <a:moveTo>
                  <a:pt x="48005" y="292135"/>
                </a:moveTo>
                <a:lnTo>
                  <a:pt x="44195" y="298703"/>
                </a:lnTo>
                <a:lnTo>
                  <a:pt x="51815" y="298703"/>
                </a:lnTo>
                <a:lnTo>
                  <a:pt x="48005" y="292135"/>
                </a:lnTo>
                <a:close/>
              </a:path>
              <a:path w="97789" h="311150">
                <a:moveTo>
                  <a:pt x="53430" y="282782"/>
                </a:moveTo>
                <a:lnTo>
                  <a:pt x="48005" y="292135"/>
                </a:lnTo>
                <a:lnTo>
                  <a:pt x="51815" y="298703"/>
                </a:lnTo>
                <a:lnTo>
                  <a:pt x="53347" y="298703"/>
                </a:lnTo>
                <a:lnTo>
                  <a:pt x="53430" y="282782"/>
                </a:lnTo>
                <a:close/>
              </a:path>
              <a:path w="97789" h="311150">
                <a:moveTo>
                  <a:pt x="50291" y="0"/>
                </a:moveTo>
                <a:lnTo>
                  <a:pt x="45719" y="1523"/>
                </a:lnTo>
                <a:lnTo>
                  <a:pt x="44195" y="4571"/>
                </a:lnTo>
                <a:lnTo>
                  <a:pt x="42760" y="283090"/>
                </a:lnTo>
                <a:lnTo>
                  <a:pt x="48005" y="292135"/>
                </a:lnTo>
                <a:lnTo>
                  <a:pt x="53430" y="282782"/>
                </a:lnTo>
                <a:lnTo>
                  <a:pt x="54863" y="6095"/>
                </a:lnTo>
                <a:lnTo>
                  <a:pt x="53339" y="1523"/>
                </a:lnTo>
                <a:lnTo>
                  <a:pt x="5029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924555" y="3348229"/>
            <a:ext cx="97790" cy="234950"/>
          </a:xfrm>
          <a:custGeom>
            <a:avLst/>
            <a:gdLst/>
            <a:ahLst/>
            <a:cxnLst/>
            <a:rect l="l" t="t" r="r" b="b"/>
            <a:pathLst>
              <a:path w="97789" h="234950">
                <a:moveTo>
                  <a:pt x="6095" y="143255"/>
                </a:moveTo>
                <a:lnTo>
                  <a:pt x="1523" y="143255"/>
                </a:lnTo>
                <a:lnTo>
                  <a:pt x="0" y="146303"/>
                </a:lnTo>
                <a:lnTo>
                  <a:pt x="0" y="150875"/>
                </a:lnTo>
                <a:lnTo>
                  <a:pt x="47243" y="234695"/>
                </a:lnTo>
                <a:lnTo>
                  <a:pt x="50901" y="228599"/>
                </a:lnTo>
                <a:lnTo>
                  <a:pt x="44195" y="228599"/>
                </a:lnTo>
                <a:lnTo>
                  <a:pt x="42671" y="224027"/>
                </a:lnTo>
                <a:lnTo>
                  <a:pt x="42790" y="206943"/>
                </a:lnTo>
                <a:lnTo>
                  <a:pt x="7619" y="146303"/>
                </a:lnTo>
                <a:lnTo>
                  <a:pt x="6095" y="143255"/>
                </a:lnTo>
                <a:close/>
              </a:path>
              <a:path w="97789" h="234950">
                <a:moveTo>
                  <a:pt x="42790" y="206943"/>
                </a:moveTo>
                <a:lnTo>
                  <a:pt x="42671" y="224027"/>
                </a:lnTo>
                <a:lnTo>
                  <a:pt x="44195" y="228599"/>
                </a:lnTo>
                <a:lnTo>
                  <a:pt x="50901" y="228599"/>
                </a:lnTo>
                <a:lnTo>
                  <a:pt x="52958" y="225170"/>
                </a:lnTo>
                <a:lnTo>
                  <a:pt x="53339" y="224027"/>
                </a:lnTo>
                <a:lnTo>
                  <a:pt x="53350" y="222503"/>
                </a:lnTo>
                <a:lnTo>
                  <a:pt x="44195" y="222503"/>
                </a:lnTo>
                <a:lnTo>
                  <a:pt x="48005" y="215935"/>
                </a:lnTo>
                <a:lnTo>
                  <a:pt x="42790" y="206943"/>
                </a:lnTo>
                <a:close/>
              </a:path>
              <a:path w="97789" h="234950">
                <a:moveTo>
                  <a:pt x="52958" y="225170"/>
                </a:moveTo>
                <a:lnTo>
                  <a:pt x="50901" y="228599"/>
                </a:lnTo>
                <a:lnTo>
                  <a:pt x="51815" y="228599"/>
                </a:lnTo>
                <a:lnTo>
                  <a:pt x="52958" y="225170"/>
                </a:lnTo>
                <a:close/>
              </a:path>
              <a:path w="97789" h="234950">
                <a:moveTo>
                  <a:pt x="91439" y="143255"/>
                </a:moveTo>
                <a:lnTo>
                  <a:pt x="88391" y="146303"/>
                </a:lnTo>
                <a:lnTo>
                  <a:pt x="53462" y="206527"/>
                </a:lnTo>
                <a:lnTo>
                  <a:pt x="53339" y="224027"/>
                </a:lnTo>
                <a:lnTo>
                  <a:pt x="52958" y="225170"/>
                </a:lnTo>
                <a:lnTo>
                  <a:pt x="97535" y="150875"/>
                </a:lnTo>
                <a:lnTo>
                  <a:pt x="97535" y="147827"/>
                </a:lnTo>
                <a:lnTo>
                  <a:pt x="96011" y="144779"/>
                </a:lnTo>
                <a:lnTo>
                  <a:pt x="91439" y="143255"/>
                </a:lnTo>
                <a:close/>
              </a:path>
              <a:path w="97789" h="234950">
                <a:moveTo>
                  <a:pt x="48005" y="215935"/>
                </a:moveTo>
                <a:lnTo>
                  <a:pt x="44195" y="222503"/>
                </a:lnTo>
                <a:lnTo>
                  <a:pt x="51815" y="222503"/>
                </a:lnTo>
                <a:lnTo>
                  <a:pt x="48005" y="215935"/>
                </a:lnTo>
                <a:close/>
              </a:path>
              <a:path w="97789" h="234950">
                <a:moveTo>
                  <a:pt x="53462" y="206527"/>
                </a:moveTo>
                <a:lnTo>
                  <a:pt x="48005" y="215935"/>
                </a:lnTo>
                <a:lnTo>
                  <a:pt x="51815" y="222503"/>
                </a:lnTo>
                <a:lnTo>
                  <a:pt x="53350" y="222503"/>
                </a:lnTo>
                <a:lnTo>
                  <a:pt x="53462" y="206527"/>
                </a:lnTo>
                <a:close/>
              </a:path>
              <a:path w="97789" h="234950">
                <a:moveTo>
                  <a:pt x="50291" y="0"/>
                </a:moveTo>
                <a:lnTo>
                  <a:pt x="45719" y="1523"/>
                </a:lnTo>
                <a:lnTo>
                  <a:pt x="44195" y="4571"/>
                </a:lnTo>
                <a:lnTo>
                  <a:pt x="42790" y="206943"/>
                </a:lnTo>
                <a:lnTo>
                  <a:pt x="48005" y="215935"/>
                </a:lnTo>
                <a:lnTo>
                  <a:pt x="53462" y="206527"/>
                </a:lnTo>
                <a:lnTo>
                  <a:pt x="54863" y="6095"/>
                </a:lnTo>
                <a:lnTo>
                  <a:pt x="53339" y="1523"/>
                </a:lnTo>
                <a:lnTo>
                  <a:pt x="5029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2924555" y="4186429"/>
            <a:ext cx="97790" cy="234950"/>
          </a:xfrm>
          <a:custGeom>
            <a:avLst/>
            <a:gdLst/>
            <a:ahLst/>
            <a:cxnLst/>
            <a:rect l="l" t="t" r="r" b="b"/>
            <a:pathLst>
              <a:path w="97789" h="234950">
                <a:moveTo>
                  <a:pt x="6095" y="143255"/>
                </a:moveTo>
                <a:lnTo>
                  <a:pt x="1523" y="143255"/>
                </a:lnTo>
                <a:lnTo>
                  <a:pt x="0" y="146303"/>
                </a:lnTo>
                <a:lnTo>
                  <a:pt x="0" y="150875"/>
                </a:lnTo>
                <a:lnTo>
                  <a:pt x="47243" y="234695"/>
                </a:lnTo>
                <a:lnTo>
                  <a:pt x="50901" y="228599"/>
                </a:lnTo>
                <a:lnTo>
                  <a:pt x="44195" y="228599"/>
                </a:lnTo>
                <a:lnTo>
                  <a:pt x="42671" y="224027"/>
                </a:lnTo>
                <a:lnTo>
                  <a:pt x="42790" y="206943"/>
                </a:lnTo>
                <a:lnTo>
                  <a:pt x="7619" y="146303"/>
                </a:lnTo>
                <a:lnTo>
                  <a:pt x="6095" y="143255"/>
                </a:lnTo>
                <a:close/>
              </a:path>
              <a:path w="97789" h="234950">
                <a:moveTo>
                  <a:pt x="42790" y="206943"/>
                </a:moveTo>
                <a:lnTo>
                  <a:pt x="42671" y="224027"/>
                </a:lnTo>
                <a:lnTo>
                  <a:pt x="44195" y="228599"/>
                </a:lnTo>
                <a:lnTo>
                  <a:pt x="50901" y="228599"/>
                </a:lnTo>
                <a:lnTo>
                  <a:pt x="52958" y="225170"/>
                </a:lnTo>
                <a:lnTo>
                  <a:pt x="53339" y="224027"/>
                </a:lnTo>
                <a:lnTo>
                  <a:pt x="53350" y="222503"/>
                </a:lnTo>
                <a:lnTo>
                  <a:pt x="44195" y="222503"/>
                </a:lnTo>
                <a:lnTo>
                  <a:pt x="48005" y="215935"/>
                </a:lnTo>
                <a:lnTo>
                  <a:pt x="42790" y="206943"/>
                </a:lnTo>
                <a:close/>
              </a:path>
              <a:path w="97789" h="234950">
                <a:moveTo>
                  <a:pt x="52958" y="225170"/>
                </a:moveTo>
                <a:lnTo>
                  <a:pt x="50901" y="228599"/>
                </a:lnTo>
                <a:lnTo>
                  <a:pt x="51815" y="228599"/>
                </a:lnTo>
                <a:lnTo>
                  <a:pt x="52958" y="225170"/>
                </a:lnTo>
                <a:close/>
              </a:path>
              <a:path w="97789" h="234950">
                <a:moveTo>
                  <a:pt x="91439" y="143255"/>
                </a:moveTo>
                <a:lnTo>
                  <a:pt x="88391" y="146303"/>
                </a:lnTo>
                <a:lnTo>
                  <a:pt x="53462" y="206527"/>
                </a:lnTo>
                <a:lnTo>
                  <a:pt x="53339" y="224027"/>
                </a:lnTo>
                <a:lnTo>
                  <a:pt x="52958" y="225170"/>
                </a:lnTo>
                <a:lnTo>
                  <a:pt x="97535" y="150875"/>
                </a:lnTo>
                <a:lnTo>
                  <a:pt x="97535" y="147827"/>
                </a:lnTo>
                <a:lnTo>
                  <a:pt x="96011" y="144779"/>
                </a:lnTo>
                <a:lnTo>
                  <a:pt x="91439" y="143255"/>
                </a:lnTo>
                <a:close/>
              </a:path>
              <a:path w="97789" h="234950">
                <a:moveTo>
                  <a:pt x="48005" y="215935"/>
                </a:moveTo>
                <a:lnTo>
                  <a:pt x="44195" y="222503"/>
                </a:lnTo>
                <a:lnTo>
                  <a:pt x="51815" y="222503"/>
                </a:lnTo>
                <a:lnTo>
                  <a:pt x="48005" y="215935"/>
                </a:lnTo>
                <a:close/>
              </a:path>
              <a:path w="97789" h="234950">
                <a:moveTo>
                  <a:pt x="53462" y="206527"/>
                </a:moveTo>
                <a:lnTo>
                  <a:pt x="48005" y="215935"/>
                </a:lnTo>
                <a:lnTo>
                  <a:pt x="51815" y="222503"/>
                </a:lnTo>
                <a:lnTo>
                  <a:pt x="53350" y="222503"/>
                </a:lnTo>
                <a:lnTo>
                  <a:pt x="53462" y="206527"/>
                </a:lnTo>
                <a:close/>
              </a:path>
              <a:path w="97789" h="234950">
                <a:moveTo>
                  <a:pt x="50291" y="0"/>
                </a:moveTo>
                <a:lnTo>
                  <a:pt x="45719" y="1523"/>
                </a:lnTo>
                <a:lnTo>
                  <a:pt x="44195" y="4571"/>
                </a:lnTo>
                <a:lnTo>
                  <a:pt x="42790" y="206943"/>
                </a:lnTo>
                <a:lnTo>
                  <a:pt x="48005" y="215935"/>
                </a:lnTo>
                <a:lnTo>
                  <a:pt x="53462" y="206527"/>
                </a:lnTo>
                <a:lnTo>
                  <a:pt x="54863" y="6095"/>
                </a:lnTo>
                <a:lnTo>
                  <a:pt x="53339" y="1523"/>
                </a:lnTo>
                <a:lnTo>
                  <a:pt x="5029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924555" y="5024628"/>
            <a:ext cx="97790" cy="311150"/>
          </a:xfrm>
          <a:custGeom>
            <a:avLst/>
            <a:gdLst/>
            <a:ahLst/>
            <a:cxnLst/>
            <a:rect l="l" t="t" r="r" b="b"/>
            <a:pathLst>
              <a:path w="97789" h="311150">
                <a:moveTo>
                  <a:pt x="4571" y="219455"/>
                </a:moveTo>
                <a:lnTo>
                  <a:pt x="1523" y="219455"/>
                </a:lnTo>
                <a:lnTo>
                  <a:pt x="0" y="222503"/>
                </a:lnTo>
                <a:lnTo>
                  <a:pt x="0" y="227075"/>
                </a:lnTo>
                <a:lnTo>
                  <a:pt x="47243" y="310895"/>
                </a:lnTo>
                <a:lnTo>
                  <a:pt x="50901" y="304799"/>
                </a:lnTo>
                <a:lnTo>
                  <a:pt x="44195" y="304799"/>
                </a:lnTo>
                <a:lnTo>
                  <a:pt x="42671" y="300227"/>
                </a:lnTo>
                <a:lnTo>
                  <a:pt x="42760" y="283090"/>
                </a:lnTo>
                <a:lnTo>
                  <a:pt x="7619" y="222503"/>
                </a:lnTo>
                <a:lnTo>
                  <a:pt x="4571" y="219455"/>
                </a:lnTo>
                <a:close/>
              </a:path>
              <a:path w="97789" h="311150">
                <a:moveTo>
                  <a:pt x="42760" y="283090"/>
                </a:moveTo>
                <a:lnTo>
                  <a:pt x="42671" y="300227"/>
                </a:lnTo>
                <a:lnTo>
                  <a:pt x="44195" y="304799"/>
                </a:lnTo>
                <a:lnTo>
                  <a:pt x="50901" y="304799"/>
                </a:lnTo>
                <a:lnTo>
                  <a:pt x="52958" y="301370"/>
                </a:lnTo>
                <a:lnTo>
                  <a:pt x="53339" y="300227"/>
                </a:lnTo>
                <a:lnTo>
                  <a:pt x="53347" y="298703"/>
                </a:lnTo>
                <a:lnTo>
                  <a:pt x="44195" y="298703"/>
                </a:lnTo>
                <a:lnTo>
                  <a:pt x="48005" y="292135"/>
                </a:lnTo>
                <a:lnTo>
                  <a:pt x="42760" y="283090"/>
                </a:lnTo>
                <a:close/>
              </a:path>
              <a:path w="97789" h="311150">
                <a:moveTo>
                  <a:pt x="52958" y="301370"/>
                </a:moveTo>
                <a:lnTo>
                  <a:pt x="50901" y="304799"/>
                </a:lnTo>
                <a:lnTo>
                  <a:pt x="51815" y="304799"/>
                </a:lnTo>
                <a:lnTo>
                  <a:pt x="52958" y="301370"/>
                </a:lnTo>
                <a:close/>
              </a:path>
              <a:path w="97789" h="311150">
                <a:moveTo>
                  <a:pt x="91439" y="219455"/>
                </a:moveTo>
                <a:lnTo>
                  <a:pt x="88391" y="222503"/>
                </a:lnTo>
                <a:lnTo>
                  <a:pt x="53430" y="282782"/>
                </a:lnTo>
                <a:lnTo>
                  <a:pt x="53339" y="300227"/>
                </a:lnTo>
                <a:lnTo>
                  <a:pt x="52958" y="301370"/>
                </a:lnTo>
                <a:lnTo>
                  <a:pt x="97535" y="227075"/>
                </a:lnTo>
                <a:lnTo>
                  <a:pt x="97535" y="224027"/>
                </a:lnTo>
                <a:lnTo>
                  <a:pt x="96011" y="220979"/>
                </a:lnTo>
                <a:lnTo>
                  <a:pt x="91439" y="219455"/>
                </a:lnTo>
                <a:close/>
              </a:path>
              <a:path w="97789" h="311150">
                <a:moveTo>
                  <a:pt x="48005" y="292135"/>
                </a:moveTo>
                <a:lnTo>
                  <a:pt x="44195" y="298703"/>
                </a:lnTo>
                <a:lnTo>
                  <a:pt x="51815" y="298703"/>
                </a:lnTo>
                <a:lnTo>
                  <a:pt x="48005" y="292135"/>
                </a:lnTo>
                <a:close/>
              </a:path>
              <a:path w="97789" h="311150">
                <a:moveTo>
                  <a:pt x="53430" y="282782"/>
                </a:moveTo>
                <a:lnTo>
                  <a:pt x="48005" y="292135"/>
                </a:lnTo>
                <a:lnTo>
                  <a:pt x="51815" y="298703"/>
                </a:lnTo>
                <a:lnTo>
                  <a:pt x="53347" y="298703"/>
                </a:lnTo>
                <a:lnTo>
                  <a:pt x="53430" y="282782"/>
                </a:lnTo>
                <a:close/>
              </a:path>
              <a:path w="97789" h="311150">
                <a:moveTo>
                  <a:pt x="50291" y="0"/>
                </a:moveTo>
                <a:lnTo>
                  <a:pt x="45719" y="1523"/>
                </a:lnTo>
                <a:lnTo>
                  <a:pt x="44195" y="4571"/>
                </a:lnTo>
                <a:lnTo>
                  <a:pt x="42760" y="283090"/>
                </a:lnTo>
                <a:lnTo>
                  <a:pt x="48005" y="292135"/>
                </a:lnTo>
                <a:lnTo>
                  <a:pt x="53430" y="282782"/>
                </a:lnTo>
                <a:lnTo>
                  <a:pt x="54863" y="6095"/>
                </a:lnTo>
                <a:lnTo>
                  <a:pt x="53339" y="1523"/>
                </a:lnTo>
                <a:lnTo>
                  <a:pt x="5029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924555" y="5939028"/>
            <a:ext cx="97790" cy="311150"/>
          </a:xfrm>
          <a:custGeom>
            <a:avLst/>
            <a:gdLst/>
            <a:ahLst/>
            <a:cxnLst/>
            <a:rect l="l" t="t" r="r" b="b"/>
            <a:pathLst>
              <a:path w="97789" h="311150">
                <a:moveTo>
                  <a:pt x="4571" y="219455"/>
                </a:moveTo>
                <a:lnTo>
                  <a:pt x="1523" y="219455"/>
                </a:lnTo>
                <a:lnTo>
                  <a:pt x="0" y="222503"/>
                </a:lnTo>
                <a:lnTo>
                  <a:pt x="0" y="227075"/>
                </a:lnTo>
                <a:lnTo>
                  <a:pt x="47243" y="310895"/>
                </a:lnTo>
                <a:lnTo>
                  <a:pt x="50901" y="304799"/>
                </a:lnTo>
                <a:lnTo>
                  <a:pt x="44195" y="304799"/>
                </a:lnTo>
                <a:lnTo>
                  <a:pt x="42671" y="300227"/>
                </a:lnTo>
                <a:lnTo>
                  <a:pt x="42760" y="283090"/>
                </a:lnTo>
                <a:lnTo>
                  <a:pt x="7619" y="222503"/>
                </a:lnTo>
                <a:lnTo>
                  <a:pt x="4571" y="219455"/>
                </a:lnTo>
                <a:close/>
              </a:path>
              <a:path w="97789" h="311150">
                <a:moveTo>
                  <a:pt x="42760" y="283090"/>
                </a:moveTo>
                <a:lnTo>
                  <a:pt x="42671" y="300227"/>
                </a:lnTo>
                <a:lnTo>
                  <a:pt x="44195" y="304799"/>
                </a:lnTo>
                <a:lnTo>
                  <a:pt x="50901" y="304799"/>
                </a:lnTo>
                <a:lnTo>
                  <a:pt x="52958" y="301370"/>
                </a:lnTo>
                <a:lnTo>
                  <a:pt x="53339" y="300227"/>
                </a:lnTo>
                <a:lnTo>
                  <a:pt x="53347" y="298703"/>
                </a:lnTo>
                <a:lnTo>
                  <a:pt x="44195" y="298703"/>
                </a:lnTo>
                <a:lnTo>
                  <a:pt x="48005" y="292135"/>
                </a:lnTo>
                <a:lnTo>
                  <a:pt x="42760" y="283090"/>
                </a:lnTo>
                <a:close/>
              </a:path>
              <a:path w="97789" h="311150">
                <a:moveTo>
                  <a:pt x="52958" y="301370"/>
                </a:moveTo>
                <a:lnTo>
                  <a:pt x="50901" y="304799"/>
                </a:lnTo>
                <a:lnTo>
                  <a:pt x="51815" y="304799"/>
                </a:lnTo>
                <a:lnTo>
                  <a:pt x="52958" y="301370"/>
                </a:lnTo>
                <a:close/>
              </a:path>
              <a:path w="97789" h="311150">
                <a:moveTo>
                  <a:pt x="91439" y="219455"/>
                </a:moveTo>
                <a:lnTo>
                  <a:pt x="88391" y="222503"/>
                </a:lnTo>
                <a:lnTo>
                  <a:pt x="53430" y="282782"/>
                </a:lnTo>
                <a:lnTo>
                  <a:pt x="53339" y="300227"/>
                </a:lnTo>
                <a:lnTo>
                  <a:pt x="52958" y="301370"/>
                </a:lnTo>
                <a:lnTo>
                  <a:pt x="97535" y="227075"/>
                </a:lnTo>
                <a:lnTo>
                  <a:pt x="97535" y="224027"/>
                </a:lnTo>
                <a:lnTo>
                  <a:pt x="96011" y="220979"/>
                </a:lnTo>
                <a:lnTo>
                  <a:pt x="91439" y="219455"/>
                </a:lnTo>
                <a:close/>
              </a:path>
              <a:path w="97789" h="311150">
                <a:moveTo>
                  <a:pt x="48005" y="292135"/>
                </a:moveTo>
                <a:lnTo>
                  <a:pt x="44195" y="298703"/>
                </a:lnTo>
                <a:lnTo>
                  <a:pt x="51815" y="298703"/>
                </a:lnTo>
                <a:lnTo>
                  <a:pt x="48005" y="292135"/>
                </a:lnTo>
                <a:close/>
              </a:path>
              <a:path w="97789" h="311150">
                <a:moveTo>
                  <a:pt x="53430" y="282782"/>
                </a:moveTo>
                <a:lnTo>
                  <a:pt x="48005" y="292135"/>
                </a:lnTo>
                <a:lnTo>
                  <a:pt x="51815" y="298703"/>
                </a:lnTo>
                <a:lnTo>
                  <a:pt x="53347" y="298703"/>
                </a:lnTo>
                <a:lnTo>
                  <a:pt x="53430" y="282782"/>
                </a:lnTo>
                <a:close/>
              </a:path>
              <a:path w="97789" h="311150">
                <a:moveTo>
                  <a:pt x="50291" y="0"/>
                </a:moveTo>
                <a:lnTo>
                  <a:pt x="45719" y="1523"/>
                </a:lnTo>
                <a:lnTo>
                  <a:pt x="44195" y="4571"/>
                </a:lnTo>
                <a:lnTo>
                  <a:pt x="42760" y="283090"/>
                </a:lnTo>
                <a:lnTo>
                  <a:pt x="48005" y="292135"/>
                </a:lnTo>
                <a:lnTo>
                  <a:pt x="53430" y="282782"/>
                </a:lnTo>
                <a:lnTo>
                  <a:pt x="54863" y="6095"/>
                </a:lnTo>
                <a:lnTo>
                  <a:pt x="53339" y="1523"/>
                </a:lnTo>
                <a:lnTo>
                  <a:pt x="5029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110228" y="2086356"/>
            <a:ext cx="234950" cy="97790"/>
          </a:xfrm>
          <a:custGeom>
            <a:avLst/>
            <a:gdLst/>
            <a:ahLst/>
            <a:cxnLst/>
            <a:rect l="l" t="t" r="r" b="b"/>
            <a:pathLst>
              <a:path w="234950" h="97789">
                <a:moveTo>
                  <a:pt x="206943" y="54745"/>
                </a:moveTo>
                <a:lnTo>
                  <a:pt x="146303" y="89915"/>
                </a:lnTo>
                <a:lnTo>
                  <a:pt x="143255" y="91439"/>
                </a:lnTo>
                <a:lnTo>
                  <a:pt x="143255" y="96011"/>
                </a:lnTo>
                <a:lnTo>
                  <a:pt x="146303" y="97535"/>
                </a:lnTo>
                <a:lnTo>
                  <a:pt x="150875" y="97535"/>
                </a:lnTo>
                <a:lnTo>
                  <a:pt x="226584" y="54863"/>
                </a:lnTo>
                <a:lnTo>
                  <a:pt x="224027" y="54863"/>
                </a:lnTo>
                <a:lnTo>
                  <a:pt x="206943" y="54745"/>
                </a:lnTo>
                <a:close/>
              </a:path>
              <a:path w="234950" h="97789">
                <a:moveTo>
                  <a:pt x="215935" y="49529"/>
                </a:moveTo>
                <a:lnTo>
                  <a:pt x="206943" y="54745"/>
                </a:lnTo>
                <a:lnTo>
                  <a:pt x="224027" y="54863"/>
                </a:lnTo>
                <a:lnTo>
                  <a:pt x="228599" y="53339"/>
                </a:lnTo>
                <a:lnTo>
                  <a:pt x="222503" y="53339"/>
                </a:lnTo>
                <a:lnTo>
                  <a:pt x="215935" y="49529"/>
                </a:lnTo>
                <a:close/>
              </a:path>
              <a:path w="234950" h="97789">
                <a:moveTo>
                  <a:pt x="228599" y="46634"/>
                </a:moveTo>
                <a:lnTo>
                  <a:pt x="228599" y="53339"/>
                </a:lnTo>
                <a:lnTo>
                  <a:pt x="224027" y="54863"/>
                </a:lnTo>
                <a:lnTo>
                  <a:pt x="226584" y="54863"/>
                </a:lnTo>
                <a:lnTo>
                  <a:pt x="234695" y="50291"/>
                </a:lnTo>
                <a:lnTo>
                  <a:pt x="228599" y="46634"/>
                </a:lnTo>
                <a:close/>
              </a:path>
              <a:path w="234950" h="97789">
                <a:moveTo>
                  <a:pt x="6095" y="42671"/>
                </a:moveTo>
                <a:lnTo>
                  <a:pt x="1523" y="44195"/>
                </a:lnTo>
                <a:lnTo>
                  <a:pt x="0" y="47243"/>
                </a:lnTo>
                <a:lnTo>
                  <a:pt x="1523" y="51815"/>
                </a:lnTo>
                <a:lnTo>
                  <a:pt x="4571" y="53339"/>
                </a:lnTo>
                <a:lnTo>
                  <a:pt x="206943" y="54745"/>
                </a:lnTo>
                <a:lnTo>
                  <a:pt x="215935" y="49529"/>
                </a:lnTo>
                <a:lnTo>
                  <a:pt x="206527" y="44073"/>
                </a:lnTo>
                <a:lnTo>
                  <a:pt x="6095" y="42671"/>
                </a:lnTo>
                <a:close/>
              </a:path>
              <a:path w="234950" h="97789">
                <a:moveTo>
                  <a:pt x="222503" y="45719"/>
                </a:moveTo>
                <a:lnTo>
                  <a:pt x="215935" y="49529"/>
                </a:lnTo>
                <a:lnTo>
                  <a:pt x="222503" y="53339"/>
                </a:lnTo>
                <a:lnTo>
                  <a:pt x="222503" y="45719"/>
                </a:lnTo>
                <a:close/>
              </a:path>
              <a:path w="234950" h="97789">
                <a:moveTo>
                  <a:pt x="227075" y="45719"/>
                </a:moveTo>
                <a:lnTo>
                  <a:pt x="222503" y="45719"/>
                </a:lnTo>
                <a:lnTo>
                  <a:pt x="222503" y="53339"/>
                </a:lnTo>
                <a:lnTo>
                  <a:pt x="228599" y="53339"/>
                </a:lnTo>
                <a:lnTo>
                  <a:pt x="228599" y="46634"/>
                </a:lnTo>
                <a:lnTo>
                  <a:pt x="227075" y="45719"/>
                </a:lnTo>
                <a:close/>
              </a:path>
              <a:path w="234950" h="97789">
                <a:moveTo>
                  <a:pt x="206527" y="44073"/>
                </a:moveTo>
                <a:lnTo>
                  <a:pt x="215935" y="49529"/>
                </a:lnTo>
                <a:lnTo>
                  <a:pt x="222503" y="45719"/>
                </a:lnTo>
                <a:lnTo>
                  <a:pt x="227075" y="45719"/>
                </a:lnTo>
                <a:lnTo>
                  <a:pt x="225170" y="44576"/>
                </a:lnTo>
                <a:lnTo>
                  <a:pt x="224027" y="44195"/>
                </a:lnTo>
                <a:lnTo>
                  <a:pt x="206527" y="44073"/>
                </a:lnTo>
                <a:close/>
              </a:path>
              <a:path w="234950" h="97789">
                <a:moveTo>
                  <a:pt x="225170" y="44576"/>
                </a:moveTo>
                <a:lnTo>
                  <a:pt x="228599" y="46634"/>
                </a:lnTo>
                <a:lnTo>
                  <a:pt x="228599" y="45719"/>
                </a:lnTo>
                <a:lnTo>
                  <a:pt x="225170" y="44576"/>
                </a:lnTo>
                <a:close/>
              </a:path>
              <a:path w="234950" h="97789">
                <a:moveTo>
                  <a:pt x="150875" y="0"/>
                </a:moveTo>
                <a:lnTo>
                  <a:pt x="147827" y="0"/>
                </a:lnTo>
                <a:lnTo>
                  <a:pt x="144779" y="1523"/>
                </a:lnTo>
                <a:lnTo>
                  <a:pt x="143255" y="6095"/>
                </a:lnTo>
                <a:lnTo>
                  <a:pt x="146303" y="9143"/>
                </a:lnTo>
                <a:lnTo>
                  <a:pt x="206527" y="44073"/>
                </a:lnTo>
                <a:lnTo>
                  <a:pt x="224027" y="44195"/>
                </a:lnTo>
                <a:lnTo>
                  <a:pt x="225170" y="44576"/>
                </a:lnTo>
                <a:lnTo>
                  <a:pt x="1508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110228" y="3000757"/>
            <a:ext cx="234950" cy="97790"/>
          </a:xfrm>
          <a:custGeom>
            <a:avLst/>
            <a:gdLst/>
            <a:ahLst/>
            <a:cxnLst/>
            <a:rect l="l" t="t" r="r" b="b"/>
            <a:pathLst>
              <a:path w="234950" h="97789">
                <a:moveTo>
                  <a:pt x="206943" y="54745"/>
                </a:moveTo>
                <a:lnTo>
                  <a:pt x="146303" y="89915"/>
                </a:lnTo>
                <a:lnTo>
                  <a:pt x="143255" y="91439"/>
                </a:lnTo>
                <a:lnTo>
                  <a:pt x="143255" y="96011"/>
                </a:lnTo>
                <a:lnTo>
                  <a:pt x="146303" y="97535"/>
                </a:lnTo>
                <a:lnTo>
                  <a:pt x="150875" y="97535"/>
                </a:lnTo>
                <a:lnTo>
                  <a:pt x="226584" y="54863"/>
                </a:lnTo>
                <a:lnTo>
                  <a:pt x="224027" y="54863"/>
                </a:lnTo>
                <a:lnTo>
                  <a:pt x="206943" y="54745"/>
                </a:lnTo>
                <a:close/>
              </a:path>
              <a:path w="234950" h="97789">
                <a:moveTo>
                  <a:pt x="215935" y="49529"/>
                </a:moveTo>
                <a:lnTo>
                  <a:pt x="206943" y="54745"/>
                </a:lnTo>
                <a:lnTo>
                  <a:pt x="224027" y="54863"/>
                </a:lnTo>
                <a:lnTo>
                  <a:pt x="228599" y="53339"/>
                </a:lnTo>
                <a:lnTo>
                  <a:pt x="222503" y="53339"/>
                </a:lnTo>
                <a:lnTo>
                  <a:pt x="215935" y="49529"/>
                </a:lnTo>
                <a:close/>
              </a:path>
              <a:path w="234950" h="97789">
                <a:moveTo>
                  <a:pt x="228599" y="46634"/>
                </a:moveTo>
                <a:lnTo>
                  <a:pt x="228599" y="53339"/>
                </a:lnTo>
                <a:lnTo>
                  <a:pt x="224027" y="54863"/>
                </a:lnTo>
                <a:lnTo>
                  <a:pt x="226584" y="54863"/>
                </a:lnTo>
                <a:lnTo>
                  <a:pt x="234695" y="50291"/>
                </a:lnTo>
                <a:lnTo>
                  <a:pt x="228599" y="46634"/>
                </a:lnTo>
                <a:close/>
              </a:path>
              <a:path w="234950" h="97789">
                <a:moveTo>
                  <a:pt x="6095" y="42671"/>
                </a:moveTo>
                <a:lnTo>
                  <a:pt x="1523" y="44195"/>
                </a:lnTo>
                <a:lnTo>
                  <a:pt x="0" y="47243"/>
                </a:lnTo>
                <a:lnTo>
                  <a:pt x="1523" y="51815"/>
                </a:lnTo>
                <a:lnTo>
                  <a:pt x="4571" y="53339"/>
                </a:lnTo>
                <a:lnTo>
                  <a:pt x="206943" y="54745"/>
                </a:lnTo>
                <a:lnTo>
                  <a:pt x="215935" y="49529"/>
                </a:lnTo>
                <a:lnTo>
                  <a:pt x="206527" y="44073"/>
                </a:lnTo>
                <a:lnTo>
                  <a:pt x="6095" y="42671"/>
                </a:lnTo>
                <a:close/>
              </a:path>
              <a:path w="234950" h="97789">
                <a:moveTo>
                  <a:pt x="222503" y="45719"/>
                </a:moveTo>
                <a:lnTo>
                  <a:pt x="215935" y="49529"/>
                </a:lnTo>
                <a:lnTo>
                  <a:pt x="222503" y="53339"/>
                </a:lnTo>
                <a:lnTo>
                  <a:pt x="222503" y="45719"/>
                </a:lnTo>
                <a:close/>
              </a:path>
              <a:path w="234950" h="97789">
                <a:moveTo>
                  <a:pt x="227075" y="45719"/>
                </a:moveTo>
                <a:lnTo>
                  <a:pt x="222503" y="45719"/>
                </a:lnTo>
                <a:lnTo>
                  <a:pt x="222503" y="53339"/>
                </a:lnTo>
                <a:lnTo>
                  <a:pt x="228599" y="53339"/>
                </a:lnTo>
                <a:lnTo>
                  <a:pt x="228599" y="46634"/>
                </a:lnTo>
                <a:lnTo>
                  <a:pt x="227075" y="45719"/>
                </a:lnTo>
                <a:close/>
              </a:path>
              <a:path w="234950" h="97789">
                <a:moveTo>
                  <a:pt x="206527" y="44073"/>
                </a:moveTo>
                <a:lnTo>
                  <a:pt x="215935" y="49529"/>
                </a:lnTo>
                <a:lnTo>
                  <a:pt x="222503" y="45719"/>
                </a:lnTo>
                <a:lnTo>
                  <a:pt x="227075" y="45719"/>
                </a:lnTo>
                <a:lnTo>
                  <a:pt x="225170" y="44576"/>
                </a:lnTo>
                <a:lnTo>
                  <a:pt x="224027" y="44195"/>
                </a:lnTo>
                <a:lnTo>
                  <a:pt x="206527" y="44073"/>
                </a:lnTo>
                <a:close/>
              </a:path>
              <a:path w="234950" h="97789">
                <a:moveTo>
                  <a:pt x="225170" y="44576"/>
                </a:moveTo>
                <a:lnTo>
                  <a:pt x="228599" y="46634"/>
                </a:lnTo>
                <a:lnTo>
                  <a:pt x="228599" y="45719"/>
                </a:lnTo>
                <a:lnTo>
                  <a:pt x="225170" y="44576"/>
                </a:lnTo>
                <a:close/>
              </a:path>
              <a:path w="234950" h="97789">
                <a:moveTo>
                  <a:pt x="150875" y="0"/>
                </a:moveTo>
                <a:lnTo>
                  <a:pt x="147827" y="0"/>
                </a:lnTo>
                <a:lnTo>
                  <a:pt x="144779" y="1523"/>
                </a:lnTo>
                <a:lnTo>
                  <a:pt x="143255" y="6095"/>
                </a:lnTo>
                <a:lnTo>
                  <a:pt x="146303" y="9143"/>
                </a:lnTo>
                <a:lnTo>
                  <a:pt x="206527" y="44073"/>
                </a:lnTo>
                <a:lnTo>
                  <a:pt x="224027" y="44195"/>
                </a:lnTo>
                <a:lnTo>
                  <a:pt x="225170" y="44576"/>
                </a:lnTo>
                <a:lnTo>
                  <a:pt x="1508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110228" y="3838955"/>
            <a:ext cx="234950" cy="97790"/>
          </a:xfrm>
          <a:custGeom>
            <a:avLst/>
            <a:gdLst/>
            <a:ahLst/>
            <a:cxnLst/>
            <a:rect l="l" t="t" r="r" b="b"/>
            <a:pathLst>
              <a:path w="234950" h="97789">
                <a:moveTo>
                  <a:pt x="206943" y="54745"/>
                </a:moveTo>
                <a:lnTo>
                  <a:pt x="146303" y="89915"/>
                </a:lnTo>
                <a:lnTo>
                  <a:pt x="143255" y="91439"/>
                </a:lnTo>
                <a:lnTo>
                  <a:pt x="143255" y="96011"/>
                </a:lnTo>
                <a:lnTo>
                  <a:pt x="146303" y="97535"/>
                </a:lnTo>
                <a:lnTo>
                  <a:pt x="150875" y="97535"/>
                </a:lnTo>
                <a:lnTo>
                  <a:pt x="226584" y="54863"/>
                </a:lnTo>
                <a:lnTo>
                  <a:pt x="224027" y="54863"/>
                </a:lnTo>
                <a:lnTo>
                  <a:pt x="206943" y="54745"/>
                </a:lnTo>
                <a:close/>
              </a:path>
              <a:path w="234950" h="97789">
                <a:moveTo>
                  <a:pt x="215935" y="49529"/>
                </a:moveTo>
                <a:lnTo>
                  <a:pt x="206943" y="54745"/>
                </a:lnTo>
                <a:lnTo>
                  <a:pt x="224027" y="54863"/>
                </a:lnTo>
                <a:lnTo>
                  <a:pt x="228599" y="53339"/>
                </a:lnTo>
                <a:lnTo>
                  <a:pt x="222503" y="53339"/>
                </a:lnTo>
                <a:lnTo>
                  <a:pt x="215935" y="49529"/>
                </a:lnTo>
                <a:close/>
              </a:path>
              <a:path w="234950" h="97789">
                <a:moveTo>
                  <a:pt x="228599" y="46634"/>
                </a:moveTo>
                <a:lnTo>
                  <a:pt x="228599" y="53339"/>
                </a:lnTo>
                <a:lnTo>
                  <a:pt x="224027" y="54863"/>
                </a:lnTo>
                <a:lnTo>
                  <a:pt x="226584" y="54863"/>
                </a:lnTo>
                <a:lnTo>
                  <a:pt x="234695" y="50291"/>
                </a:lnTo>
                <a:lnTo>
                  <a:pt x="228599" y="46634"/>
                </a:lnTo>
                <a:close/>
              </a:path>
              <a:path w="234950" h="97789">
                <a:moveTo>
                  <a:pt x="6095" y="42671"/>
                </a:moveTo>
                <a:lnTo>
                  <a:pt x="1523" y="44195"/>
                </a:lnTo>
                <a:lnTo>
                  <a:pt x="0" y="47243"/>
                </a:lnTo>
                <a:lnTo>
                  <a:pt x="1523" y="51815"/>
                </a:lnTo>
                <a:lnTo>
                  <a:pt x="4571" y="53339"/>
                </a:lnTo>
                <a:lnTo>
                  <a:pt x="206943" y="54745"/>
                </a:lnTo>
                <a:lnTo>
                  <a:pt x="215935" y="49529"/>
                </a:lnTo>
                <a:lnTo>
                  <a:pt x="206527" y="44073"/>
                </a:lnTo>
                <a:lnTo>
                  <a:pt x="6095" y="42671"/>
                </a:lnTo>
                <a:close/>
              </a:path>
              <a:path w="234950" h="97789">
                <a:moveTo>
                  <a:pt x="222503" y="45719"/>
                </a:moveTo>
                <a:lnTo>
                  <a:pt x="215935" y="49529"/>
                </a:lnTo>
                <a:lnTo>
                  <a:pt x="222503" y="53339"/>
                </a:lnTo>
                <a:lnTo>
                  <a:pt x="222503" y="45719"/>
                </a:lnTo>
                <a:close/>
              </a:path>
              <a:path w="234950" h="97789">
                <a:moveTo>
                  <a:pt x="227075" y="45719"/>
                </a:moveTo>
                <a:lnTo>
                  <a:pt x="222503" y="45719"/>
                </a:lnTo>
                <a:lnTo>
                  <a:pt x="222503" y="53339"/>
                </a:lnTo>
                <a:lnTo>
                  <a:pt x="228599" y="53339"/>
                </a:lnTo>
                <a:lnTo>
                  <a:pt x="228599" y="46634"/>
                </a:lnTo>
                <a:lnTo>
                  <a:pt x="227075" y="45719"/>
                </a:lnTo>
                <a:close/>
              </a:path>
              <a:path w="234950" h="97789">
                <a:moveTo>
                  <a:pt x="206527" y="44073"/>
                </a:moveTo>
                <a:lnTo>
                  <a:pt x="215935" y="49529"/>
                </a:lnTo>
                <a:lnTo>
                  <a:pt x="222503" y="45719"/>
                </a:lnTo>
                <a:lnTo>
                  <a:pt x="227075" y="45719"/>
                </a:lnTo>
                <a:lnTo>
                  <a:pt x="225170" y="44576"/>
                </a:lnTo>
                <a:lnTo>
                  <a:pt x="224027" y="44195"/>
                </a:lnTo>
                <a:lnTo>
                  <a:pt x="206527" y="44073"/>
                </a:lnTo>
                <a:close/>
              </a:path>
              <a:path w="234950" h="97789">
                <a:moveTo>
                  <a:pt x="225170" y="44576"/>
                </a:moveTo>
                <a:lnTo>
                  <a:pt x="228599" y="46634"/>
                </a:lnTo>
                <a:lnTo>
                  <a:pt x="228599" y="45719"/>
                </a:lnTo>
                <a:lnTo>
                  <a:pt x="225170" y="44576"/>
                </a:lnTo>
                <a:close/>
              </a:path>
              <a:path w="234950" h="97789">
                <a:moveTo>
                  <a:pt x="150875" y="0"/>
                </a:moveTo>
                <a:lnTo>
                  <a:pt x="147827" y="0"/>
                </a:lnTo>
                <a:lnTo>
                  <a:pt x="144779" y="1523"/>
                </a:lnTo>
                <a:lnTo>
                  <a:pt x="143255" y="6095"/>
                </a:lnTo>
                <a:lnTo>
                  <a:pt x="146303" y="9143"/>
                </a:lnTo>
                <a:lnTo>
                  <a:pt x="206527" y="44073"/>
                </a:lnTo>
                <a:lnTo>
                  <a:pt x="224027" y="44195"/>
                </a:lnTo>
                <a:lnTo>
                  <a:pt x="225170" y="44576"/>
                </a:lnTo>
                <a:lnTo>
                  <a:pt x="1508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110228" y="4677156"/>
            <a:ext cx="234950" cy="97790"/>
          </a:xfrm>
          <a:custGeom>
            <a:avLst/>
            <a:gdLst/>
            <a:ahLst/>
            <a:cxnLst/>
            <a:rect l="l" t="t" r="r" b="b"/>
            <a:pathLst>
              <a:path w="234950" h="97789">
                <a:moveTo>
                  <a:pt x="206943" y="54745"/>
                </a:moveTo>
                <a:lnTo>
                  <a:pt x="146303" y="89915"/>
                </a:lnTo>
                <a:lnTo>
                  <a:pt x="143255" y="91439"/>
                </a:lnTo>
                <a:lnTo>
                  <a:pt x="143255" y="96011"/>
                </a:lnTo>
                <a:lnTo>
                  <a:pt x="146303" y="97535"/>
                </a:lnTo>
                <a:lnTo>
                  <a:pt x="150875" y="97535"/>
                </a:lnTo>
                <a:lnTo>
                  <a:pt x="226584" y="54863"/>
                </a:lnTo>
                <a:lnTo>
                  <a:pt x="224027" y="54863"/>
                </a:lnTo>
                <a:lnTo>
                  <a:pt x="206943" y="54745"/>
                </a:lnTo>
                <a:close/>
              </a:path>
              <a:path w="234950" h="97789">
                <a:moveTo>
                  <a:pt x="215935" y="49529"/>
                </a:moveTo>
                <a:lnTo>
                  <a:pt x="206943" y="54745"/>
                </a:lnTo>
                <a:lnTo>
                  <a:pt x="224027" y="54863"/>
                </a:lnTo>
                <a:lnTo>
                  <a:pt x="228599" y="53339"/>
                </a:lnTo>
                <a:lnTo>
                  <a:pt x="222503" y="53339"/>
                </a:lnTo>
                <a:lnTo>
                  <a:pt x="215935" y="49529"/>
                </a:lnTo>
                <a:close/>
              </a:path>
              <a:path w="234950" h="97789">
                <a:moveTo>
                  <a:pt x="228599" y="46634"/>
                </a:moveTo>
                <a:lnTo>
                  <a:pt x="228599" y="53339"/>
                </a:lnTo>
                <a:lnTo>
                  <a:pt x="224027" y="54863"/>
                </a:lnTo>
                <a:lnTo>
                  <a:pt x="226584" y="54863"/>
                </a:lnTo>
                <a:lnTo>
                  <a:pt x="234695" y="50291"/>
                </a:lnTo>
                <a:lnTo>
                  <a:pt x="228599" y="46634"/>
                </a:lnTo>
                <a:close/>
              </a:path>
              <a:path w="234950" h="97789">
                <a:moveTo>
                  <a:pt x="6095" y="42671"/>
                </a:moveTo>
                <a:lnTo>
                  <a:pt x="1523" y="44195"/>
                </a:lnTo>
                <a:lnTo>
                  <a:pt x="0" y="47243"/>
                </a:lnTo>
                <a:lnTo>
                  <a:pt x="1523" y="51815"/>
                </a:lnTo>
                <a:lnTo>
                  <a:pt x="4571" y="53339"/>
                </a:lnTo>
                <a:lnTo>
                  <a:pt x="206943" y="54745"/>
                </a:lnTo>
                <a:lnTo>
                  <a:pt x="215935" y="49529"/>
                </a:lnTo>
                <a:lnTo>
                  <a:pt x="206527" y="44073"/>
                </a:lnTo>
                <a:lnTo>
                  <a:pt x="6095" y="42671"/>
                </a:lnTo>
                <a:close/>
              </a:path>
              <a:path w="234950" h="97789">
                <a:moveTo>
                  <a:pt x="222503" y="45719"/>
                </a:moveTo>
                <a:lnTo>
                  <a:pt x="215935" y="49529"/>
                </a:lnTo>
                <a:lnTo>
                  <a:pt x="222503" y="53339"/>
                </a:lnTo>
                <a:lnTo>
                  <a:pt x="222503" y="45719"/>
                </a:lnTo>
                <a:close/>
              </a:path>
              <a:path w="234950" h="97789">
                <a:moveTo>
                  <a:pt x="227075" y="45719"/>
                </a:moveTo>
                <a:lnTo>
                  <a:pt x="222503" y="45719"/>
                </a:lnTo>
                <a:lnTo>
                  <a:pt x="222503" y="53339"/>
                </a:lnTo>
                <a:lnTo>
                  <a:pt x="228599" y="53339"/>
                </a:lnTo>
                <a:lnTo>
                  <a:pt x="228599" y="46634"/>
                </a:lnTo>
                <a:lnTo>
                  <a:pt x="227075" y="45719"/>
                </a:lnTo>
                <a:close/>
              </a:path>
              <a:path w="234950" h="97789">
                <a:moveTo>
                  <a:pt x="206527" y="44073"/>
                </a:moveTo>
                <a:lnTo>
                  <a:pt x="215935" y="49529"/>
                </a:lnTo>
                <a:lnTo>
                  <a:pt x="222503" y="45719"/>
                </a:lnTo>
                <a:lnTo>
                  <a:pt x="227075" y="45719"/>
                </a:lnTo>
                <a:lnTo>
                  <a:pt x="225170" y="44576"/>
                </a:lnTo>
                <a:lnTo>
                  <a:pt x="224027" y="44195"/>
                </a:lnTo>
                <a:lnTo>
                  <a:pt x="206527" y="44073"/>
                </a:lnTo>
                <a:close/>
              </a:path>
              <a:path w="234950" h="97789">
                <a:moveTo>
                  <a:pt x="225170" y="44576"/>
                </a:moveTo>
                <a:lnTo>
                  <a:pt x="228599" y="46634"/>
                </a:lnTo>
                <a:lnTo>
                  <a:pt x="228599" y="45719"/>
                </a:lnTo>
                <a:lnTo>
                  <a:pt x="225170" y="44576"/>
                </a:lnTo>
                <a:close/>
              </a:path>
              <a:path w="234950" h="97789">
                <a:moveTo>
                  <a:pt x="150875" y="0"/>
                </a:moveTo>
                <a:lnTo>
                  <a:pt x="147827" y="0"/>
                </a:lnTo>
                <a:lnTo>
                  <a:pt x="144779" y="1523"/>
                </a:lnTo>
                <a:lnTo>
                  <a:pt x="143255" y="6095"/>
                </a:lnTo>
                <a:lnTo>
                  <a:pt x="146303" y="9143"/>
                </a:lnTo>
                <a:lnTo>
                  <a:pt x="206527" y="44073"/>
                </a:lnTo>
                <a:lnTo>
                  <a:pt x="224027" y="44195"/>
                </a:lnTo>
                <a:lnTo>
                  <a:pt x="225170" y="44576"/>
                </a:lnTo>
                <a:lnTo>
                  <a:pt x="1508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110228" y="5591555"/>
            <a:ext cx="234950" cy="97790"/>
          </a:xfrm>
          <a:custGeom>
            <a:avLst/>
            <a:gdLst/>
            <a:ahLst/>
            <a:cxnLst/>
            <a:rect l="l" t="t" r="r" b="b"/>
            <a:pathLst>
              <a:path w="234950" h="97789">
                <a:moveTo>
                  <a:pt x="206943" y="54745"/>
                </a:moveTo>
                <a:lnTo>
                  <a:pt x="146303" y="89915"/>
                </a:lnTo>
                <a:lnTo>
                  <a:pt x="143255" y="91439"/>
                </a:lnTo>
                <a:lnTo>
                  <a:pt x="143255" y="96011"/>
                </a:lnTo>
                <a:lnTo>
                  <a:pt x="146303" y="97535"/>
                </a:lnTo>
                <a:lnTo>
                  <a:pt x="150875" y="97535"/>
                </a:lnTo>
                <a:lnTo>
                  <a:pt x="226584" y="54863"/>
                </a:lnTo>
                <a:lnTo>
                  <a:pt x="224027" y="54863"/>
                </a:lnTo>
                <a:lnTo>
                  <a:pt x="206943" y="54745"/>
                </a:lnTo>
                <a:close/>
              </a:path>
              <a:path w="234950" h="97789">
                <a:moveTo>
                  <a:pt x="215935" y="49529"/>
                </a:moveTo>
                <a:lnTo>
                  <a:pt x="206943" y="54745"/>
                </a:lnTo>
                <a:lnTo>
                  <a:pt x="224027" y="54863"/>
                </a:lnTo>
                <a:lnTo>
                  <a:pt x="228599" y="53339"/>
                </a:lnTo>
                <a:lnTo>
                  <a:pt x="222503" y="53339"/>
                </a:lnTo>
                <a:lnTo>
                  <a:pt x="215935" y="49529"/>
                </a:lnTo>
                <a:close/>
              </a:path>
              <a:path w="234950" h="97789">
                <a:moveTo>
                  <a:pt x="228599" y="46634"/>
                </a:moveTo>
                <a:lnTo>
                  <a:pt x="228599" y="53339"/>
                </a:lnTo>
                <a:lnTo>
                  <a:pt x="224027" y="54863"/>
                </a:lnTo>
                <a:lnTo>
                  <a:pt x="226584" y="54863"/>
                </a:lnTo>
                <a:lnTo>
                  <a:pt x="234695" y="50291"/>
                </a:lnTo>
                <a:lnTo>
                  <a:pt x="228599" y="46634"/>
                </a:lnTo>
                <a:close/>
              </a:path>
              <a:path w="234950" h="97789">
                <a:moveTo>
                  <a:pt x="6095" y="42671"/>
                </a:moveTo>
                <a:lnTo>
                  <a:pt x="1523" y="44195"/>
                </a:lnTo>
                <a:lnTo>
                  <a:pt x="0" y="47243"/>
                </a:lnTo>
                <a:lnTo>
                  <a:pt x="1523" y="51815"/>
                </a:lnTo>
                <a:lnTo>
                  <a:pt x="4571" y="53339"/>
                </a:lnTo>
                <a:lnTo>
                  <a:pt x="206943" y="54745"/>
                </a:lnTo>
                <a:lnTo>
                  <a:pt x="215935" y="49529"/>
                </a:lnTo>
                <a:lnTo>
                  <a:pt x="206527" y="44073"/>
                </a:lnTo>
                <a:lnTo>
                  <a:pt x="6095" y="42671"/>
                </a:lnTo>
                <a:close/>
              </a:path>
              <a:path w="234950" h="97789">
                <a:moveTo>
                  <a:pt x="222503" y="45719"/>
                </a:moveTo>
                <a:lnTo>
                  <a:pt x="215935" y="49529"/>
                </a:lnTo>
                <a:lnTo>
                  <a:pt x="222503" y="53339"/>
                </a:lnTo>
                <a:lnTo>
                  <a:pt x="222503" y="45719"/>
                </a:lnTo>
                <a:close/>
              </a:path>
              <a:path w="234950" h="97789">
                <a:moveTo>
                  <a:pt x="227075" y="45719"/>
                </a:moveTo>
                <a:lnTo>
                  <a:pt x="222503" y="45719"/>
                </a:lnTo>
                <a:lnTo>
                  <a:pt x="222503" y="53339"/>
                </a:lnTo>
                <a:lnTo>
                  <a:pt x="228599" y="53339"/>
                </a:lnTo>
                <a:lnTo>
                  <a:pt x="228599" y="46634"/>
                </a:lnTo>
                <a:lnTo>
                  <a:pt x="227075" y="45719"/>
                </a:lnTo>
                <a:close/>
              </a:path>
              <a:path w="234950" h="97789">
                <a:moveTo>
                  <a:pt x="206527" y="44073"/>
                </a:moveTo>
                <a:lnTo>
                  <a:pt x="215935" y="49529"/>
                </a:lnTo>
                <a:lnTo>
                  <a:pt x="222503" y="45719"/>
                </a:lnTo>
                <a:lnTo>
                  <a:pt x="227075" y="45719"/>
                </a:lnTo>
                <a:lnTo>
                  <a:pt x="225170" y="44576"/>
                </a:lnTo>
                <a:lnTo>
                  <a:pt x="224027" y="44195"/>
                </a:lnTo>
                <a:lnTo>
                  <a:pt x="206527" y="44073"/>
                </a:lnTo>
                <a:close/>
              </a:path>
              <a:path w="234950" h="97789">
                <a:moveTo>
                  <a:pt x="225170" y="44576"/>
                </a:moveTo>
                <a:lnTo>
                  <a:pt x="228599" y="46634"/>
                </a:lnTo>
                <a:lnTo>
                  <a:pt x="228599" y="45719"/>
                </a:lnTo>
                <a:lnTo>
                  <a:pt x="225170" y="44576"/>
                </a:lnTo>
                <a:close/>
              </a:path>
              <a:path w="234950" h="97789">
                <a:moveTo>
                  <a:pt x="150875" y="0"/>
                </a:moveTo>
                <a:lnTo>
                  <a:pt x="147827" y="0"/>
                </a:lnTo>
                <a:lnTo>
                  <a:pt x="144779" y="1523"/>
                </a:lnTo>
                <a:lnTo>
                  <a:pt x="143255" y="6095"/>
                </a:lnTo>
                <a:lnTo>
                  <a:pt x="146303" y="9143"/>
                </a:lnTo>
                <a:lnTo>
                  <a:pt x="206527" y="44073"/>
                </a:lnTo>
                <a:lnTo>
                  <a:pt x="224027" y="44195"/>
                </a:lnTo>
                <a:lnTo>
                  <a:pt x="225170" y="44576"/>
                </a:lnTo>
                <a:lnTo>
                  <a:pt x="1508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4110228" y="6505957"/>
            <a:ext cx="234950" cy="97790"/>
          </a:xfrm>
          <a:custGeom>
            <a:avLst/>
            <a:gdLst/>
            <a:ahLst/>
            <a:cxnLst/>
            <a:rect l="l" t="t" r="r" b="b"/>
            <a:pathLst>
              <a:path w="234950" h="97790">
                <a:moveTo>
                  <a:pt x="206943" y="54745"/>
                </a:moveTo>
                <a:lnTo>
                  <a:pt x="146303" y="89915"/>
                </a:lnTo>
                <a:lnTo>
                  <a:pt x="143255" y="91439"/>
                </a:lnTo>
                <a:lnTo>
                  <a:pt x="143255" y="96011"/>
                </a:lnTo>
                <a:lnTo>
                  <a:pt x="146303" y="97535"/>
                </a:lnTo>
                <a:lnTo>
                  <a:pt x="150875" y="97535"/>
                </a:lnTo>
                <a:lnTo>
                  <a:pt x="226584" y="54863"/>
                </a:lnTo>
                <a:lnTo>
                  <a:pt x="224027" y="54863"/>
                </a:lnTo>
                <a:lnTo>
                  <a:pt x="206943" y="54745"/>
                </a:lnTo>
                <a:close/>
              </a:path>
              <a:path w="234950" h="97790">
                <a:moveTo>
                  <a:pt x="215935" y="49529"/>
                </a:moveTo>
                <a:lnTo>
                  <a:pt x="206943" y="54745"/>
                </a:lnTo>
                <a:lnTo>
                  <a:pt x="224027" y="54863"/>
                </a:lnTo>
                <a:lnTo>
                  <a:pt x="228599" y="53339"/>
                </a:lnTo>
                <a:lnTo>
                  <a:pt x="222503" y="53339"/>
                </a:lnTo>
                <a:lnTo>
                  <a:pt x="215935" y="49529"/>
                </a:lnTo>
                <a:close/>
              </a:path>
              <a:path w="234950" h="97790">
                <a:moveTo>
                  <a:pt x="228599" y="46634"/>
                </a:moveTo>
                <a:lnTo>
                  <a:pt x="228599" y="53339"/>
                </a:lnTo>
                <a:lnTo>
                  <a:pt x="224027" y="54863"/>
                </a:lnTo>
                <a:lnTo>
                  <a:pt x="226584" y="54863"/>
                </a:lnTo>
                <a:lnTo>
                  <a:pt x="234695" y="50291"/>
                </a:lnTo>
                <a:lnTo>
                  <a:pt x="228599" y="46634"/>
                </a:lnTo>
                <a:close/>
              </a:path>
              <a:path w="234950" h="97790">
                <a:moveTo>
                  <a:pt x="6095" y="42671"/>
                </a:moveTo>
                <a:lnTo>
                  <a:pt x="1523" y="44195"/>
                </a:lnTo>
                <a:lnTo>
                  <a:pt x="0" y="47243"/>
                </a:lnTo>
                <a:lnTo>
                  <a:pt x="1523" y="51815"/>
                </a:lnTo>
                <a:lnTo>
                  <a:pt x="4571" y="53339"/>
                </a:lnTo>
                <a:lnTo>
                  <a:pt x="206943" y="54745"/>
                </a:lnTo>
                <a:lnTo>
                  <a:pt x="215935" y="49529"/>
                </a:lnTo>
                <a:lnTo>
                  <a:pt x="206527" y="44073"/>
                </a:lnTo>
                <a:lnTo>
                  <a:pt x="6095" y="42671"/>
                </a:lnTo>
                <a:close/>
              </a:path>
              <a:path w="234950" h="97790">
                <a:moveTo>
                  <a:pt x="222503" y="45719"/>
                </a:moveTo>
                <a:lnTo>
                  <a:pt x="215935" y="49529"/>
                </a:lnTo>
                <a:lnTo>
                  <a:pt x="222503" y="53339"/>
                </a:lnTo>
                <a:lnTo>
                  <a:pt x="222503" y="45719"/>
                </a:lnTo>
                <a:close/>
              </a:path>
              <a:path w="234950" h="97790">
                <a:moveTo>
                  <a:pt x="227075" y="45719"/>
                </a:moveTo>
                <a:lnTo>
                  <a:pt x="222503" y="45719"/>
                </a:lnTo>
                <a:lnTo>
                  <a:pt x="222503" y="53339"/>
                </a:lnTo>
                <a:lnTo>
                  <a:pt x="228599" y="53339"/>
                </a:lnTo>
                <a:lnTo>
                  <a:pt x="228599" y="46634"/>
                </a:lnTo>
                <a:lnTo>
                  <a:pt x="227075" y="45719"/>
                </a:lnTo>
                <a:close/>
              </a:path>
              <a:path w="234950" h="97790">
                <a:moveTo>
                  <a:pt x="206527" y="44073"/>
                </a:moveTo>
                <a:lnTo>
                  <a:pt x="215935" y="49529"/>
                </a:lnTo>
                <a:lnTo>
                  <a:pt x="222503" y="45719"/>
                </a:lnTo>
                <a:lnTo>
                  <a:pt x="227075" y="45719"/>
                </a:lnTo>
                <a:lnTo>
                  <a:pt x="225170" y="44576"/>
                </a:lnTo>
                <a:lnTo>
                  <a:pt x="224027" y="44195"/>
                </a:lnTo>
                <a:lnTo>
                  <a:pt x="206527" y="44073"/>
                </a:lnTo>
                <a:close/>
              </a:path>
              <a:path w="234950" h="97790">
                <a:moveTo>
                  <a:pt x="225170" y="44576"/>
                </a:moveTo>
                <a:lnTo>
                  <a:pt x="228599" y="46634"/>
                </a:lnTo>
                <a:lnTo>
                  <a:pt x="228599" y="45719"/>
                </a:lnTo>
                <a:lnTo>
                  <a:pt x="225170" y="44576"/>
                </a:lnTo>
                <a:close/>
              </a:path>
              <a:path w="234950" h="97790">
                <a:moveTo>
                  <a:pt x="150875" y="0"/>
                </a:moveTo>
                <a:lnTo>
                  <a:pt x="147827" y="0"/>
                </a:lnTo>
                <a:lnTo>
                  <a:pt x="144779" y="1523"/>
                </a:lnTo>
                <a:lnTo>
                  <a:pt x="143255" y="6095"/>
                </a:lnTo>
                <a:lnTo>
                  <a:pt x="146303" y="9143"/>
                </a:lnTo>
                <a:lnTo>
                  <a:pt x="206527" y="44073"/>
                </a:lnTo>
                <a:lnTo>
                  <a:pt x="224027" y="44195"/>
                </a:lnTo>
                <a:lnTo>
                  <a:pt x="225170" y="44576"/>
                </a:lnTo>
                <a:lnTo>
                  <a:pt x="1508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4343400" y="1905000"/>
            <a:ext cx="4267200" cy="457200"/>
          </a:xfrm>
          <a:custGeom>
            <a:avLst/>
            <a:gdLst/>
            <a:ahLst/>
            <a:cxnLst/>
            <a:rect l="l" t="t" r="r" b="b"/>
            <a:pathLst>
              <a:path w="4267200" h="457200">
                <a:moveTo>
                  <a:pt x="4190999" y="0"/>
                </a:moveTo>
                <a:lnTo>
                  <a:pt x="69205" y="338"/>
                </a:lnTo>
                <a:lnTo>
                  <a:pt x="30588" y="15734"/>
                </a:lnTo>
                <a:lnTo>
                  <a:pt x="5462" y="48499"/>
                </a:lnTo>
                <a:lnTo>
                  <a:pt x="0" y="76199"/>
                </a:lnTo>
                <a:lnTo>
                  <a:pt x="338" y="388227"/>
                </a:lnTo>
                <a:lnTo>
                  <a:pt x="15734" y="427264"/>
                </a:lnTo>
                <a:lnTo>
                  <a:pt x="48499" y="451931"/>
                </a:lnTo>
                <a:lnTo>
                  <a:pt x="76199" y="457199"/>
                </a:lnTo>
                <a:lnTo>
                  <a:pt x="4198226" y="456875"/>
                </a:lnTo>
                <a:lnTo>
                  <a:pt x="4237263" y="441920"/>
                </a:lnTo>
                <a:lnTo>
                  <a:pt x="4261931" y="409330"/>
                </a:lnTo>
                <a:lnTo>
                  <a:pt x="4267199" y="380999"/>
                </a:lnTo>
                <a:lnTo>
                  <a:pt x="4266875" y="69205"/>
                </a:lnTo>
                <a:lnTo>
                  <a:pt x="4251920" y="30588"/>
                </a:lnTo>
                <a:lnTo>
                  <a:pt x="4219330" y="5462"/>
                </a:lnTo>
                <a:lnTo>
                  <a:pt x="419099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4335780" y="1897381"/>
            <a:ext cx="4283963" cy="47396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4684222" y="2032407"/>
            <a:ext cx="3586479" cy="2441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9"/>
            <a:r>
              <a:rPr sz="1600" spc="-14" dirty="0">
                <a:latin typeface="Times New Roman"/>
                <a:cs typeface="Times New Roman"/>
              </a:rPr>
              <a:t>I</a:t>
            </a:r>
            <a:r>
              <a:rPr sz="1600" spc="-10" dirty="0">
                <a:latin typeface="Times New Roman"/>
                <a:cs typeface="Times New Roman"/>
              </a:rPr>
              <a:t>d</a:t>
            </a:r>
            <a:r>
              <a:rPr sz="1600" spc="-4" dirty="0">
                <a:latin typeface="Times New Roman"/>
                <a:cs typeface="Times New Roman"/>
              </a:rPr>
              <a:t>e</a:t>
            </a:r>
            <a:r>
              <a:rPr sz="1600" spc="-10" dirty="0">
                <a:latin typeface="Times New Roman"/>
                <a:cs typeface="Times New Roman"/>
              </a:rPr>
              <a:t>nti</a:t>
            </a:r>
            <a:r>
              <a:rPr sz="1600" dirty="0">
                <a:latin typeface="Times New Roman"/>
                <a:cs typeface="Times New Roman"/>
              </a:rPr>
              <a:t>f</a:t>
            </a:r>
            <a:r>
              <a:rPr sz="1600" spc="-4" dirty="0">
                <a:latin typeface="Times New Roman"/>
                <a:cs typeface="Times New Roman"/>
              </a:rPr>
              <a:t>i</a:t>
            </a:r>
            <a:r>
              <a:rPr sz="1600" spc="-20" dirty="0">
                <a:latin typeface="Times New Roman"/>
                <a:cs typeface="Times New Roman"/>
              </a:rPr>
              <a:t>e</a:t>
            </a:r>
            <a:r>
              <a:rPr sz="1600" spc="-10" dirty="0">
                <a:latin typeface="Times New Roman"/>
                <a:cs typeface="Times New Roman"/>
              </a:rPr>
              <a:t>s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o</a:t>
            </a:r>
            <a:r>
              <a:rPr sz="1600" dirty="0">
                <a:latin typeface="Times New Roman"/>
                <a:cs typeface="Times New Roman"/>
              </a:rPr>
              <a:t>p</a:t>
            </a:r>
            <a:r>
              <a:rPr sz="1600" spc="-10" dirty="0">
                <a:latin typeface="Times New Roman"/>
                <a:cs typeface="Times New Roman"/>
              </a:rPr>
              <a:t>p</a:t>
            </a:r>
            <a:r>
              <a:rPr sz="1600" dirty="0">
                <a:latin typeface="Times New Roman"/>
                <a:cs typeface="Times New Roman"/>
              </a:rPr>
              <a:t>o</a:t>
            </a:r>
            <a:r>
              <a:rPr sz="1600" spc="-14" dirty="0">
                <a:latin typeface="Times New Roman"/>
                <a:cs typeface="Times New Roman"/>
              </a:rPr>
              <a:t>r</a:t>
            </a:r>
            <a:r>
              <a:rPr sz="1600" spc="-20" dirty="0">
                <a:latin typeface="Times New Roman"/>
                <a:cs typeface="Times New Roman"/>
              </a:rPr>
              <a:t>t</a:t>
            </a:r>
            <a:r>
              <a:rPr sz="1600" dirty="0">
                <a:latin typeface="Times New Roman"/>
                <a:cs typeface="Times New Roman"/>
              </a:rPr>
              <a:t>u</a:t>
            </a:r>
            <a:r>
              <a:rPr sz="1600" spc="-10" dirty="0">
                <a:latin typeface="Times New Roman"/>
                <a:cs typeface="Times New Roman"/>
              </a:rPr>
              <a:t>niti</a:t>
            </a:r>
            <a:r>
              <a:rPr sz="1600" spc="-20" dirty="0">
                <a:latin typeface="Times New Roman"/>
                <a:cs typeface="Times New Roman"/>
              </a:rPr>
              <a:t>e</a:t>
            </a:r>
            <a:r>
              <a:rPr sz="1600" spc="-10" dirty="0">
                <a:latin typeface="Times New Roman"/>
                <a:cs typeface="Times New Roman"/>
              </a:rPr>
              <a:t>s</a:t>
            </a:r>
            <a:r>
              <a:rPr sz="1600" spc="14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w</a:t>
            </a:r>
            <a:r>
              <a:rPr sz="1600" spc="-10" dirty="0">
                <a:latin typeface="Times New Roman"/>
                <a:cs typeface="Times New Roman"/>
              </a:rPr>
              <a:t>h</a:t>
            </a:r>
            <a:r>
              <a:rPr sz="1600" spc="-4" dirty="0">
                <a:latin typeface="Times New Roman"/>
                <a:cs typeface="Times New Roman"/>
              </a:rPr>
              <a:t>e</a:t>
            </a:r>
            <a:r>
              <a:rPr sz="1600" spc="-14" dirty="0">
                <a:latin typeface="Times New Roman"/>
                <a:cs typeface="Times New Roman"/>
              </a:rPr>
              <a:t>r</a:t>
            </a:r>
            <a:r>
              <a:rPr sz="1600" spc="-10" dirty="0">
                <a:latin typeface="Times New Roman"/>
                <a:cs typeface="Times New Roman"/>
              </a:rPr>
              <a:t>e</a:t>
            </a:r>
            <a:r>
              <a:rPr sz="1600" spc="4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</a:t>
            </a:r>
            <a:r>
              <a:rPr sz="1600" spc="-10" dirty="0">
                <a:latin typeface="Times New Roman"/>
                <a:cs typeface="Times New Roman"/>
              </a:rPr>
              <a:t>th</a:t>
            </a:r>
            <a:r>
              <a:rPr sz="1600" spc="-20" dirty="0">
                <a:latin typeface="Times New Roman"/>
                <a:cs typeface="Times New Roman"/>
              </a:rPr>
              <a:t>e</a:t>
            </a:r>
            <a:r>
              <a:rPr sz="1600" spc="-14" dirty="0">
                <a:latin typeface="Times New Roman"/>
                <a:cs typeface="Times New Roman"/>
              </a:rPr>
              <a:t>r</a:t>
            </a:r>
            <a:r>
              <a:rPr sz="1600" spc="-10" dirty="0">
                <a:latin typeface="Times New Roman"/>
                <a:cs typeface="Times New Roman"/>
              </a:rPr>
              <a:t>s</a:t>
            </a:r>
            <a:r>
              <a:rPr sz="1600" spc="14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do</a:t>
            </a:r>
            <a:r>
              <a:rPr sz="1600" spc="14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not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4343400" y="2819400"/>
            <a:ext cx="4267200" cy="457200"/>
          </a:xfrm>
          <a:custGeom>
            <a:avLst/>
            <a:gdLst/>
            <a:ahLst/>
            <a:cxnLst/>
            <a:rect l="l" t="t" r="r" b="b"/>
            <a:pathLst>
              <a:path w="4267200" h="457200">
                <a:moveTo>
                  <a:pt x="4190999" y="0"/>
                </a:moveTo>
                <a:lnTo>
                  <a:pt x="69205" y="338"/>
                </a:lnTo>
                <a:lnTo>
                  <a:pt x="30588" y="15734"/>
                </a:lnTo>
                <a:lnTo>
                  <a:pt x="5462" y="48499"/>
                </a:lnTo>
                <a:lnTo>
                  <a:pt x="0" y="76199"/>
                </a:lnTo>
                <a:lnTo>
                  <a:pt x="338" y="388227"/>
                </a:lnTo>
                <a:lnTo>
                  <a:pt x="15734" y="427264"/>
                </a:lnTo>
                <a:lnTo>
                  <a:pt x="48499" y="451931"/>
                </a:lnTo>
                <a:lnTo>
                  <a:pt x="76199" y="457199"/>
                </a:lnTo>
                <a:lnTo>
                  <a:pt x="4198226" y="456875"/>
                </a:lnTo>
                <a:lnTo>
                  <a:pt x="4237263" y="441920"/>
                </a:lnTo>
                <a:lnTo>
                  <a:pt x="4261931" y="409330"/>
                </a:lnTo>
                <a:lnTo>
                  <a:pt x="4267199" y="380999"/>
                </a:lnTo>
                <a:lnTo>
                  <a:pt x="4266875" y="69205"/>
                </a:lnTo>
                <a:lnTo>
                  <a:pt x="4251920" y="30588"/>
                </a:lnTo>
                <a:lnTo>
                  <a:pt x="4219330" y="5462"/>
                </a:lnTo>
                <a:lnTo>
                  <a:pt x="419099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4335780" y="2811782"/>
            <a:ext cx="4283963" cy="47396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4809227" y="2946897"/>
            <a:ext cx="3339465" cy="2441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9"/>
            <a:r>
              <a:rPr sz="1600" spc="-20" dirty="0">
                <a:latin typeface="Times New Roman"/>
                <a:cs typeface="Times New Roman"/>
              </a:rPr>
              <a:t>H</a:t>
            </a:r>
            <a:r>
              <a:rPr sz="1600" spc="-4" dirty="0">
                <a:latin typeface="Times New Roman"/>
                <a:cs typeface="Times New Roman"/>
              </a:rPr>
              <a:t>a</a:t>
            </a:r>
            <a:r>
              <a:rPr sz="1600" spc="-10" dirty="0">
                <a:latin typeface="Times New Roman"/>
                <a:cs typeface="Times New Roman"/>
              </a:rPr>
              <a:t>s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a </a:t>
            </a:r>
            <a:r>
              <a:rPr sz="1600" spc="-4" dirty="0">
                <a:latin typeface="Times New Roman"/>
                <a:cs typeface="Times New Roman"/>
              </a:rPr>
              <a:t>cl</a:t>
            </a:r>
            <a:r>
              <a:rPr sz="1600" spc="-20" dirty="0">
                <a:latin typeface="Times New Roman"/>
                <a:cs typeface="Times New Roman"/>
              </a:rPr>
              <a:t>ea</a:t>
            </a:r>
            <a:r>
              <a:rPr sz="1600" spc="-10" dirty="0">
                <a:latin typeface="Times New Roman"/>
                <a:cs typeface="Times New Roman"/>
              </a:rPr>
              <a:t>r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u</a:t>
            </a:r>
            <a:r>
              <a:rPr sz="1600" spc="-10" dirty="0">
                <a:latin typeface="Times New Roman"/>
                <a:cs typeface="Times New Roman"/>
              </a:rPr>
              <a:t>n</a:t>
            </a:r>
            <a:r>
              <a:rPr sz="1600" dirty="0">
                <a:latin typeface="Times New Roman"/>
                <a:cs typeface="Times New Roman"/>
              </a:rPr>
              <a:t>d</a:t>
            </a:r>
            <a:r>
              <a:rPr sz="1600" spc="-20" dirty="0">
                <a:latin typeface="Times New Roman"/>
                <a:cs typeface="Times New Roman"/>
              </a:rPr>
              <a:t>e</a:t>
            </a:r>
            <a:r>
              <a:rPr sz="1600" spc="-14" dirty="0">
                <a:latin typeface="Times New Roman"/>
                <a:cs typeface="Times New Roman"/>
              </a:rPr>
              <a:t>r</a:t>
            </a:r>
            <a:r>
              <a:rPr sz="1600" spc="-10" dirty="0">
                <a:latin typeface="Times New Roman"/>
                <a:cs typeface="Times New Roman"/>
              </a:rPr>
              <a:t>st</a:t>
            </a:r>
            <a:r>
              <a:rPr sz="1600" spc="-20" dirty="0">
                <a:latin typeface="Times New Roman"/>
                <a:cs typeface="Times New Roman"/>
              </a:rPr>
              <a:t>a</a:t>
            </a:r>
            <a:r>
              <a:rPr sz="1600" dirty="0">
                <a:latin typeface="Times New Roman"/>
                <a:cs typeface="Times New Roman"/>
              </a:rPr>
              <a:t>n</a:t>
            </a:r>
            <a:r>
              <a:rPr sz="1600" spc="-10" dirty="0">
                <a:latin typeface="Times New Roman"/>
                <a:cs typeface="Times New Roman"/>
              </a:rPr>
              <a:t>ding</a:t>
            </a:r>
            <a:r>
              <a:rPr sz="1600" spc="14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</a:t>
            </a:r>
            <a:r>
              <a:rPr sz="1600" spc="-10" dirty="0">
                <a:latin typeface="Times New Roman"/>
                <a:cs typeface="Times New Roman"/>
              </a:rPr>
              <a:t>f the</a:t>
            </a:r>
            <a:r>
              <a:rPr sz="1600" spc="4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c</a:t>
            </a:r>
            <a:r>
              <a:rPr sz="1600" spc="-10" dirty="0">
                <a:latin typeface="Times New Roman"/>
                <a:cs typeface="Times New Roman"/>
              </a:rPr>
              <a:t>o</a:t>
            </a:r>
            <a:r>
              <a:rPr sz="1600" dirty="0">
                <a:latin typeface="Times New Roman"/>
                <a:cs typeface="Times New Roman"/>
              </a:rPr>
              <a:t>n</a:t>
            </a:r>
            <a:r>
              <a:rPr sz="1600" spc="-20" dirty="0">
                <a:latin typeface="Times New Roman"/>
                <a:cs typeface="Times New Roman"/>
              </a:rPr>
              <a:t>ce</a:t>
            </a:r>
            <a:r>
              <a:rPr sz="1600" dirty="0">
                <a:latin typeface="Times New Roman"/>
                <a:cs typeface="Times New Roman"/>
              </a:rPr>
              <a:t>p</a:t>
            </a:r>
            <a:r>
              <a:rPr sz="1600" spc="-4" dirty="0">
                <a:latin typeface="Times New Roman"/>
                <a:cs typeface="Times New Roman"/>
              </a:rPr>
              <a:t>t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4343400" y="3657600"/>
            <a:ext cx="4267200" cy="457200"/>
          </a:xfrm>
          <a:custGeom>
            <a:avLst/>
            <a:gdLst/>
            <a:ahLst/>
            <a:cxnLst/>
            <a:rect l="l" t="t" r="r" b="b"/>
            <a:pathLst>
              <a:path w="4267200" h="457200">
                <a:moveTo>
                  <a:pt x="4190999" y="0"/>
                </a:moveTo>
                <a:lnTo>
                  <a:pt x="69205" y="338"/>
                </a:lnTo>
                <a:lnTo>
                  <a:pt x="30588" y="15734"/>
                </a:lnTo>
                <a:lnTo>
                  <a:pt x="5462" y="48499"/>
                </a:lnTo>
                <a:lnTo>
                  <a:pt x="0" y="76199"/>
                </a:lnTo>
                <a:lnTo>
                  <a:pt x="338" y="388227"/>
                </a:lnTo>
                <a:lnTo>
                  <a:pt x="15734" y="427264"/>
                </a:lnTo>
                <a:lnTo>
                  <a:pt x="48499" y="451931"/>
                </a:lnTo>
                <a:lnTo>
                  <a:pt x="76199" y="457199"/>
                </a:lnTo>
                <a:lnTo>
                  <a:pt x="4198226" y="456875"/>
                </a:lnTo>
                <a:lnTo>
                  <a:pt x="4237263" y="441920"/>
                </a:lnTo>
                <a:lnTo>
                  <a:pt x="4261931" y="409330"/>
                </a:lnTo>
                <a:lnTo>
                  <a:pt x="4267199" y="380999"/>
                </a:lnTo>
                <a:lnTo>
                  <a:pt x="4266875" y="69205"/>
                </a:lnTo>
                <a:lnTo>
                  <a:pt x="4251920" y="30588"/>
                </a:lnTo>
                <a:lnTo>
                  <a:pt x="4219330" y="5462"/>
                </a:lnTo>
                <a:lnTo>
                  <a:pt x="419099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4335780" y="3649980"/>
            <a:ext cx="4283963" cy="47396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5039326" y="3785071"/>
            <a:ext cx="2877820" cy="2441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9"/>
            <a:r>
              <a:rPr sz="1600" spc="-10" dirty="0">
                <a:latin typeface="Times New Roman"/>
                <a:cs typeface="Times New Roman"/>
              </a:rPr>
              <a:t>Co</a:t>
            </a:r>
            <a:r>
              <a:rPr sz="1600" spc="-30" dirty="0">
                <a:latin typeface="Times New Roman"/>
                <a:cs typeface="Times New Roman"/>
              </a:rPr>
              <a:t>m</a:t>
            </a:r>
            <a:r>
              <a:rPr sz="1600" spc="-45" dirty="0">
                <a:latin typeface="Times New Roman"/>
                <a:cs typeface="Times New Roman"/>
              </a:rPr>
              <a:t>m</a:t>
            </a:r>
            <a:r>
              <a:rPr sz="1600" spc="-10" dirty="0">
                <a:latin typeface="Times New Roman"/>
                <a:cs typeface="Times New Roman"/>
              </a:rPr>
              <a:t>u</a:t>
            </a:r>
            <a:r>
              <a:rPr sz="1600" dirty="0">
                <a:latin typeface="Times New Roman"/>
                <a:cs typeface="Times New Roman"/>
              </a:rPr>
              <a:t>n</a:t>
            </a:r>
            <a:r>
              <a:rPr sz="1600" spc="-20" dirty="0">
                <a:latin typeface="Times New Roman"/>
                <a:cs typeface="Times New Roman"/>
              </a:rPr>
              <a:t>i</a:t>
            </a:r>
            <a:r>
              <a:rPr sz="1600" spc="-4" dirty="0">
                <a:latin typeface="Times New Roman"/>
                <a:cs typeface="Times New Roman"/>
              </a:rPr>
              <a:t>cat</a:t>
            </a:r>
            <a:r>
              <a:rPr sz="1600" spc="-20" dirty="0">
                <a:latin typeface="Times New Roman"/>
                <a:cs typeface="Times New Roman"/>
              </a:rPr>
              <a:t>e</a:t>
            </a:r>
            <a:r>
              <a:rPr sz="1600" spc="-10" dirty="0">
                <a:latin typeface="Times New Roman"/>
                <a:cs typeface="Times New Roman"/>
              </a:rPr>
              <a:t>s</a:t>
            </a:r>
            <a:r>
              <a:rPr sz="1600" spc="6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the</a:t>
            </a:r>
            <a:r>
              <a:rPr sz="1600" spc="4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Co</a:t>
            </a:r>
            <a:r>
              <a:rPr sz="1600" dirty="0">
                <a:latin typeface="Times New Roman"/>
                <a:cs typeface="Times New Roman"/>
              </a:rPr>
              <a:t>n</a:t>
            </a:r>
            <a:r>
              <a:rPr sz="1600" spc="-20" dirty="0">
                <a:latin typeface="Times New Roman"/>
                <a:cs typeface="Times New Roman"/>
              </a:rPr>
              <a:t>ce</a:t>
            </a:r>
            <a:r>
              <a:rPr sz="1600" dirty="0">
                <a:latin typeface="Times New Roman"/>
                <a:cs typeface="Times New Roman"/>
              </a:rPr>
              <a:t>p</a:t>
            </a:r>
            <a:r>
              <a:rPr sz="1600" spc="-4" dirty="0">
                <a:latin typeface="Times New Roman"/>
                <a:cs typeface="Times New Roman"/>
              </a:rPr>
              <a:t>t</a:t>
            </a:r>
            <a:r>
              <a:rPr sz="1600" spc="-14" dirty="0">
                <a:latin typeface="Times New Roman"/>
                <a:cs typeface="Times New Roman"/>
              </a:rPr>
              <a:t> </a:t>
            </a:r>
            <a:r>
              <a:rPr sz="1600" spc="-4" dirty="0">
                <a:latin typeface="Times New Roman"/>
                <a:cs typeface="Times New Roman"/>
              </a:rPr>
              <a:t>cl</a:t>
            </a:r>
            <a:r>
              <a:rPr sz="1600" spc="-20" dirty="0">
                <a:latin typeface="Times New Roman"/>
                <a:cs typeface="Times New Roman"/>
              </a:rPr>
              <a:t>ea</a:t>
            </a:r>
            <a:r>
              <a:rPr sz="1600" spc="-14" dirty="0">
                <a:latin typeface="Times New Roman"/>
                <a:cs typeface="Times New Roman"/>
              </a:rPr>
              <a:t>r</a:t>
            </a:r>
            <a:r>
              <a:rPr sz="1600" spc="-10" dirty="0">
                <a:latin typeface="Times New Roman"/>
                <a:cs typeface="Times New Roman"/>
              </a:rPr>
              <a:t>ly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4343400" y="4495800"/>
            <a:ext cx="4267200" cy="457200"/>
          </a:xfrm>
          <a:custGeom>
            <a:avLst/>
            <a:gdLst/>
            <a:ahLst/>
            <a:cxnLst/>
            <a:rect l="l" t="t" r="r" b="b"/>
            <a:pathLst>
              <a:path w="4267200" h="457200">
                <a:moveTo>
                  <a:pt x="4190999" y="0"/>
                </a:moveTo>
                <a:lnTo>
                  <a:pt x="69205" y="338"/>
                </a:lnTo>
                <a:lnTo>
                  <a:pt x="30588" y="15734"/>
                </a:lnTo>
                <a:lnTo>
                  <a:pt x="5462" y="48499"/>
                </a:lnTo>
                <a:lnTo>
                  <a:pt x="0" y="76199"/>
                </a:lnTo>
                <a:lnTo>
                  <a:pt x="338" y="388227"/>
                </a:lnTo>
                <a:lnTo>
                  <a:pt x="15734" y="427264"/>
                </a:lnTo>
                <a:lnTo>
                  <a:pt x="48499" y="451931"/>
                </a:lnTo>
                <a:lnTo>
                  <a:pt x="76199" y="457199"/>
                </a:lnTo>
                <a:lnTo>
                  <a:pt x="4198226" y="456875"/>
                </a:lnTo>
                <a:lnTo>
                  <a:pt x="4237263" y="441920"/>
                </a:lnTo>
                <a:lnTo>
                  <a:pt x="4261931" y="409330"/>
                </a:lnTo>
                <a:lnTo>
                  <a:pt x="4267199" y="380999"/>
                </a:lnTo>
                <a:lnTo>
                  <a:pt x="4266875" y="69205"/>
                </a:lnTo>
                <a:lnTo>
                  <a:pt x="4251920" y="30588"/>
                </a:lnTo>
                <a:lnTo>
                  <a:pt x="4219330" y="5462"/>
                </a:lnTo>
                <a:lnTo>
                  <a:pt x="419099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4335780" y="4488180"/>
            <a:ext cx="4283963" cy="47396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5377603" y="4623260"/>
            <a:ext cx="2202180" cy="2441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9"/>
            <a:r>
              <a:rPr sz="1600" spc="-14" dirty="0">
                <a:latin typeface="Times New Roman"/>
                <a:cs typeface="Times New Roman"/>
              </a:rPr>
              <a:t>Mo</a:t>
            </a:r>
            <a:r>
              <a:rPr sz="1600" dirty="0">
                <a:latin typeface="Times New Roman"/>
                <a:cs typeface="Times New Roman"/>
              </a:rPr>
              <a:t>n</a:t>
            </a:r>
            <a:r>
              <a:rPr sz="1600" spc="-20" dirty="0">
                <a:latin typeface="Times New Roman"/>
                <a:cs typeface="Times New Roman"/>
              </a:rPr>
              <a:t>e</a:t>
            </a:r>
            <a:r>
              <a:rPr sz="1600" spc="-125" dirty="0">
                <a:latin typeface="Times New Roman"/>
                <a:cs typeface="Times New Roman"/>
              </a:rPr>
              <a:t>y</a:t>
            </a:r>
            <a:r>
              <a:rPr sz="1600" spc="-4" dirty="0">
                <a:latin typeface="Times New Roman"/>
                <a:cs typeface="Times New Roman"/>
              </a:rPr>
              <a:t>,</a:t>
            </a:r>
            <a:r>
              <a:rPr sz="1600" spc="14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P</a:t>
            </a:r>
            <a:r>
              <a:rPr sz="1600" spc="-4" dirty="0">
                <a:latin typeface="Times New Roman"/>
                <a:cs typeface="Times New Roman"/>
              </a:rPr>
              <a:t>e</a:t>
            </a:r>
            <a:r>
              <a:rPr sz="1600" spc="-10" dirty="0">
                <a:latin typeface="Times New Roman"/>
                <a:cs typeface="Times New Roman"/>
              </a:rPr>
              <a:t>o</a:t>
            </a:r>
            <a:r>
              <a:rPr sz="1600" dirty="0">
                <a:latin typeface="Times New Roman"/>
                <a:cs typeface="Times New Roman"/>
              </a:rPr>
              <a:t>p</a:t>
            </a:r>
            <a:r>
              <a:rPr sz="1600" spc="-20" dirty="0">
                <a:latin typeface="Times New Roman"/>
                <a:cs typeface="Times New Roman"/>
              </a:rPr>
              <a:t>l</a:t>
            </a:r>
            <a:r>
              <a:rPr sz="1600" spc="-10" dirty="0">
                <a:latin typeface="Times New Roman"/>
                <a:cs typeface="Times New Roman"/>
              </a:rPr>
              <a:t>e</a:t>
            </a:r>
            <a:r>
              <a:rPr sz="1600" spc="4" dirty="0">
                <a:latin typeface="Times New Roman"/>
                <a:cs typeface="Times New Roman"/>
              </a:rPr>
              <a:t> </a:t>
            </a:r>
            <a:r>
              <a:rPr sz="1600" spc="-4" dirty="0">
                <a:latin typeface="Times New Roman"/>
                <a:cs typeface="Times New Roman"/>
              </a:rPr>
              <a:t>a</a:t>
            </a:r>
            <a:r>
              <a:rPr sz="1600" spc="-10" dirty="0">
                <a:latin typeface="Times New Roman"/>
                <a:cs typeface="Times New Roman"/>
              </a:rPr>
              <a:t>nd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14" dirty="0">
                <a:latin typeface="Times New Roman"/>
                <a:cs typeface="Times New Roman"/>
              </a:rPr>
              <a:t>T</a:t>
            </a:r>
            <a:r>
              <a:rPr sz="1600" spc="-10" dirty="0">
                <a:latin typeface="Times New Roman"/>
                <a:cs typeface="Times New Roman"/>
              </a:rPr>
              <a:t>hin</a:t>
            </a:r>
            <a:r>
              <a:rPr sz="1600" dirty="0">
                <a:latin typeface="Times New Roman"/>
                <a:cs typeface="Times New Roman"/>
              </a:rPr>
              <a:t>g</a:t>
            </a:r>
            <a:r>
              <a:rPr sz="1600" spc="-10" dirty="0">
                <a:latin typeface="Times New Roman"/>
                <a:cs typeface="Times New Roman"/>
              </a:rPr>
              <a:t>s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4343400" y="5410200"/>
            <a:ext cx="4267200" cy="457200"/>
          </a:xfrm>
          <a:custGeom>
            <a:avLst/>
            <a:gdLst/>
            <a:ahLst/>
            <a:cxnLst/>
            <a:rect l="l" t="t" r="r" b="b"/>
            <a:pathLst>
              <a:path w="4267200" h="457200">
                <a:moveTo>
                  <a:pt x="4190999" y="0"/>
                </a:moveTo>
                <a:lnTo>
                  <a:pt x="69205" y="338"/>
                </a:lnTo>
                <a:lnTo>
                  <a:pt x="30588" y="15734"/>
                </a:lnTo>
                <a:lnTo>
                  <a:pt x="5462" y="48499"/>
                </a:lnTo>
                <a:lnTo>
                  <a:pt x="0" y="76199"/>
                </a:lnTo>
                <a:lnTo>
                  <a:pt x="338" y="388227"/>
                </a:lnTo>
                <a:lnTo>
                  <a:pt x="15734" y="427264"/>
                </a:lnTo>
                <a:lnTo>
                  <a:pt x="48499" y="451931"/>
                </a:lnTo>
                <a:lnTo>
                  <a:pt x="76199" y="457199"/>
                </a:lnTo>
                <a:lnTo>
                  <a:pt x="4198226" y="456875"/>
                </a:lnTo>
                <a:lnTo>
                  <a:pt x="4237263" y="441920"/>
                </a:lnTo>
                <a:lnTo>
                  <a:pt x="4261931" y="409330"/>
                </a:lnTo>
                <a:lnTo>
                  <a:pt x="4267199" y="380999"/>
                </a:lnTo>
                <a:lnTo>
                  <a:pt x="4266875" y="69205"/>
                </a:lnTo>
                <a:lnTo>
                  <a:pt x="4251920" y="30588"/>
                </a:lnTo>
                <a:lnTo>
                  <a:pt x="4219330" y="5462"/>
                </a:lnTo>
                <a:lnTo>
                  <a:pt x="419099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4335780" y="5402580"/>
            <a:ext cx="4283963" cy="47396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4745193" y="5537635"/>
            <a:ext cx="3466465" cy="2441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9"/>
            <a:r>
              <a:rPr sz="1600" spc="-20" dirty="0">
                <a:latin typeface="Times New Roman"/>
                <a:cs typeface="Times New Roman"/>
              </a:rPr>
              <a:t>O</a:t>
            </a:r>
            <a:r>
              <a:rPr sz="1600" spc="-35" dirty="0">
                <a:latin typeface="Times New Roman"/>
                <a:cs typeface="Times New Roman"/>
              </a:rPr>
              <a:t>r</a:t>
            </a:r>
            <a:r>
              <a:rPr sz="1600" spc="-10" dirty="0">
                <a:latin typeface="Times New Roman"/>
                <a:cs typeface="Times New Roman"/>
              </a:rPr>
              <a:t>g</a:t>
            </a:r>
            <a:r>
              <a:rPr sz="1600" spc="-20" dirty="0">
                <a:latin typeface="Times New Roman"/>
                <a:cs typeface="Times New Roman"/>
              </a:rPr>
              <a:t>a</a:t>
            </a:r>
            <a:r>
              <a:rPr sz="1600" dirty="0">
                <a:latin typeface="Times New Roman"/>
                <a:cs typeface="Times New Roman"/>
              </a:rPr>
              <a:t>n</a:t>
            </a:r>
            <a:r>
              <a:rPr sz="1600" spc="-4" dirty="0">
                <a:latin typeface="Times New Roman"/>
                <a:cs typeface="Times New Roman"/>
              </a:rPr>
              <a:t>i</a:t>
            </a:r>
            <a:r>
              <a:rPr sz="1600" spc="-20" dirty="0">
                <a:latin typeface="Times New Roman"/>
                <a:cs typeface="Times New Roman"/>
              </a:rPr>
              <a:t>ze</a:t>
            </a:r>
            <a:r>
              <a:rPr sz="1600" spc="-10" dirty="0">
                <a:latin typeface="Times New Roman"/>
                <a:cs typeface="Times New Roman"/>
              </a:rPr>
              <a:t>s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14" dirty="0">
                <a:latin typeface="Times New Roman"/>
                <a:cs typeface="Times New Roman"/>
              </a:rPr>
              <a:t>r</a:t>
            </a:r>
            <a:r>
              <a:rPr sz="1600" spc="-20" dirty="0">
                <a:latin typeface="Times New Roman"/>
                <a:cs typeface="Times New Roman"/>
              </a:rPr>
              <a:t>e</a:t>
            </a:r>
            <a:r>
              <a:rPr sz="1600" spc="-10" dirty="0">
                <a:latin typeface="Times New Roman"/>
                <a:cs typeface="Times New Roman"/>
              </a:rPr>
              <a:t>s</a:t>
            </a:r>
            <a:r>
              <a:rPr sz="1600" dirty="0">
                <a:latin typeface="Times New Roman"/>
                <a:cs typeface="Times New Roman"/>
              </a:rPr>
              <a:t>o</a:t>
            </a:r>
            <a:r>
              <a:rPr sz="1600" spc="-10" dirty="0">
                <a:latin typeface="Times New Roman"/>
                <a:cs typeface="Times New Roman"/>
              </a:rPr>
              <a:t>u</a:t>
            </a:r>
            <a:r>
              <a:rPr sz="1600" spc="-14" dirty="0">
                <a:latin typeface="Times New Roman"/>
                <a:cs typeface="Times New Roman"/>
              </a:rPr>
              <a:t>r</a:t>
            </a:r>
            <a:r>
              <a:rPr sz="1600" spc="-4" dirty="0">
                <a:latin typeface="Times New Roman"/>
                <a:cs typeface="Times New Roman"/>
              </a:rPr>
              <a:t>c</a:t>
            </a:r>
            <a:r>
              <a:rPr sz="1600" spc="-20" dirty="0">
                <a:latin typeface="Times New Roman"/>
                <a:cs typeface="Times New Roman"/>
              </a:rPr>
              <a:t>e</a:t>
            </a:r>
            <a:r>
              <a:rPr sz="1600" spc="-10" dirty="0">
                <a:latin typeface="Times New Roman"/>
                <a:cs typeface="Times New Roman"/>
              </a:rPr>
              <a:t>s</a:t>
            </a:r>
            <a:r>
              <a:rPr sz="1600" spc="14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to</a:t>
            </a:r>
            <a:r>
              <a:rPr sz="1600" spc="14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c</a:t>
            </a:r>
            <a:r>
              <a:rPr sz="1600" dirty="0">
                <a:latin typeface="Times New Roman"/>
                <a:cs typeface="Times New Roman"/>
              </a:rPr>
              <a:t>r</a:t>
            </a:r>
            <a:r>
              <a:rPr sz="1600" spc="-20" dirty="0">
                <a:latin typeface="Times New Roman"/>
                <a:cs typeface="Times New Roman"/>
              </a:rPr>
              <a:t>ea</a:t>
            </a:r>
            <a:r>
              <a:rPr sz="1600" spc="-10" dirty="0">
                <a:latin typeface="Times New Roman"/>
                <a:cs typeface="Times New Roman"/>
              </a:rPr>
              <a:t>te</a:t>
            </a:r>
            <a:r>
              <a:rPr sz="1600" spc="4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n</a:t>
            </a:r>
            <a:r>
              <a:rPr sz="1600" spc="-20" dirty="0">
                <a:latin typeface="Times New Roman"/>
                <a:cs typeface="Times New Roman"/>
              </a:rPr>
              <a:t>e</a:t>
            </a:r>
            <a:r>
              <a:rPr sz="1600" spc="-14" dirty="0">
                <a:latin typeface="Times New Roman"/>
                <a:cs typeface="Times New Roman"/>
              </a:rPr>
              <a:t>w</a:t>
            </a:r>
            <a:r>
              <a:rPr sz="1600" spc="-4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</a:t>
            </a:r>
            <a:r>
              <a:rPr sz="1600" spc="-20" dirty="0">
                <a:latin typeface="Times New Roman"/>
                <a:cs typeface="Times New Roman"/>
              </a:rPr>
              <a:t>e</a:t>
            </a:r>
            <a:r>
              <a:rPr sz="1600" spc="-10" dirty="0">
                <a:latin typeface="Times New Roman"/>
                <a:cs typeface="Times New Roman"/>
              </a:rPr>
              <a:t>nt</a:t>
            </a:r>
            <a:r>
              <a:rPr sz="1600" dirty="0">
                <a:latin typeface="Times New Roman"/>
                <a:cs typeface="Times New Roman"/>
              </a:rPr>
              <a:t>u</a:t>
            </a:r>
            <a:r>
              <a:rPr sz="1600" spc="-14" dirty="0">
                <a:latin typeface="Times New Roman"/>
                <a:cs typeface="Times New Roman"/>
              </a:rPr>
              <a:t>r</a:t>
            </a:r>
            <a:r>
              <a:rPr sz="1600" spc="-10" dirty="0">
                <a:latin typeface="Times New Roman"/>
                <a:cs typeface="Times New Roman"/>
              </a:rPr>
              <a:t>e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4343400" y="6324600"/>
            <a:ext cx="4267200" cy="457200"/>
          </a:xfrm>
          <a:custGeom>
            <a:avLst/>
            <a:gdLst/>
            <a:ahLst/>
            <a:cxnLst/>
            <a:rect l="l" t="t" r="r" b="b"/>
            <a:pathLst>
              <a:path w="4267200" h="457200">
                <a:moveTo>
                  <a:pt x="4190999" y="0"/>
                </a:moveTo>
                <a:lnTo>
                  <a:pt x="69205" y="338"/>
                </a:lnTo>
                <a:lnTo>
                  <a:pt x="30588" y="15734"/>
                </a:lnTo>
                <a:lnTo>
                  <a:pt x="5462" y="48499"/>
                </a:lnTo>
                <a:lnTo>
                  <a:pt x="0" y="76199"/>
                </a:lnTo>
                <a:lnTo>
                  <a:pt x="338" y="388227"/>
                </a:lnTo>
                <a:lnTo>
                  <a:pt x="15734" y="427264"/>
                </a:lnTo>
                <a:lnTo>
                  <a:pt x="48499" y="451931"/>
                </a:lnTo>
                <a:lnTo>
                  <a:pt x="76199" y="457199"/>
                </a:lnTo>
                <a:lnTo>
                  <a:pt x="4198226" y="456875"/>
                </a:lnTo>
                <a:lnTo>
                  <a:pt x="4237263" y="441920"/>
                </a:lnTo>
                <a:lnTo>
                  <a:pt x="4261931" y="409330"/>
                </a:lnTo>
                <a:lnTo>
                  <a:pt x="4267199" y="380999"/>
                </a:lnTo>
                <a:lnTo>
                  <a:pt x="4266875" y="69205"/>
                </a:lnTo>
                <a:lnTo>
                  <a:pt x="4251920" y="30588"/>
                </a:lnTo>
                <a:lnTo>
                  <a:pt x="4219330" y="5462"/>
                </a:lnTo>
                <a:lnTo>
                  <a:pt x="419099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4335780" y="6316980"/>
            <a:ext cx="4283963" cy="47396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/>
          <p:nvPr/>
        </p:nvSpPr>
        <p:spPr>
          <a:xfrm>
            <a:off x="4714700" y="6452039"/>
            <a:ext cx="3525520" cy="2441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9"/>
            <a:r>
              <a:rPr sz="1600" spc="-14" dirty="0">
                <a:latin typeface="Times New Roman"/>
                <a:cs typeface="Times New Roman"/>
              </a:rPr>
              <a:t>M</a:t>
            </a:r>
            <a:r>
              <a:rPr sz="1600" spc="-20" dirty="0">
                <a:latin typeface="Times New Roman"/>
                <a:cs typeface="Times New Roman"/>
              </a:rPr>
              <a:t>ee</a:t>
            </a:r>
            <a:r>
              <a:rPr sz="1600" spc="-10" dirty="0">
                <a:latin typeface="Times New Roman"/>
                <a:cs typeface="Times New Roman"/>
              </a:rPr>
              <a:t>ts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t</a:t>
            </a:r>
            <a:r>
              <a:rPr sz="1600" dirty="0">
                <a:latin typeface="Times New Roman"/>
                <a:cs typeface="Times New Roman"/>
              </a:rPr>
              <a:t>h</a:t>
            </a:r>
            <a:r>
              <a:rPr sz="1600" spc="-10" dirty="0">
                <a:latin typeface="Times New Roman"/>
                <a:cs typeface="Times New Roman"/>
              </a:rPr>
              <a:t>e</a:t>
            </a:r>
            <a:r>
              <a:rPr sz="1600" spc="4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c</a:t>
            </a:r>
            <a:r>
              <a:rPr sz="1600" dirty="0">
                <a:latin typeface="Times New Roman"/>
                <a:cs typeface="Times New Roman"/>
              </a:rPr>
              <a:t>h</a:t>
            </a:r>
            <a:r>
              <a:rPr sz="1600" spc="-20" dirty="0">
                <a:latin typeface="Times New Roman"/>
                <a:cs typeface="Times New Roman"/>
              </a:rPr>
              <a:t>a</a:t>
            </a:r>
            <a:r>
              <a:rPr sz="1600" spc="-10" dirty="0">
                <a:latin typeface="Times New Roman"/>
                <a:cs typeface="Times New Roman"/>
              </a:rPr>
              <a:t>n</a:t>
            </a:r>
            <a:r>
              <a:rPr sz="1600" dirty="0">
                <a:latin typeface="Times New Roman"/>
                <a:cs typeface="Times New Roman"/>
              </a:rPr>
              <a:t>g</a:t>
            </a:r>
            <a:r>
              <a:rPr sz="1600" spc="-20" dirty="0">
                <a:latin typeface="Times New Roman"/>
                <a:cs typeface="Times New Roman"/>
              </a:rPr>
              <a:t>i</a:t>
            </a:r>
            <a:r>
              <a:rPr sz="1600" dirty="0">
                <a:latin typeface="Times New Roman"/>
                <a:cs typeface="Times New Roman"/>
              </a:rPr>
              <a:t>n</a:t>
            </a:r>
            <a:r>
              <a:rPr sz="1600" spc="-10" dirty="0">
                <a:latin typeface="Times New Roman"/>
                <a:cs typeface="Times New Roman"/>
              </a:rPr>
              <a:t>g</a:t>
            </a:r>
            <a:r>
              <a:rPr sz="1600" spc="-4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d</a:t>
            </a:r>
            <a:r>
              <a:rPr sz="1600" spc="-4" dirty="0">
                <a:latin typeface="Times New Roman"/>
                <a:cs typeface="Times New Roman"/>
              </a:rPr>
              <a:t>e</a:t>
            </a:r>
            <a:r>
              <a:rPr sz="1600" spc="-45" dirty="0">
                <a:latin typeface="Times New Roman"/>
                <a:cs typeface="Times New Roman"/>
              </a:rPr>
              <a:t>m</a:t>
            </a:r>
            <a:r>
              <a:rPr sz="1600" spc="-20" dirty="0">
                <a:latin typeface="Times New Roman"/>
                <a:cs typeface="Times New Roman"/>
              </a:rPr>
              <a:t>a</a:t>
            </a:r>
            <a:r>
              <a:rPr sz="1600" spc="-10" dirty="0">
                <a:latin typeface="Times New Roman"/>
                <a:cs typeface="Times New Roman"/>
              </a:rPr>
              <a:t>n</a:t>
            </a:r>
            <a:r>
              <a:rPr sz="1600" dirty="0">
                <a:latin typeface="Times New Roman"/>
                <a:cs typeface="Times New Roman"/>
              </a:rPr>
              <a:t>d</a:t>
            </a:r>
            <a:r>
              <a:rPr sz="1600" spc="-10" dirty="0">
                <a:latin typeface="Times New Roman"/>
                <a:cs typeface="Times New Roman"/>
              </a:rPr>
              <a:t>s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of the</a:t>
            </a:r>
            <a:r>
              <a:rPr sz="1600" spc="4" dirty="0">
                <a:latin typeface="Times New Roman"/>
                <a:cs typeface="Times New Roman"/>
              </a:rPr>
              <a:t> </a:t>
            </a:r>
            <a:r>
              <a:rPr sz="1600" spc="-45" dirty="0">
                <a:latin typeface="Times New Roman"/>
                <a:cs typeface="Times New Roman"/>
              </a:rPr>
              <a:t>m</a:t>
            </a:r>
            <a:r>
              <a:rPr sz="1600" spc="-20" dirty="0">
                <a:latin typeface="Times New Roman"/>
                <a:cs typeface="Times New Roman"/>
              </a:rPr>
              <a:t>a</a:t>
            </a:r>
            <a:r>
              <a:rPr sz="1600" dirty="0">
                <a:latin typeface="Times New Roman"/>
                <a:cs typeface="Times New Roman"/>
              </a:rPr>
              <a:t>r</a:t>
            </a:r>
            <a:r>
              <a:rPr sz="1600" spc="-10" dirty="0">
                <a:latin typeface="Times New Roman"/>
                <a:cs typeface="Times New Roman"/>
              </a:rPr>
              <a:t>k</a:t>
            </a:r>
            <a:r>
              <a:rPr sz="1600" spc="-20" dirty="0">
                <a:latin typeface="Times New Roman"/>
                <a:cs typeface="Times New Roman"/>
              </a:rPr>
              <a:t>e</a:t>
            </a:r>
            <a:r>
              <a:rPr sz="1600" spc="-4" dirty="0">
                <a:latin typeface="Times New Roman"/>
                <a:cs typeface="Times New Roman"/>
              </a:rPr>
              <a:t>t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936753" y="1314559"/>
            <a:ext cx="278130" cy="279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9"/>
            <a:r>
              <a:rPr spc="-10" dirty="0">
                <a:latin typeface="Century Gothic"/>
                <a:cs typeface="Century Gothic"/>
              </a:rPr>
              <a:t>2</a:t>
            </a:r>
            <a:r>
              <a:rPr dirty="0">
                <a:latin typeface="Century Gothic"/>
                <a:cs typeface="Century Gothic"/>
              </a:rPr>
              <a:t>3</a:t>
            </a:r>
            <a:endParaRPr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1" y="457201"/>
            <a:ext cx="9144000" cy="6857999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0" y="6857999"/>
                </a:moveTo>
                <a:lnTo>
                  <a:pt x="9143999" y="6857999"/>
                </a:lnTo>
                <a:lnTo>
                  <a:pt x="914399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A5A5A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7201" y="681228"/>
            <a:ext cx="2145791" cy="66339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517092" y="700961"/>
            <a:ext cx="6378576" cy="4534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9"/>
            <a:r>
              <a:rPr sz="2900" b="1" spc="4" dirty="0">
                <a:solidFill>
                  <a:srgbClr val="252525"/>
                </a:solidFill>
                <a:latin typeface="Times New Roman"/>
                <a:cs typeface="Times New Roman"/>
              </a:rPr>
              <a:t>B</a:t>
            </a:r>
            <a:r>
              <a:rPr sz="2900" b="1" spc="-14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2900" b="1" spc="1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2900" b="1" spc="-14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29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2900" b="1" spc="4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29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2900" b="1" dirty="0">
                <a:solidFill>
                  <a:srgbClr val="252525"/>
                </a:solidFill>
                <a:latin typeface="Times New Roman"/>
                <a:cs typeface="Times New Roman"/>
              </a:rPr>
              <a:t>s a</a:t>
            </a:r>
            <a:r>
              <a:rPr sz="2900" b="1" spc="-2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2900" b="1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2900" b="1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900" b="1" spc="-14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2900" b="1" dirty="0">
                <a:solidFill>
                  <a:srgbClr val="252525"/>
                </a:solidFill>
                <a:latin typeface="Times New Roman"/>
                <a:cs typeface="Times New Roman"/>
              </a:rPr>
              <a:t>y</a:t>
            </a:r>
            <a:r>
              <a:rPr sz="29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2900" b="1" spc="10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2900" b="1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2900" b="1" spc="-3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900" b="1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29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900" b="1" spc="4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2900" b="1" spc="-2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2900" b="1" spc="2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2900" b="1" spc="-7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2900" b="1" spc="14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2900" b="1" spc="-20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2900" b="1" spc="-4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2900" b="1" spc="-14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2900" b="1" spc="1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2900" b="1" spc="-14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2900" b="1" spc="10" dirty="0">
                <a:solidFill>
                  <a:srgbClr val="252525"/>
                </a:solidFill>
                <a:latin typeface="Times New Roman"/>
                <a:cs typeface="Times New Roman"/>
              </a:rPr>
              <a:t>u</a:t>
            </a:r>
            <a:r>
              <a:rPr sz="2900" b="1" spc="-14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2900" b="1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2900" b="1" spc="10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2900" b="1" spc="4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2900" b="1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133601" y="1447801"/>
            <a:ext cx="7162800" cy="5562599"/>
          </a:xfrm>
          <a:custGeom>
            <a:avLst/>
            <a:gdLst/>
            <a:ahLst/>
            <a:cxnLst/>
            <a:rect l="l" t="t" r="r" b="b"/>
            <a:pathLst>
              <a:path w="7162800" h="5562600">
                <a:moveTo>
                  <a:pt x="0" y="5562599"/>
                </a:moveTo>
                <a:lnTo>
                  <a:pt x="7162799" y="5562599"/>
                </a:lnTo>
                <a:lnTo>
                  <a:pt x="7162799" y="0"/>
                </a:lnTo>
                <a:lnTo>
                  <a:pt x="0" y="0"/>
                </a:lnTo>
                <a:lnTo>
                  <a:pt x="0" y="55625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133601" y="1447801"/>
            <a:ext cx="7162800" cy="5562599"/>
          </a:xfrm>
          <a:custGeom>
            <a:avLst/>
            <a:gdLst/>
            <a:ahLst/>
            <a:cxnLst/>
            <a:rect l="l" t="t" r="r" b="b"/>
            <a:pathLst>
              <a:path w="7162800" h="5562600">
                <a:moveTo>
                  <a:pt x="0" y="5562599"/>
                </a:moveTo>
                <a:lnTo>
                  <a:pt x="7162799" y="5562599"/>
                </a:lnTo>
                <a:lnTo>
                  <a:pt x="7162799" y="0"/>
                </a:lnTo>
                <a:lnTo>
                  <a:pt x="0" y="0"/>
                </a:lnTo>
                <a:lnTo>
                  <a:pt x="0" y="5562599"/>
                </a:lnTo>
                <a:close/>
              </a:path>
            </a:pathLst>
          </a:custGeom>
          <a:ln w="15239">
            <a:solidFill>
              <a:srgbClr val="71855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213917" y="1493145"/>
            <a:ext cx="7005320" cy="54373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9"/>
            <a:r>
              <a:rPr sz="2500" b="1" spc="4" dirty="0">
                <a:latin typeface="Times New Roman"/>
                <a:cs typeface="Times New Roman"/>
              </a:rPr>
              <a:t>B</a:t>
            </a:r>
            <a:r>
              <a:rPr sz="2500" b="1" spc="-10" dirty="0">
                <a:latin typeface="Times New Roman"/>
                <a:cs typeface="Times New Roman"/>
              </a:rPr>
              <a:t>e</a:t>
            </a:r>
            <a:r>
              <a:rPr sz="2500" b="1" spc="4" dirty="0">
                <a:latin typeface="Times New Roman"/>
                <a:cs typeface="Times New Roman"/>
              </a:rPr>
              <a:t>n</a:t>
            </a:r>
            <a:r>
              <a:rPr sz="2500" b="1" spc="-10" dirty="0">
                <a:latin typeface="Times New Roman"/>
                <a:cs typeface="Times New Roman"/>
              </a:rPr>
              <a:t>ef</a:t>
            </a:r>
            <a:r>
              <a:rPr sz="2500" b="1" dirty="0">
                <a:latin typeface="Times New Roman"/>
                <a:cs typeface="Times New Roman"/>
              </a:rPr>
              <a:t>i</a:t>
            </a:r>
            <a:r>
              <a:rPr sz="2500" b="1" spc="14" dirty="0">
                <a:latin typeface="Times New Roman"/>
                <a:cs typeface="Times New Roman"/>
              </a:rPr>
              <a:t>t</a:t>
            </a:r>
            <a:r>
              <a:rPr sz="2500" b="1" dirty="0">
                <a:latin typeface="Times New Roman"/>
                <a:cs typeface="Times New Roman"/>
              </a:rPr>
              <a:t>s</a:t>
            </a:r>
            <a:r>
              <a:rPr sz="2500" b="1" spc="-2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of</a:t>
            </a:r>
            <a:r>
              <a:rPr sz="2500" b="1" spc="-10" dirty="0">
                <a:latin typeface="Times New Roman"/>
                <a:cs typeface="Times New Roman"/>
              </a:rPr>
              <a:t> </a:t>
            </a:r>
            <a:r>
              <a:rPr sz="2500" b="1" spc="4" dirty="0">
                <a:latin typeface="Times New Roman"/>
                <a:cs typeface="Times New Roman"/>
              </a:rPr>
              <a:t>E</a:t>
            </a:r>
            <a:r>
              <a:rPr sz="2500" b="1" spc="-14" dirty="0">
                <a:latin typeface="Times New Roman"/>
                <a:cs typeface="Times New Roman"/>
              </a:rPr>
              <a:t>n</a:t>
            </a:r>
            <a:r>
              <a:rPr sz="2500" b="1" spc="14" dirty="0">
                <a:latin typeface="Times New Roman"/>
                <a:cs typeface="Times New Roman"/>
              </a:rPr>
              <a:t>t</a:t>
            </a:r>
            <a:r>
              <a:rPr sz="2500" b="1" spc="-60" dirty="0">
                <a:latin typeface="Times New Roman"/>
                <a:cs typeface="Times New Roman"/>
              </a:rPr>
              <a:t>r</a:t>
            </a:r>
            <a:r>
              <a:rPr sz="2500" b="1" spc="10" dirty="0">
                <a:latin typeface="Times New Roman"/>
                <a:cs typeface="Times New Roman"/>
              </a:rPr>
              <a:t>e</a:t>
            </a:r>
            <a:r>
              <a:rPr sz="2500" b="1" spc="-14" dirty="0">
                <a:latin typeface="Times New Roman"/>
                <a:cs typeface="Times New Roman"/>
              </a:rPr>
              <a:t>p</a:t>
            </a:r>
            <a:r>
              <a:rPr sz="2500" b="1" spc="-35" dirty="0">
                <a:latin typeface="Times New Roman"/>
                <a:cs typeface="Times New Roman"/>
              </a:rPr>
              <a:t>r</a:t>
            </a:r>
            <a:r>
              <a:rPr sz="2500" b="1" spc="10" dirty="0">
                <a:latin typeface="Times New Roman"/>
                <a:cs typeface="Times New Roman"/>
              </a:rPr>
              <a:t>e</a:t>
            </a:r>
            <a:r>
              <a:rPr sz="2500" b="1" spc="-14" dirty="0">
                <a:latin typeface="Times New Roman"/>
                <a:cs typeface="Times New Roman"/>
              </a:rPr>
              <a:t>n</a:t>
            </a:r>
            <a:r>
              <a:rPr sz="2500" b="1" spc="10" dirty="0">
                <a:latin typeface="Times New Roman"/>
                <a:cs typeface="Times New Roman"/>
              </a:rPr>
              <a:t>e</a:t>
            </a:r>
            <a:r>
              <a:rPr sz="2500" b="1" spc="-14" dirty="0">
                <a:latin typeface="Times New Roman"/>
                <a:cs typeface="Times New Roman"/>
              </a:rPr>
              <a:t>u</a:t>
            </a:r>
            <a:r>
              <a:rPr sz="2500" b="1" spc="10" dirty="0">
                <a:latin typeface="Times New Roman"/>
                <a:cs typeface="Times New Roman"/>
              </a:rPr>
              <a:t>r</a:t>
            </a:r>
            <a:r>
              <a:rPr sz="2500" b="1" spc="-25" dirty="0">
                <a:latin typeface="Times New Roman"/>
                <a:cs typeface="Times New Roman"/>
              </a:rPr>
              <a:t>s</a:t>
            </a:r>
            <a:r>
              <a:rPr sz="2500" b="1" spc="4" dirty="0">
                <a:latin typeface="Times New Roman"/>
                <a:cs typeface="Times New Roman"/>
              </a:rPr>
              <a:t>h</a:t>
            </a:r>
            <a:r>
              <a:rPr sz="2500" b="1" dirty="0">
                <a:latin typeface="Times New Roman"/>
                <a:cs typeface="Times New Roman"/>
              </a:rPr>
              <a:t>ip</a:t>
            </a:r>
            <a:endParaRPr sz="2500">
              <a:latin typeface="Times New Roman"/>
              <a:cs typeface="Times New Roman"/>
            </a:endParaRPr>
          </a:p>
          <a:p>
            <a:pPr marL="355558" marR="5080" indent="-342859" algn="just">
              <a:lnSpc>
                <a:spcPts val="2589"/>
              </a:lnSpc>
              <a:spcBef>
                <a:spcPts val="1035"/>
              </a:spcBef>
            </a:pPr>
            <a:r>
              <a:rPr sz="2500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2500" spc="-40" dirty="0">
                <a:solidFill>
                  <a:srgbClr val="A42F0F"/>
                </a:solidFill>
                <a:latin typeface="Times New Roman"/>
                <a:cs typeface="Times New Roman"/>
              </a:rPr>
              <a:t> </a:t>
            </a:r>
            <a:r>
              <a:rPr sz="2500" spc="-4" dirty="0">
                <a:solidFill>
                  <a:srgbClr val="C00000"/>
                </a:solidFill>
                <a:latin typeface="Times New Roman"/>
                <a:cs typeface="Times New Roman"/>
              </a:rPr>
              <a:t>O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ppo</a:t>
            </a:r>
            <a:r>
              <a:rPr sz="2500" spc="-10" dirty="0">
                <a:solidFill>
                  <a:srgbClr val="C00000"/>
                </a:solidFill>
                <a:latin typeface="Times New Roman"/>
                <a:cs typeface="Times New Roman"/>
              </a:rPr>
              <a:t>r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tunity </a:t>
            </a:r>
            <a:r>
              <a:rPr sz="2500" spc="-7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to </a:t>
            </a:r>
            <a:r>
              <a:rPr sz="2500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500" spc="-10" dirty="0">
                <a:solidFill>
                  <a:srgbClr val="C00000"/>
                </a:solidFill>
                <a:latin typeface="Times New Roman"/>
                <a:cs typeface="Times New Roman"/>
              </a:rPr>
              <a:t>c</a:t>
            </a:r>
            <a:r>
              <a:rPr sz="2500" spc="14" dirty="0">
                <a:solidFill>
                  <a:srgbClr val="C00000"/>
                </a:solidFill>
                <a:latin typeface="Times New Roman"/>
                <a:cs typeface="Times New Roman"/>
              </a:rPr>
              <a:t>r</a:t>
            </a:r>
            <a:r>
              <a:rPr sz="2500" spc="-10" dirty="0">
                <a:solidFill>
                  <a:srgbClr val="C00000"/>
                </a:solidFill>
                <a:latin typeface="Times New Roman"/>
                <a:cs typeface="Times New Roman"/>
              </a:rPr>
              <a:t>ea</a:t>
            </a:r>
            <a:r>
              <a:rPr sz="2500" spc="-20" dirty="0">
                <a:solidFill>
                  <a:srgbClr val="C00000"/>
                </a:solidFill>
                <a:latin typeface="Times New Roman"/>
                <a:cs typeface="Times New Roman"/>
              </a:rPr>
              <a:t>t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e </a:t>
            </a:r>
            <a:r>
              <a:rPr sz="25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500" spc="-25" dirty="0">
                <a:solidFill>
                  <a:srgbClr val="C00000"/>
                </a:solidFill>
                <a:latin typeface="Times New Roman"/>
                <a:cs typeface="Times New Roman"/>
              </a:rPr>
              <a:t>y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our </a:t>
            </a:r>
            <a:r>
              <a:rPr sz="25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o</a:t>
            </a:r>
            <a:r>
              <a:rPr sz="2500" spc="-4" dirty="0">
                <a:solidFill>
                  <a:srgbClr val="C00000"/>
                </a:solidFill>
                <a:latin typeface="Times New Roman"/>
                <a:cs typeface="Times New Roman"/>
              </a:rPr>
              <a:t>w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n </a:t>
            </a:r>
            <a:r>
              <a:rPr sz="2500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d</a:t>
            </a:r>
            <a:r>
              <a:rPr sz="2500" spc="-10" dirty="0">
                <a:solidFill>
                  <a:srgbClr val="C00000"/>
                </a:solidFill>
                <a:latin typeface="Times New Roman"/>
                <a:cs typeface="Times New Roman"/>
              </a:rPr>
              <a:t>e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stin</a:t>
            </a:r>
            <a:r>
              <a:rPr sz="2500" spc="-14" dirty="0">
                <a:solidFill>
                  <a:srgbClr val="C00000"/>
                </a:solidFill>
                <a:latin typeface="Times New Roman"/>
                <a:cs typeface="Times New Roman"/>
              </a:rPr>
              <a:t>y</a:t>
            </a:r>
            <a:r>
              <a:rPr sz="2500" dirty="0">
                <a:latin typeface="Times New Roman"/>
                <a:cs typeface="Times New Roman"/>
              </a:rPr>
              <a:t>: </a:t>
            </a:r>
            <a:r>
              <a:rPr sz="2500" spc="-70" dirty="0">
                <a:latin typeface="Times New Roman"/>
                <a:cs typeface="Times New Roman"/>
              </a:rPr>
              <a:t> </a:t>
            </a:r>
            <a:r>
              <a:rPr sz="2500" spc="-4" dirty="0">
                <a:latin typeface="Times New Roman"/>
                <a:cs typeface="Times New Roman"/>
              </a:rPr>
              <a:t>Ow</a:t>
            </a:r>
            <a:r>
              <a:rPr sz="2500" dirty="0">
                <a:latin typeface="Times New Roman"/>
                <a:cs typeface="Times New Roman"/>
              </a:rPr>
              <a:t>ning 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 busin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ss</a:t>
            </a:r>
            <a:r>
              <a:rPr sz="2500" spc="29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p</a:t>
            </a:r>
            <a:r>
              <a:rPr sz="2500" spc="14" dirty="0">
                <a:latin typeface="Times New Roman"/>
                <a:cs typeface="Times New Roman"/>
              </a:rPr>
              <a:t>r</a:t>
            </a:r>
            <a:r>
              <a:rPr sz="2500" spc="-25" dirty="0">
                <a:latin typeface="Times New Roman"/>
                <a:cs typeface="Times New Roman"/>
              </a:rPr>
              <a:t>o</a:t>
            </a:r>
            <a:r>
              <a:rPr sz="2500" dirty="0">
                <a:latin typeface="Times New Roman"/>
                <a:cs typeface="Times New Roman"/>
              </a:rPr>
              <a:t>v</a:t>
            </a:r>
            <a:r>
              <a:rPr sz="2500" spc="25" dirty="0">
                <a:latin typeface="Times New Roman"/>
                <a:cs typeface="Times New Roman"/>
              </a:rPr>
              <a:t>i</a:t>
            </a:r>
            <a:r>
              <a:rPr sz="2500" dirty="0">
                <a:latin typeface="Times New Roman"/>
                <a:cs typeface="Times New Roman"/>
              </a:rPr>
              <a:t>d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s</a:t>
            </a:r>
            <a:r>
              <a:rPr sz="2500" spc="265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n</a:t>
            </a:r>
            <a:r>
              <a:rPr sz="2500" spc="28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n</a:t>
            </a:r>
            <a:r>
              <a:rPr sz="2500" spc="-20" dirty="0">
                <a:latin typeface="Times New Roman"/>
                <a:cs typeface="Times New Roman"/>
              </a:rPr>
              <a:t>t</a:t>
            </a:r>
            <a:r>
              <a:rPr sz="2500" spc="14" dirty="0">
                <a:latin typeface="Times New Roman"/>
                <a:cs typeface="Times New Roman"/>
              </a:rPr>
              <a:t>r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p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n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u</a:t>
            </a:r>
            <a:r>
              <a:rPr sz="2500" spc="14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s</a:t>
            </a:r>
            <a:r>
              <a:rPr sz="2500" spc="26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the</a:t>
            </a:r>
            <a:r>
              <a:rPr sz="2500" spc="27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ind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p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n</a:t>
            </a:r>
            <a:r>
              <a:rPr sz="2500" spc="-25" dirty="0">
                <a:latin typeface="Times New Roman"/>
                <a:cs typeface="Times New Roman"/>
              </a:rPr>
              <a:t>d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n</a:t>
            </a:r>
            <a:r>
              <a:rPr sz="2500" spc="-10" dirty="0">
                <a:latin typeface="Times New Roman"/>
                <a:cs typeface="Times New Roman"/>
              </a:rPr>
              <a:t>c</a:t>
            </a:r>
            <a:r>
              <a:rPr sz="2500" dirty="0">
                <a:latin typeface="Times New Roman"/>
                <a:cs typeface="Times New Roman"/>
              </a:rPr>
              <a:t>e 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nd </a:t>
            </a:r>
            <a:r>
              <a:rPr sz="2500" spc="-195" dirty="0">
                <a:latin typeface="Times New Roman"/>
                <a:cs typeface="Times New Roman"/>
              </a:rPr>
              <a:t> </a:t>
            </a:r>
            <a:r>
              <a:rPr sz="2500" spc="25" dirty="0">
                <a:latin typeface="Times New Roman"/>
                <a:cs typeface="Times New Roman"/>
              </a:rPr>
              <a:t>t</a:t>
            </a:r>
            <a:r>
              <a:rPr sz="2500" spc="-25" dirty="0">
                <a:latin typeface="Times New Roman"/>
                <a:cs typeface="Times New Roman"/>
              </a:rPr>
              <a:t>h</a:t>
            </a:r>
            <a:r>
              <a:rPr sz="2500" dirty="0">
                <a:latin typeface="Times New Roman"/>
                <a:cs typeface="Times New Roman"/>
              </a:rPr>
              <a:t>e </a:t>
            </a:r>
            <a:r>
              <a:rPr sz="2500" spc="-204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oppo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tun</a:t>
            </a:r>
            <a:r>
              <a:rPr sz="2500" spc="-20" dirty="0">
                <a:latin typeface="Times New Roman"/>
                <a:cs typeface="Times New Roman"/>
              </a:rPr>
              <a:t>i</a:t>
            </a:r>
            <a:r>
              <a:rPr sz="2500" spc="25" dirty="0">
                <a:latin typeface="Times New Roman"/>
                <a:cs typeface="Times New Roman"/>
              </a:rPr>
              <a:t>t</a:t>
            </a:r>
            <a:r>
              <a:rPr sz="2500" dirty="0">
                <a:latin typeface="Times New Roman"/>
                <a:cs typeface="Times New Roman"/>
              </a:rPr>
              <a:t>y </a:t>
            </a:r>
            <a:r>
              <a:rPr sz="2500" spc="-219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to </a:t>
            </a:r>
            <a:r>
              <a:rPr sz="2500" spc="-219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Times New Roman"/>
                <a:cs typeface="Times New Roman"/>
              </a:rPr>
              <a:t>ac</a:t>
            </a:r>
            <a:r>
              <a:rPr sz="2500" spc="-25" dirty="0">
                <a:latin typeface="Times New Roman"/>
                <a:cs typeface="Times New Roman"/>
              </a:rPr>
              <a:t>h</a:t>
            </a:r>
            <a:r>
              <a:rPr sz="2500" dirty="0">
                <a:latin typeface="Times New Roman"/>
                <a:cs typeface="Times New Roman"/>
              </a:rPr>
              <a:t>i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ve </a:t>
            </a:r>
            <a:r>
              <a:rPr sz="2500" spc="-204" dirty="0">
                <a:latin typeface="Times New Roman"/>
                <a:cs typeface="Times New Roman"/>
              </a:rPr>
              <a:t> </a:t>
            </a:r>
            <a:r>
              <a:rPr sz="2500" spc="-4" dirty="0">
                <a:latin typeface="Times New Roman"/>
                <a:cs typeface="Times New Roman"/>
              </a:rPr>
              <a:t>w</a:t>
            </a:r>
            <a:r>
              <a:rPr sz="2500" dirty="0">
                <a:latin typeface="Times New Roman"/>
                <a:cs typeface="Times New Roman"/>
              </a:rPr>
              <a:t>h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t </a:t>
            </a:r>
            <a:r>
              <a:rPr sz="2500" spc="-21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is </a:t>
            </a:r>
            <a:r>
              <a:rPr sz="2500" spc="-191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</a:t>
            </a:r>
            <a:r>
              <a:rPr sz="2500" spc="-20" dirty="0">
                <a:latin typeface="Times New Roman"/>
                <a:cs typeface="Times New Roman"/>
              </a:rPr>
              <a:t>m</a:t>
            </a:r>
            <a:r>
              <a:rPr sz="2500" dirty="0">
                <a:latin typeface="Times New Roman"/>
                <a:cs typeface="Times New Roman"/>
              </a:rPr>
              <a:t>po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t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nt </a:t>
            </a:r>
            <a:r>
              <a:rPr sz="2500" spc="-191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to th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spc="-20" dirty="0">
                <a:latin typeface="Times New Roman"/>
                <a:cs typeface="Times New Roman"/>
              </a:rPr>
              <a:t>m</a:t>
            </a:r>
            <a:r>
              <a:rPr sz="2500" dirty="0">
                <a:latin typeface="Times New Roman"/>
                <a:cs typeface="Times New Roman"/>
              </a:rPr>
              <a:t>.</a:t>
            </a:r>
            <a:endParaRPr sz="2500">
              <a:latin typeface="Times New Roman"/>
              <a:cs typeface="Times New Roman"/>
            </a:endParaRPr>
          </a:p>
          <a:p>
            <a:pPr marL="355558" marR="5080" indent="-342859" algn="just">
              <a:lnSpc>
                <a:spcPts val="2589"/>
              </a:lnSpc>
              <a:spcBef>
                <a:spcPts val="1009"/>
              </a:spcBef>
            </a:pPr>
            <a:r>
              <a:rPr sz="2500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2500" spc="-40" dirty="0">
                <a:solidFill>
                  <a:srgbClr val="A42F0F"/>
                </a:solidFill>
                <a:latin typeface="Times New Roman"/>
                <a:cs typeface="Times New Roman"/>
              </a:rPr>
              <a:t> </a:t>
            </a:r>
            <a:r>
              <a:rPr sz="2500" spc="-4" dirty="0">
                <a:solidFill>
                  <a:srgbClr val="C00000"/>
                </a:solidFill>
                <a:latin typeface="Times New Roman"/>
                <a:cs typeface="Times New Roman"/>
              </a:rPr>
              <a:t>O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ppo</a:t>
            </a:r>
            <a:r>
              <a:rPr sz="2500" spc="-10" dirty="0">
                <a:solidFill>
                  <a:srgbClr val="C00000"/>
                </a:solidFill>
                <a:latin typeface="Times New Roman"/>
                <a:cs typeface="Times New Roman"/>
              </a:rPr>
              <a:t>r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tunity </a:t>
            </a:r>
            <a:r>
              <a:rPr sz="2500" spc="-219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to </a:t>
            </a:r>
            <a:r>
              <a:rPr sz="2500" spc="-219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500" spc="-20" dirty="0">
                <a:solidFill>
                  <a:srgbClr val="C00000"/>
                </a:solidFill>
                <a:latin typeface="Times New Roman"/>
                <a:cs typeface="Times New Roman"/>
              </a:rPr>
              <a:t>m</a:t>
            </a:r>
            <a:r>
              <a:rPr sz="2500" spc="10" dirty="0">
                <a:solidFill>
                  <a:srgbClr val="C00000"/>
                </a:solidFill>
                <a:latin typeface="Times New Roman"/>
                <a:cs typeface="Times New Roman"/>
              </a:rPr>
              <a:t>a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ke </a:t>
            </a:r>
            <a:r>
              <a:rPr sz="2500" spc="-204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a </a:t>
            </a:r>
            <a:r>
              <a:rPr sz="2500" spc="-2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500" spc="14" dirty="0">
                <a:solidFill>
                  <a:srgbClr val="C00000"/>
                </a:solidFill>
                <a:latin typeface="Times New Roman"/>
                <a:cs typeface="Times New Roman"/>
              </a:rPr>
              <a:t>D</a:t>
            </a:r>
            <a:r>
              <a:rPr sz="2500" spc="-20" dirty="0">
                <a:solidFill>
                  <a:srgbClr val="C00000"/>
                </a:solidFill>
                <a:latin typeface="Times New Roman"/>
                <a:cs typeface="Times New Roman"/>
              </a:rPr>
              <a:t>i</a:t>
            </a:r>
            <a:r>
              <a:rPr sz="2500" spc="-35" dirty="0">
                <a:solidFill>
                  <a:srgbClr val="C00000"/>
                </a:solidFill>
                <a:latin typeface="Times New Roman"/>
                <a:cs typeface="Times New Roman"/>
              </a:rPr>
              <a:t>f</a:t>
            </a:r>
            <a:r>
              <a:rPr sz="2500" spc="-10" dirty="0">
                <a:solidFill>
                  <a:srgbClr val="C00000"/>
                </a:solidFill>
                <a:latin typeface="Times New Roman"/>
                <a:cs typeface="Times New Roman"/>
              </a:rPr>
              <a:t>fe</a:t>
            </a:r>
            <a:r>
              <a:rPr sz="2500" spc="14" dirty="0">
                <a:solidFill>
                  <a:srgbClr val="C00000"/>
                </a:solidFill>
                <a:latin typeface="Times New Roman"/>
                <a:cs typeface="Times New Roman"/>
              </a:rPr>
              <a:t>r</a:t>
            </a:r>
            <a:r>
              <a:rPr sz="2500" spc="-10" dirty="0">
                <a:solidFill>
                  <a:srgbClr val="C00000"/>
                </a:solidFill>
                <a:latin typeface="Times New Roman"/>
                <a:cs typeface="Times New Roman"/>
              </a:rPr>
              <a:t>e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n</a:t>
            </a:r>
            <a:r>
              <a:rPr sz="2500" spc="10" dirty="0">
                <a:solidFill>
                  <a:srgbClr val="C00000"/>
                </a:solidFill>
                <a:latin typeface="Times New Roman"/>
                <a:cs typeface="Times New Roman"/>
              </a:rPr>
              <a:t>c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e </a:t>
            </a:r>
            <a:r>
              <a:rPr sz="2500" spc="-2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: </a:t>
            </a:r>
            <a:r>
              <a:rPr sz="2500" spc="-21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Mo</a:t>
            </a:r>
            <a:r>
              <a:rPr sz="2500" spc="14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e </a:t>
            </a:r>
            <a:r>
              <a:rPr sz="2500" spc="-230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nd </a:t>
            </a:r>
            <a:r>
              <a:rPr sz="2500" spc="-219" dirty="0">
                <a:latin typeface="Times New Roman"/>
                <a:cs typeface="Times New Roman"/>
              </a:rPr>
              <a:t> </a:t>
            </a:r>
            <a:r>
              <a:rPr sz="2500" spc="-20" dirty="0">
                <a:latin typeface="Times New Roman"/>
                <a:cs typeface="Times New Roman"/>
              </a:rPr>
              <a:t>m</a:t>
            </a:r>
            <a:r>
              <a:rPr sz="2500" dirty="0">
                <a:latin typeface="Times New Roman"/>
                <a:cs typeface="Times New Roman"/>
              </a:rPr>
              <a:t>o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e 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nt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p</a:t>
            </a:r>
            <a:r>
              <a:rPr sz="2500" spc="-10" dirty="0">
                <a:latin typeface="Times New Roman"/>
                <a:cs typeface="Times New Roman"/>
              </a:rPr>
              <a:t>re</a:t>
            </a:r>
            <a:r>
              <a:rPr sz="2500" dirty="0">
                <a:latin typeface="Times New Roman"/>
                <a:cs typeface="Times New Roman"/>
              </a:rPr>
              <a:t>n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spc="-25" dirty="0">
                <a:latin typeface="Times New Roman"/>
                <a:cs typeface="Times New Roman"/>
              </a:rPr>
              <a:t>u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s</a:t>
            </a:r>
            <a:r>
              <a:rPr sz="2500" spc="95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e</a:t>
            </a:r>
            <a:r>
              <a:rPr sz="2500" spc="11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s</a:t>
            </a:r>
            <a:r>
              <a:rPr sz="2500" spc="-20" dirty="0">
                <a:latin typeface="Times New Roman"/>
                <a:cs typeface="Times New Roman"/>
              </a:rPr>
              <a:t>t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spc="14" dirty="0">
                <a:latin typeface="Times New Roman"/>
                <a:cs typeface="Times New Roman"/>
              </a:rPr>
              <a:t>r</a:t>
            </a:r>
            <a:r>
              <a:rPr sz="2500" spc="-20" dirty="0">
                <a:latin typeface="Times New Roman"/>
                <a:cs typeface="Times New Roman"/>
              </a:rPr>
              <a:t>t</a:t>
            </a:r>
            <a:r>
              <a:rPr sz="2500" dirty="0">
                <a:latin typeface="Times New Roman"/>
                <a:cs typeface="Times New Roman"/>
              </a:rPr>
              <a:t>ing</a:t>
            </a:r>
            <a:r>
              <a:rPr sz="2500" spc="9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busin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s</a:t>
            </a:r>
            <a:r>
              <a:rPr sz="2500" spc="25" dirty="0">
                <a:latin typeface="Times New Roman"/>
                <a:cs typeface="Times New Roman"/>
              </a:rPr>
              <a:t>s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s</a:t>
            </a:r>
            <a:r>
              <a:rPr sz="2500" spc="7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b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spc="-10" dirty="0">
                <a:latin typeface="Times New Roman"/>
                <a:cs typeface="Times New Roman"/>
              </a:rPr>
              <a:t>c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u</a:t>
            </a:r>
            <a:r>
              <a:rPr sz="2500" spc="-25" dirty="0">
                <a:latin typeface="Times New Roman"/>
                <a:cs typeface="Times New Roman"/>
              </a:rPr>
              <a:t>s</a:t>
            </a:r>
            <a:r>
              <a:rPr sz="2500" dirty="0">
                <a:latin typeface="Times New Roman"/>
                <a:cs typeface="Times New Roman"/>
              </a:rPr>
              <a:t>e</a:t>
            </a:r>
            <a:r>
              <a:rPr sz="2500" spc="8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y</a:t>
            </a:r>
            <a:r>
              <a:rPr sz="2500" spc="9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s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e t</a:t>
            </a:r>
            <a:r>
              <a:rPr sz="2500" spc="-25" dirty="0">
                <a:latin typeface="Times New Roman"/>
                <a:cs typeface="Times New Roman"/>
              </a:rPr>
              <a:t>h</a:t>
            </a:r>
            <a:r>
              <a:rPr sz="2500" dirty="0">
                <a:latin typeface="Times New Roman"/>
                <a:cs typeface="Times New Roman"/>
              </a:rPr>
              <a:t>is</a:t>
            </a:r>
            <a:r>
              <a:rPr sz="2500" spc="170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s</a:t>
            </a:r>
            <a:r>
              <a:rPr sz="2500" spc="17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n</a:t>
            </a:r>
            <a:r>
              <a:rPr sz="2500" spc="191" dirty="0">
                <a:latin typeface="Times New Roman"/>
                <a:cs typeface="Times New Roman"/>
              </a:rPr>
              <a:t> </a:t>
            </a:r>
            <a:r>
              <a:rPr sz="2500" spc="-25" dirty="0">
                <a:latin typeface="Times New Roman"/>
                <a:cs typeface="Times New Roman"/>
              </a:rPr>
              <a:t>o</a:t>
            </a:r>
            <a:r>
              <a:rPr sz="2500" dirty="0">
                <a:latin typeface="Times New Roman"/>
                <a:cs typeface="Times New Roman"/>
              </a:rPr>
              <a:t>ppo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tun</a:t>
            </a:r>
            <a:r>
              <a:rPr sz="2500" spc="-20" dirty="0">
                <a:latin typeface="Times New Roman"/>
                <a:cs typeface="Times New Roman"/>
              </a:rPr>
              <a:t>i</a:t>
            </a:r>
            <a:r>
              <a:rPr sz="2500" dirty="0">
                <a:latin typeface="Times New Roman"/>
                <a:cs typeface="Times New Roman"/>
              </a:rPr>
              <a:t>ty</a:t>
            </a:r>
            <a:r>
              <a:rPr sz="2500" spc="191" dirty="0">
                <a:latin typeface="Times New Roman"/>
                <a:cs typeface="Times New Roman"/>
              </a:rPr>
              <a:t> </a:t>
            </a:r>
            <a:r>
              <a:rPr sz="2500" spc="-20" dirty="0">
                <a:latin typeface="Times New Roman"/>
                <a:cs typeface="Times New Roman"/>
              </a:rPr>
              <a:t>t</a:t>
            </a:r>
            <a:r>
              <a:rPr sz="2500" dirty="0">
                <a:latin typeface="Times New Roman"/>
                <a:cs typeface="Times New Roman"/>
              </a:rPr>
              <a:t>o</a:t>
            </a:r>
            <a:r>
              <a:rPr sz="2500" spc="165" dirty="0">
                <a:latin typeface="Times New Roman"/>
                <a:cs typeface="Times New Roman"/>
              </a:rPr>
              <a:t> </a:t>
            </a:r>
            <a:r>
              <a:rPr sz="2500" spc="-20" dirty="0">
                <a:latin typeface="Times New Roman"/>
                <a:cs typeface="Times New Roman"/>
              </a:rPr>
              <a:t>m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ke</a:t>
            </a:r>
            <a:r>
              <a:rPr sz="2500" spc="181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</a:t>
            </a:r>
            <a:r>
              <a:rPr sz="2500" spc="15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di</a:t>
            </a:r>
            <a:r>
              <a:rPr sz="2500" spc="-35" dirty="0">
                <a:latin typeface="Times New Roman"/>
                <a:cs typeface="Times New Roman"/>
              </a:rPr>
              <a:t>f</a:t>
            </a:r>
            <a:r>
              <a:rPr sz="2500" spc="-10" dirty="0">
                <a:latin typeface="Times New Roman"/>
                <a:cs typeface="Times New Roman"/>
              </a:rPr>
              <a:t>f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spc="-10" dirty="0">
                <a:latin typeface="Times New Roman"/>
                <a:cs typeface="Times New Roman"/>
              </a:rPr>
              <a:t>re</a:t>
            </a:r>
            <a:r>
              <a:rPr sz="2500" dirty="0">
                <a:latin typeface="Times New Roman"/>
                <a:cs typeface="Times New Roman"/>
              </a:rPr>
              <a:t>n</a:t>
            </a:r>
            <a:r>
              <a:rPr sz="2500" spc="10" dirty="0">
                <a:latin typeface="Times New Roman"/>
                <a:cs typeface="Times New Roman"/>
              </a:rPr>
              <a:t>c</a:t>
            </a:r>
            <a:r>
              <a:rPr sz="2500" dirty="0">
                <a:latin typeface="Times New Roman"/>
                <a:cs typeface="Times New Roman"/>
              </a:rPr>
              <a:t>e</a:t>
            </a:r>
            <a:r>
              <a:rPr sz="2500" spc="15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in</a:t>
            </a:r>
            <a:r>
              <a:rPr sz="2500" spc="16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</a:t>
            </a:r>
            <a:r>
              <a:rPr sz="2500" spc="15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oute or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spc="-4" dirty="0">
                <a:latin typeface="Times New Roman"/>
                <a:cs typeface="Times New Roman"/>
              </a:rPr>
              <a:t>w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y th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t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is p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spc="14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son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lly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impo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t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nt</a:t>
            </a:r>
            <a:r>
              <a:rPr sz="2500" spc="-4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to th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spc="-20" dirty="0">
                <a:latin typeface="Times New Roman"/>
                <a:cs typeface="Times New Roman"/>
              </a:rPr>
              <a:t>m</a:t>
            </a:r>
            <a:r>
              <a:rPr sz="2500" dirty="0">
                <a:latin typeface="Times New Roman"/>
                <a:cs typeface="Times New Roman"/>
              </a:rPr>
              <a:t>.</a:t>
            </a:r>
            <a:endParaRPr sz="2500">
              <a:latin typeface="Times New Roman"/>
              <a:cs typeface="Times New Roman"/>
            </a:endParaRPr>
          </a:p>
          <a:p>
            <a:pPr marL="355558" marR="5080" indent="-342859" algn="just">
              <a:lnSpc>
                <a:spcPts val="2589"/>
              </a:lnSpc>
              <a:spcBef>
                <a:spcPts val="994"/>
              </a:spcBef>
            </a:pPr>
            <a:r>
              <a:rPr sz="2500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2500" spc="-40" dirty="0">
                <a:solidFill>
                  <a:srgbClr val="A42F0F"/>
                </a:solidFill>
                <a:latin typeface="Times New Roman"/>
                <a:cs typeface="Times New Roman"/>
              </a:rPr>
              <a:t> </a:t>
            </a:r>
            <a:r>
              <a:rPr sz="2500" spc="-4" dirty="0">
                <a:solidFill>
                  <a:srgbClr val="C00000"/>
                </a:solidFill>
                <a:latin typeface="Times New Roman"/>
                <a:cs typeface="Times New Roman"/>
              </a:rPr>
              <a:t>O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ppo</a:t>
            </a:r>
            <a:r>
              <a:rPr sz="2500" spc="-10" dirty="0">
                <a:solidFill>
                  <a:srgbClr val="C00000"/>
                </a:solidFill>
                <a:latin typeface="Times New Roman"/>
                <a:cs typeface="Times New Roman"/>
              </a:rPr>
              <a:t>r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tunity </a:t>
            </a:r>
            <a:r>
              <a:rPr sz="2500" spc="-29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to </a:t>
            </a:r>
            <a:r>
              <a:rPr sz="2500" spc="-26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500" spc="14" dirty="0">
                <a:solidFill>
                  <a:srgbClr val="C00000"/>
                </a:solidFill>
                <a:latin typeface="Times New Roman"/>
                <a:cs typeface="Times New Roman"/>
              </a:rPr>
              <a:t>r</a:t>
            </a:r>
            <a:r>
              <a:rPr sz="2500" spc="-10" dirty="0">
                <a:solidFill>
                  <a:srgbClr val="C00000"/>
                </a:solidFill>
                <a:latin typeface="Times New Roman"/>
                <a:cs typeface="Times New Roman"/>
              </a:rPr>
              <a:t>e</a:t>
            </a:r>
            <a:r>
              <a:rPr sz="2500" spc="10" dirty="0">
                <a:solidFill>
                  <a:srgbClr val="C00000"/>
                </a:solidFill>
                <a:latin typeface="Times New Roman"/>
                <a:cs typeface="Times New Roman"/>
              </a:rPr>
              <a:t>a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p </a:t>
            </a:r>
            <a:r>
              <a:rPr sz="2500" spc="-26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500" spc="-10" dirty="0">
                <a:solidFill>
                  <a:srgbClr val="C00000"/>
                </a:solidFill>
                <a:latin typeface="Times New Roman"/>
                <a:cs typeface="Times New Roman"/>
              </a:rPr>
              <a:t>e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x</a:t>
            </a:r>
            <a:r>
              <a:rPr sz="2500" spc="-20" dirty="0">
                <a:solidFill>
                  <a:srgbClr val="C00000"/>
                </a:solidFill>
                <a:latin typeface="Times New Roman"/>
                <a:cs typeface="Times New Roman"/>
              </a:rPr>
              <a:t>t</a:t>
            </a:r>
            <a:r>
              <a:rPr sz="2500" spc="14" dirty="0">
                <a:solidFill>
                  <a:srgbClr val="C00000"/>
                </a:solidFill>
                <a:latin typeface="Times New Roman"/>
                <a:cs typeface="Times New Roman"/>
              </a:rPr>
              <a:t>r</a:t>
            </a:r>
            <a:r>
              <a:rPr sz="2500" spc="-10" dirty="0">
                <a:solidFill>
                  <a:srgbClr val="C00000"/>
                </a:solidFill>
                <a:latin typeface="Times New Roman"/>
                <a:cs typeface="Times New Roman"/>
              </a:rPr>
              <a:t>a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o</a:t>
            </a:r>
            <a:r>
              <a:rPr sz="2500" spc="14" dirty="0">
                <a:solidFill>
                  <a:srgbClr val="C00000"/>
                </a:solidFill>
                <a:latin typeface="Times New Roman"/>
                <a:cs typeface="Times New Roman"/>
              </a:rPr>
              <a:t>r</a:t>
            </a:r>
            <a:r>
              <a:rPr sz="2500" spc="-25" dirty="0">
                <a:solidFill>
                  <a:srgbClr val="C00000"/>
                </a:solidFill>
                <a:latin typeface="Times New Roman"/>
                <a:cs typeface="Times New Roman"/>
              </a:rPr>
              <a:t>d</a:t>
            </a:r>
            <a:r>
              <a:rPr sz="2500" spc="25" dirty="0">
                <a:solidFill>
                  <a:srgbClr val="C00000"/>
                </a:solidFill>
                <a:latin typeface="Times New Roman"/>
                <a:cs typeface="Times New Roman"/>
              </a:rPr>
              <a:t>i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n</a:t>
            </a:r>
            <a:r>
              <a:rPr sz="2500" spc="-35" dirty="0">
                <a:solidFill>
                  <a:srgbClr val="C00000"/>
                </a:solidFill>
                <a:latin typeface="Times New Roman"/>
                <a:cs typeface="Times New Roman"/>
              </a:rPr>
              <a:t>a</a:t>
            </a:r>
            <a:r>
              <a:rPr sz="2500" spc="14" dirty="0">
                <a:solidFill>
                  <a:srgbClr val="C00000"/>
                </a:solidFill>
                <a:latin typeface="Times New Roman"/>
                <a:cs typeface="Times New Roman"/>
              </a:rPr>
              <a:t>r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y </a:t>
            </a:r>
            <a:r>
              <a:rPr sz="2500" spc="-26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p</a:t>
            </a:r>
            <a:r>
              <a:rPr sz="2500" spc="14" dirty="0">
                <a:solidFill>
                  <a:srgbClr val="C00000"/>
                </a:solidFill>
                <a:latin typeface="Times New Roman"/>
                <a:cs typeface="Times New Roman"/>
              </a:rPr>
              <a:t>r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o</a:t>
            </a:r>
            <a:r>
              <a:rPr sz="2500" spc="-35" dirty="0">
                <a:solidFill>
                  <a:srgbClr val="C00000"/>
                </a:solidFill>
                <a:latin typeface="Times New Roman"/>
                <a:cs typeface="Times New Roman"/>
              </a:rPr>
              <a:t>f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its</a:t>
            </a:r>
            <a:r>
              <a:rPr sz="2500" dirty="0">
                <a:latin typeface="Times New Roman"/>
                <a:cs typeface="Times New Roman"/>
              </a:rPr>
              <a:t>: </a:t>
            </a:r>
            <a:r>
              <a:rPr sz="2500" spc="-260" dirty="0">
                <a:latin typeface="Times New Roman"/>
                <a:cs typeface="Times New Roman"/>
              </a:rPr>
              <a:t> </a:t>
            </a:r>
            <a:r>
              <a:rPr sz="2500" spc="-4" dirty="0">
                <a:latin typeface="Times New Roman"/>
                <a:cs typeface="Times New Roman"/>
              </a:rPr>
              <a:t>T</a:t>
            </a:r>
            <a:r>
              <a:rPr sz="2500" dirty="0">
                <a:latin typeface="Times New Roman"/>
                <a:cs typeface="Times New Roman"/>
              </a:rPr>
              <a:t>he </a:t>
            </a:r>
            <a:r>
              <a:rPr sz="2500" spc="-27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p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o</a:t>
            </a:r>
            <a:r>
              <a:rPr sz="2500" spc="-10" dirty="0">
                <a:latin typeface="Times New Roman"/>
                <a:cs typeface="Times New Roman"/>
              </a:rPr>
              <a:t>f</a:t>
            </a:r>
            <a:r>
              <a:rPr sz="2500" dirty="0">
                <a:latin typeface="Times New Roman"/>
                <a:cs typeface="Times New Roman"/>
              </a:rPr>
              <a:t>it 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n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d by 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n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nt</a:t>
            </a:r>
            <a:r>
              <a:rPr sz="2500" spc="-10" dirty="0">
                <a:latin typeface="Times New Roman"/>
                <a:cs typeface="Times New Roman"/>
              </a:rPr>
              <a:t>re</a:t>
            </a:r>
            <a:r>
              <a:rPr sz="2500" dirty="0">
                <a:latin typeface="Times New Roman"/>
                <a:cs typeface="Times New Roman"/>
              </a:rPr>
              <a:t>p</a:t>
            </a:r>
            <a:r>
              <a:rPr sz="2500" spc="14" dirty="0">
                <a:latin typeface="Times New Roman"/>
                <a:cs typeface="Times New Roman"/>
              </a:rPr>
              <a:t>r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n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ur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spc="14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e</a:t>
            </a:r>
            <a:r>
              <a:rPr sz="2500" spc="-10" dirty="0">
                <a:latin typeface="Times New Roman"/>
                <a:cs typeface="Times New Roman"/>
              </a:rPr>
              <a:t> a</a:t>
            </a:r>
            <a:r>
              <a:rPr sz="2500" dirty="0">
                <a:latin typeface="Times New Roman"/>
                <a:cs typeface="Times New Roman"/>
              </a:rPr>
              <a:t>n i</a:t>
            </a:r>
            <a:r>
              <a:rPr sz="2500" spc="-20" dirty="0">
                <a:latin typeface="Times New Roman"/>
                <a:cs typeface="Times New Roman"/>
              </a:rPr>
              <a:t>m</a:t>
            </a:r>
            <a:r>
              <a:rPr sz="2500" dirty="0">
                <a:latin typeface="Times New Roman"/>
                <a:cs typeface="Times New Roman"/>
              </a:rPr>
              <a:t>po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t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nt </a:t>
            </a:r>
            <a:r>
              <a:rPr sz="2500" spc="-20" dirty="0">
                <a:latin typeface="Times New Roman"/>
                <a:cs typeface="Times New Roman"/>
              </a:rPr>
              <a:t>m</a:t>
            </a:r>
            <a:r>
              <a:rPr sz="2500" dirty="0">
                <a:latin typeface="Times New Roman"/>
                <a:cs typeface="Times New Roman"/>
              </a:rPr>
              <a:t>oti</a:t>
            </a:r>
            <a:r>
              <a:rPr sz="2500" spc="-25" dirty="0">
                <a:latin typeface="Times New Roman"/>
                <a:cs typeface="Times New Roman"/>
              </a:rPr>
              <a:t>v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spc="-20" dirty="0">
                <a:latin typeface="Times New Roman"/>
                <a:cs typeface="Times New Roman"/>
              </a:rPr>
              <a:t>t</a:t>
            </a:r>
            <a:r>
              <a:rPr sz="2500" dirty="0">
                <a:latin typeface="Times New Roman"/>
                <a:cs typeface="Times New Roman"/>
              </a:rPr>
              <a:t>ion 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nd    </a:t>
            </a:r>
            <a:r>
              <a:rPr sz="2500" spc="4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indi</a:t>
            </a:r>
            <a:r>
              <a:rPr sz="2500" spc="-10" dirty="0">
                <a:latin typeface="Times New Roman"/>
                <a:cs typeface="Times New Roman"/>
              </a:rPr>
              <a:t>ca</a:t>
            </a:r>
            <a:r>
              <a:rPr sz="2500" dirty="0">
                <a:latin typeface="Times New Roman"/>
                <a:cs typeface="Times New Roman"/>
              </a:rPr>
              <a:t>tion    </a:t>
            </a:r>
            <a:r>
              <a:rPr sz="2500" spc="4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fac</a:t>
            </a:r>
            <a:r>
              <a:rPr sz="2500" dirty="0">
                <a:latin typeface="Times New Roman"/>
                <a:cs typeface="Times New Roman"/>
              </a:rPr>
              <a:t>tor    </a:t>
            </a:r>
            <a:r>
              <a:rPr sz="2500" spc="4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f</a:t>
            </a:r>
            <a:r>
              <a:rPr sz="2500" dirty="0">
                <a:latin typeface="Times New Roman"/>
                <a:cs typeface="Times New Roman"/>
              </a:rPr>
              <a:t>or    </a:t>
            </a:r>
            <a:r>
              <a:rPr sz="2500" spc="6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f</a:t>
            </a:r>
            <a:r>
              <a:rPr sz="2500" dirty="0">
                <a:latin typeface="Times New Roman"/>
                <a:cs typeface="Times New Roman"/>
              </a:rPr>
              <a:t>u</a:t>
            </a:r>
            <a:r>
              <a:rPr sz="2500" spc="14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t</a:t>
            </a:r>
            <a:r>
              <a:rPr sz="2500" spc="-25" dirty="0">
                <a:latin typeface="Times New Roman"/>
                <a:cs typeface="Times New Roman"/>
              </a:rPr>
              <a:t>h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r    </a:t>
            </a:r>
            <a:r>
              <a:rPr sz="2500" spc="4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in</a:t>
            </a:r>
            <a:r>
              <a:rPr sz="2500" spc="-10" dirty="0">
                <a:latin typeface="Times New Roman"/>
                <a:cs typeface="Times New Roman"/>
              </a:rPr>
              <a:t>cr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s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d p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spc="14" dirty="0">
                <a:latin typeface="Times New Roman"/>
                <a:cs typeface="Times New Roman"/>
              </a:rPr>
              <a:t>r</a:t>
            </a:r>
            <a:r>
              <a:rPr sz="2500" spc="-10" dirty="0">
                <a:latin typeface="Times New Roman"/>
                <a:cs typeface="Times New Roman"/>
              </a:rPr>
              <a:t>f</a:t>
            </a:r>
            <a:r>
              <a:rPr sz="2500" dirty="0">
                <a:latin typeface="Times New Roman"/>
                <a:cs typeface="Times New Roman"/>
              </a:rPr>
              <a:t>o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spc="-20" dirty="0">
                <a:latin typeface="Times New Roman"/>
                <a:cs typeface="Times New Roman"/>
              </a:rPr>
              <a:t>m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n</a:t>
            </a:r>
            <a:r>
              <a:rPr sz="2500" spc="-10" dirty="0">
                <a:latin typeface="Times New Roman"/>
                <a:cs typeface="Times New Roman"/>
              </a:rPr>
              <a:t>ce</a:t>
            </a:r>
            <a:r>
              <a:rPr sz="2500" dirty="0">
                <a:latin typeface="Times New Roman"/>
                <a:cs typeface="Times New Roman"/>
              </a:rPr>
              <a:t>. </a:t>
            </a:r>
            <a:r>
              <a:rPr sz="2500" spc="-195" dirty="0">
                <a:latin typeface="Times New Roman"/>
                <a:cs typeface="Times New Roman"/>
              </a:rPr>
              <a:t> </a:t>
            </a:r>
            <a:r>
              <a:rPr sz="2500" spc="-4" dirty="0">
                <a:latin typeface="Times New Roman"/>
                <a:cs typeface="Times New Roman"/>
              </a:rPr>
              <a:t>T</a:t>
            </a:r>
            <a:r>
              <a:rPr sz="2500" dirty="0">
                <a:latin typeface="Times New Roman"/>
                <a:cs typeface="Times New Roman"/>
              </a:rPr>
              <a:t>hus </a:t>
            </a:r>
            <a:r>
              <a:rPr sz="2500" spc="-191" dirty="0">
                <a:latin typeface="Times New Roman"/>
                <a:cs typeface="Times New Roman"/>
              </a:rPr>
              <a:t> </a:t>
            </a:r>
            <a:r>
              <a:rPr sz="2500" spc="25" dirty="0">
                <a:latin typeface="Times New Roman"/>
                <a:cs typeface="Times New Roman"/>
              </a:rPr>
              <a:t>t</a:t>
            </a:r>
            <a:r>
              <a:rPr sz="2500" dirty="0">
                <a:latin typeface="Times New Roman"/>
                <a:cs typeface="Times New Roman"/>
              </a:rPr>
              <a:t>h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spc="-25" dirty="0">
                <a:latin typeface="Times New Roman"/>
                <a:cs typeface="Times New Roman"/>
              </a:rPr>
              <a:t>s</a:t>
            </a:r>
            <a:r>
              <a:rPr sz="2500" dirty="0">
                <a:latin typeface="Times New Roman"/>
                <a:cs typeface="Times New Roman"/>
              </a:rPr>
              <a:t>e </a:t>
            </a:r>
            <a:r>
              <a:rPr sz="2500" spc="-181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c</a:t>
            </a:r>
            <a:r>
              <a:rPr sz="2500" dirty="0">
                <a:latin typeface="Times New Roman"/>
                <a:cs typeface="Times New Roman"/>
              </a:rPr>
              <a:t>ould </a:t>
            </a:r>
            <a:r>
              <a:rPr sz="2500" spc="-19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sp</a:t>
            </a:r>
            <a:r>
              <a:rPr sz="2500" spc="-25" dirty="0">
                <a:latin typeface="Times New Roman"/>
                <a:cs typeface="Times New Roman"/>
              </a:rPr>
              <a:t>u</a:t>
            </a:r>
            <a:r>
              <a:rPr sz="2500" dirty="0">
                <a:latin typeface="Times New Roman"/>
                <a:cs typeface="Times New Roman"/>
              </a:rPr>
              <a:t>r </a:t>
            </a:r>
            <a:r>
              <a:rPr sz="2500" spc="-181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m </a:t>
            </a:r>
            <a:r>
              <a:rPr sz="2500" spc="-21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to </a:t>
            </a:r>
            <a:r>
              <a:rPr sz="2500" spc="-19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g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spc="-20" dirty="0">
                <a:latin typeface="Times New Roman"/>
                <a:cs typeface="Times New Roman"/>
              </a:rPr>
              <a:t>t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r 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spc="10" dirty="0">
                <a:latin typeface="Times New Roman"/>
                <a:cs typeface="Times New Roman"/>
              </a:rPr>
              <a:t>c</a:t>
            </a:r>
            <a:r>
              <a:rPr sz="2500" dirty="0">
                <a:latin typeface="Times New Roman"/>
                <a:cs typeface="Times New Roman"/>
              </a:rPr>
              <a:t>hi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v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spc="-20" dirty="0">
                <a:latin typeface="Times New Roman"/>
                <a:cs typeface="Times New Roman"/>
              </a:rPr>
              <a:t>m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nt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nd </a:t>
            </a:r>
            <a:r>
              <a:rPr sz="2500" spc="25" dirty="0">
                <a:latin typeface="Times New Roman"/>
                <a:cs typeface="Times New Roman"/>
              </a:rPr>
              <a:t>s</a:t>
            </a:r>
            <a:r>
              <a:rPr sz="2500" dirty="0">
                <a:latin typeface="Times New Roman"/>
                <a:cs typeface="Times New Roman"/>
              </a:rPr>
              <a:t>u</a:t>
            </a:r>
            <a:r>
              <a:rPr sz="2500" spc="-10" dirty="0">
                <a:latin typeface="Times New Roman"/>
                <a:cs typeface="Times New Roman"/>
              </a:rPr>
              <a:t>cc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ss.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36753" y="1314559"/>
            <a:ext cx="278130" cy="279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9"/>
            <a:r>
              <a:rPr spc="-10" dirty="0">
                <a:latin typeface="Century Gothic"/>
                <a:cs typeface="Century Gothic"/>
              </a:rPr>
              <a:t>2</a:t>
            </a:r>
            <a:r>
              <a:rPr dirty="0">
                <a:latin typeface="Century Gothic"/>
                <a:cs typeface="Century Gothic"/>
              </a:rPr>
              <a:t>4</a:t>
            </a:r>
            <a:endParaRPr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1" y="457201"/>
            <a:ext cx="9144000" cy="6857999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0" y="6857999"/>
                </a:moveTo>
                <a:lnTo>
                  <a:pt x="9143999" y="6857999"/>
                </a:lnTo>
                <a:lnTo>
                  <a:pt x="914399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A5A5A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7201" y="681228"/>
            <a:ext cx="2145791" cy="66339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75818" y="1676401"/>
            <a:ext cx="8010398" cy="5029200"/>
          </a:xfrm>
          <a:custGeom>
            <a:avLst/>
            <a:gdLst/>
            <a:ahLst/>
            <a:cxnLst/>
            <a:rect l="l" t="t" r="r" b="b"/>
            <a:pathLst>
              <a:path w="6685915" h="5029200">
                <a:moveTo>
                  <a:pt x="0" y="5029199"/>
                </a:moveTo>
                <a:lnTo>
                  <a:pt x="6685787" y="5029199"/>
                </a:lnTo>
                <a:lnTo>
                  <a:pt x="6685787" y="0"/>
                </a:lnTo>
                <a:lnTo>
                  <a:pt x="0" y="0"/>
                </a:lnTo>
                <a:lnTo>
                  <a:pt x="0" y="50291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400300" y="1676401"/>
            <a:ext cx="6685916" cy="5029200"/>
          </a:xfrm>
          <a:custGeom>
            <a:avLst/>
            <a:gdLst/>
            <a:ahLst/>
            <a:cxnLst/>
            <a:rect l="l" t="t" r="r" b="b"/>
            <a:pathLst>
              <a:path w="6685915" h="5029200">
                <a:moveTo>
                  <a:pt x="0" y="5029199"/>
                </a:moveTo>
                <a:lnTo>
                  <a:pt x="6685787" y="5029199"/>
                </a:lnTo>
                <a:lnTo>
                  <a:pt x="6685787" y="0"/>
                </a:lnTo>
                <a:lnTo>
                  <a:pt x="0" y="0"/>
                </a:lnTo>
                <a:lnTo>
                  <a:pt x="0" y="5029199"/>
                </a:lnTo>
                <a:close/>
              </a:path>
            </a:pathLst>
          </a:custGeom>
          <a:ln w="15239">
            <a:solidFill>
              <a:srgbClr val="71855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214883" y="1767989"/>
            <a:ext cx="7395643" cy="3718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9">
              <a:lnSpc>
                <a:spcPts val="2870"/>
              </a:lnSpc>
            </a:pPr>
            <a:r>
              <a:rPr sz="2500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2500" spc="-40" dirty="0">
                <a:solidFill>
                  <a:srgbClr val="A42F0F"/>
                </a:solidFill>
                <a:latin typeface="Times New Roman"/>
                <a:cs typeface="Times New Roman"/>
              </a:rPr>
              <a:t> </a:t>
            </a:r>
            <a:r>
              <a:rPr sz="2500" spc="4" dirty="0">
                <a:solidFill>
                  <a:srgbClr val="C00000"/>
                </a:solidFill>
                <a:latin typeface="Times New Roman"/>
                <a:cs typeface="Times New Roman"/>
              </a:rPr>
              <a:t>S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o</a:t>
            </a:r>
            <a:r>
              <a:rPr sz="2500" spc="-10" dirty="0">
                <a:solidFill>
                  <a:srgbClr val="C00000"/>
                </a:solidFill>
                <a:latin typeface="Times New Roman"/>
                <a:cs typeface="Times New Roman"/>
              </a:rPr>
              <a:t>c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i</a:t>
            </a:r>
            <a:r>
              <a:rPr sz="2500" spc="10" dirty="0">
                <a:solidFill>
                  <a:srgbClr val="C00000"/>
                </a:solidFill>
                <a:latin typeface="Times New Roman"/>
                <a:cs typeface="Times New Roman"/>
              </a:rPr>
              <a:t>e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t</a:t>
            </a:r>
            <a:r>
              <a:rPr sz="2500" spc="-10" dirty="0">
                <a:solidFill>
                  <a:srgbClr val="C00000"/>
                </a:solidFill>
                <a:latin typeface="Times New Roman"/>
                <a:cs typeface="Times New Roman"/>
              </a:rPr>
              <a:t>a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l</a:t>
            </a:r>
            <a:r>
              <a:rPr sz="2500" spc="-20" dirty="0">
                <a:solidFill>
                  <a:srgbClr val="C00000"/>
                </a:solidFill>
                <a:latin typeface="Times New Roman"/>
                <a:cs typeface="Times New Roman"/>
              </a:rPr>
              <a:t> R</a:t>
            </a:r>
            <a:r>
              <a:rPr sz="2500" spc="10" dirty="0">
                <a:solidFill>
                  <a:srgbClr val="C00000"/>
                </a:solidFill>
                <a:latin typeface="Times New Roman"/>
                <a:cs typeface="Times New Roman"/>
              </a:rPr>
              <a:t>e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spon</a:t>
            </a:r>
            <a:r>
              <a:rPr sz="2500" spc="-25" dirty="0">
                <a:solidFill>
                  <a:srgbClr val="C00000"/>
                </a:solidFill>
                <a:latin typeface="Times New Roman"/>
                <a:cs typeface="Times New Roman"/>
              </a:rPr>
              <a:t>s</a:t>
            </a:r>
            <a:r>
              <a:rPr sz="2500" spc="25" dirty="0">
                <a:solidFill>
                  <a:srgbClr val="C00000"/>
                </a:solidFill>
                <a:latin typeface="Times New Roman"/>
                <a:cs typeface="Times New Roman"/>
              </a:rPr>
              <a:t>i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bili</a:t>
            </a:r>
            <a:r>
              <a:rPr sz="2500" spc="-20" dirty="0">
                <a:solidFill>
                  <a:srgbClr val="C00000"/>
                </a:solidFill>
                <a:latin typeface="Times New Roman"/>
                <a:cs typeface="Times New Roman"/>
              </a:rPr>
              <a:t>t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y</a:t>
            </a:r>
            <a:r>
              <a:rPr sz="25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500" spc="-10" dirty="0">
                <a:solidFill>
                  <a:srgbClr val="C00000"/>
                </a:solidFill>
                <a:latin typeface="Times New Roman"/>
                <a:cs typeface="Times New Roman"/>
              </a:rPr>
              <a:t>a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nd </a:t>
            </a:r>
            <a:r>
              <a:rPr sz="2500" spc="-20" dirty="0">
                <a:solidFill>
                  <a:srgbClr val="C00000"/>
                </a:solidFill>
                <a:latin typeface="Times New Roman"/>
                <a:cs typeface="Times New Roman"/>
              </a:rPr>
              <a:t>R</a:t>
            </a:r>
            <a:r>
              <a:rPr sz="2500" spc="10" dirty="0">
                <a:solidFill>
                  <a:srgbClr val="C00000"/>
                </a:solidFill>
                <a:latin typeface="Times New Roman"/>
                <a:cs typeface="Times New Roman"/>
              </a:rPr>
              <a:t>e</a:t>
            </a:r>
            <a:r>
              <a:rPr sz="2500" spc="-10" dirty="0">
                <a:solidFill>
                  <a:srgbClr val="C00000"/>
                </a:solidFill>
                <a:latin typeface="Times New Roman"/>
                <a:cs typeface="Times New Roman"/>
              </a:rPr>
              <a:t>c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ognition</a:t>
            </a:r>
            <a:r>
              <a:rPr sz="2500" dirty="0" smtClean="0">
                <a:latin typeface="Times New Roman"/>
                <a:cs typeface="Times New Roman"/>
              </a:rPr>
              <a:t>:</a:t>
            </a:r>
            <a:endParaRPr sz="25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36754" y="2136725"/>
            <a:ext cx="7963968" cy="37343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558" marR="446353"/>
            <a:r>
              <a:rPr lang="en-US" sz="2500" dirty="0" smtClean="0">
                <a:latin typeface="Times New Roman"/>
                <a:cs typeface="Times New Roman"/>
              </a:rPr>
              <a:t>Small </a:t>
            </a:r>
            <a:r>
              <a:rPr sz="2500" dirty="0" smtClean="0">
                <a:latin typeface="Times New Roman"/>
                <a:cs typeface="Times New Roman"/>
              </a:rPr>
              <a:t>busin</a:t>
            </a:r>
            <a:r>
              <a:rPr sz="2500" spc="10" dirty="0" smtClean="0">
                <a:latin typeface="Times New Roman"/>
                <a:cs typeface="Times New Roman"/>
              </a:rPr>
              <a:t>e</a:t>
            </a:r>
            <a:r>
              <a:rPr sz="2500" dirty="0" smtClean="0">
                <a:latin typeface="Times New Roman"/>
                <a:cs typeface="Times New Roman"/>
              </a:rPr>
              <a:t>ss</a:t>
            </a:r>
            <a:r>
              <a:rPr sz="2500" spc="-25" dirty="0" smtClean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o</a:t>
            </a:r>
            <a:r>
              <a:rPr sz="2500" spc="-4" dirty="0">
                <a:latin typeface="Times New Roman"/>
                <a:cs typeface="Times New Roman"/>
              </a:rPr>
              <a:t>w</a:t>
            </a:r>
            <a:r>
              <a:rPr sz="2500" dirty="0">
                <a:latin typeface="Times New Roman"/>
                <a:cs typeface="Times New Roman"/>
              </a:rPr>
              <a:t>n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s 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e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spc="-20" dirty="0">
                <a:latin typeface="Times New Roman"/>
                <a:cs typeface="Times New Roman"/>
              </a:rPr>
              <a:t>m</a:t>
            </a:r>
            <a:r>
              <a:rPr sz="2500" dirty="0">
                <a:latin typeface="Times New Roman"/>
                <a:cs typeface="Times New Roman"/>
              </a:rPr>
              <a:t>ong the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spc="-20" dirty="0">
                <a:latin typeface="Times New Roman"/>
                <a:cs typeface="Times New Roman"/>
              </a:rPr>
              <a:t>m</a:t>
            </a:r>
            <a:r>
              <a:rPr sz="2500" dirty="0">
                <a:latin typeface="Times New Roman"/>
                <a:cs typeface="Times New Roman"/>
              </a:rPr>
              <a:t>ost 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d</a:t>
            </a:r>
            <a:r>
              <a:rPr sz="2500" spc="-20" dirty="0">
                <a:latin typeface="Times New Roman"/>
                <a:cs typeface="Times New Roman"/>
              </a:rPr>
              <a:t>m</a:t>
            </a:r>
            <a:r>
              <a:rPr sz="2500" dirty="0">
                <a:latin typeface="Times New Roman"/>
                <a:cs typeface="Times New Roman"/>
              </a:rPr>
              <a:t>i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d, 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sp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spc="-10" dirty="0">
                <a:latin typeface="Times New Roman"/>
                <a:cs typeface="Times New Roman"/>
              </a:rPr>
              <a:t>c</a:t>
            </a:r>
            <a:r>
              <a:rPr sz="2500" dirty="0">
                <a:latin typeface="Times New Roman"/>
                <a:cs typeface="Times New Roman"/>
              </a:rPr>
              <a:t>t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d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nd t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ust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d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individu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ls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of</a:t>
            </a:r>
            <a:r>
              <a:rPr sz="2500" spc="14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so</a:t>
            </a:r>
            <a:r>
              <a:rPr sz="2500" spc="-10" dirty="0">
                <a:latin typeface="Times New Roman"/>
                <a:cs typeface="Times New Roman"/>
              </a:rPr>
              <a:t>c</a:t>
            </a:r>
            <a:r>
              <a:rPr sz="2500" dirty="0">
                <a:latin typeface="Times New Roman"/>
                <a:cs typeface="Times New Roman"/>
              </a:rPr>
              <a:t>i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t</a:t>
            </a:r>
            <a:r>
              <a:rPr sz="2500" spc="-170" dirty="0">
                <a:latin typeface="Times New Roman"/>
                <a:cs typeface="Times New Roman"/>
              </a:rPr>
              <a:t>y</a:t>
            </a:r>
            <a:r>
              <a:rPr sz="2500" dirty="0">
                <a:latin typeface="Times New Roman"/>
                <a:cs typeface="Times New Roman"/>
              </a:rPr>
              <a:t>.</a:t>
            </a:r>
          </a:p>
          <a:p>
            <a:pPr marL="355558" marR="5080" indent="-343494">
              <a:spcBef>
                <a:spcPts val="994"/>
              </a:spcBef>
            </a:pPr>
            <a:r>
              <a:rPr sz="2500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2500" spc="-40" dirty="0">
                <a:solidFill>
                  <a:srgbClr val="A42F0F"/>
                </a:solidFill>
                <a:latin typeface="Times New Roman"/>
                <a:cs typeface="Times New Roman"/>
              </a:rPr>
              <a:t> </a:t>
            </a:r>
            <a:r>
              <a:rPr sz="2500" spc="-4" dirty="0">
                <a:solidFill>
                  <a:srgbClr val="C00000"/>
                </a:solidFill>
                <a:latin typeface="Times New Roman"/>
                <a:cs typeface="Times New Roman"/>
              </a:rPr>
              <a:t>O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ppo</a:t>
            </a:r>
            <a:r>
              <a:rPr sz="2500" spc="14" dirty="0">
                <a:solidFill>
                  <a:srgbClr val="C00000"/>
                </a:solidFill>
                <a:latin typeface="Times New Roman"/>
                <a:cs typeface="Times New Roman"/>
              </a:rPr>
              <a:t>r</a:t>
            </a:r>
            <a:r>
              <a:rPr sz="2500" spc="-20" dirty="0">
                <a:solidFill>
                  <a:srgbClr val="C00000"/>
                </a:solidFill>
                <a:latin typeface="Times New Roman"/>
                <a:cs typeface="Times New Roman"/>
              </a:rPr>
              <a:t>t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un</a:t>
            </a:r>
            <a:r>
              <a:rPr sz="2500" spc="25" dirty="0">
                <a:solidFill>
                  <a:srgbClr val="C00000"/>
                </a:solidFill>
                <a:latin typeface="Times New Roman"/>
                <a:cs typeface="Times New Roman"/>
              </a:rPr>
              <a:t>i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ty</a:t>
            </a:r>
            <a:r>
              <a:rPr sz="25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to</a:t>
            </a:r>
            <a:r>
              <a:rPr sz="25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500" spc="-10" dirty="0">
                <a:solidFill>
                  <a:srgbClr val="C00000"/>
                </a:solidFill>
                <a:latin typeface="Times New Roman"/>
                <a:cs typeface="Times New Roman"/>
              </a:rPr>
              <a:t>e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ng</a:t>
            </a:r>
            <a:r>
              <a:rPr sz="2500" spc="10" dirty="0">
                <a:solidFill>
                  <a:srgbClr val="C00000"/>
                </a:solidFill>
                <a:latin typeface="Times New Roman"/>
                <a:cs typeface="Times New Roman"/>
              </a:rPr>
              <a:t>a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ge</a:t>
            </a:r>
            <a:r>
              <a:rPr sz="2500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in </a:t>
            </a:r>
            <a:r>
              <a:rPr sz="2500" spc="-4" dirty="0">
                <a:solidFill>
                  <a:srgbClr val="C00000"/>
                </a:solidFill>
                <a:latin typeface="Times New Roman"/>
                <a:cs typeface="Times New Roman"/>
              </a:rPr>
              <a:t>w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o</a:t>
            </a:r>
            <a:r>
              <a:rPr sz="2500" spc="-10" dirty="0">
                <a:solidFill>
                  <a:srgbClr val="C00000"/>
                </a:solidFill>
                <a:latin typeface="Times New Roman"/>
                <a:cs typeface="Times New Roman"/>
              </a:rPr>
              <a:t>r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k</a:t>
            </a:r>
            <a:r>
              <a:rPr sz="2500" spc="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of</a:t>
            </a:r>
            <a:r>
              <a:rPr sz="2500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th</a:t>
            </a:r>
            <a:r>
              <a:rPr sz="2500" spc="-10" dirty="0">
                <a:solidFill>
                  <a:srgbClr val="C00000"/>
                </a:solidFill>
                <a:latin typeface="Times New Roman"/>
                <a:cs typeface="Times New Roman"/>
              </a:rPr>
              <a:t>e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ir</a:t>
            </a:r>
            <a:r>
              <a:rPr sz="2500" spc="-10" dirty="0">
                <a:solidFill>
                  <a:srgbClr val="C00000"/>
                </a:solidFill>
                <a:latin typeface="Times New Roman"/>
                <a:cs typeface="Times New Roman"/>
              </a:rPr>
              <a:t> c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hoi</a:t>
            </a:r>
            <a:r>
              <a:rPr sz="2500" spc="10" dirty="0">
                <a:solidFill>
                  <a:srgbClr val="C00000"/>
                </a:solidFill>
                <a:latin typeface="Times New Roman"/>
                <a:cs typeface="Times New Roman"/>
              </a:rPr>
              <a:t>c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e</a:t>
            </a:r>
            <a:r>
              <a:rPr sz="25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: </a:t>
            </a:r>
            <a:r>
              <a:rPr sz="2500" spc="4" dirty="0">
                <a:latin typeface="Times New Roman"/>
                <a:cs typeface="Times New Roman"/>
              </a:rPr>
              <a:t>S</a:t>
            </a:r>
            <a:r>
              <a:rPr sz="2500" spc="-20" dirty="0">
                <a:latin typeface="Times New Roman"/>
                <a:cs typeface="Times New Roman"/>
              </a:rPr>
              <a:t>m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ll busin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spc="-25" dirty="0">
                <a:latin typeface="Times New Roman"/>
                <a:cs typeface="Times New Roman"/>
              </a:rPr>
              <a:t>s</a:t>
            </a:r>
            <a:r>
              <a:rPr sz="2500" dirty="0">
                <a:latin typeface="Times New Roman"/>
                <a:cs typeface="Times New Roman"/>
              </a:rPr>
              <a:t>s o</a:t>
            </a:r>
            <a:r>
              <a:rPr sz="2500" spc="-4" dirty="0">
                <a:latin typeface="Times New Roman"/>
                <a:cs typeface="Times New Roman"/>
              </a:rPr>
              <a:t>w</a:t>
            </a:r>
            <a:r>
              <a:rPr sz="2500" dirty="0">
                <a:latin typeface="Times New Roman"/>
                <a:cs typeface="Times New Roman"/>
              </a:rPr>
              <a:t>n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s t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nd to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ng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ge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in busin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ss th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t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giv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s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spc="25" dirty="0">
                <a:latin typeface="Times New Roman"/>
                <a:cs typeface="Times New Roman"/>
              </a:rPr>
              <a:t>t</a:t>
            </a:r>
            <a:r>
              <a:rPr sz="2500" dirty="0">
                <a:latin typeface="Times New Roman"/>
                <a:cs typeface="Times New Roman"/>
              </a:rPr>
              <a:t>h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m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p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son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l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s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tis</a:t>
            </a:r>
            <a:r>
              <a:rPr sz="2500" spc="-10" dirty="0">
                <a:latin typeface="Times New Roman"/>
                <a:cs typeface="Times New Roman"/>
              </a:rPr>
              <a:t>f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spc="-10" dirty="0">
                <a:latin typeface="Times New Roman"/>
                <a:cs typeface="Times New Roman"/>
              </a:rPr>
              <a:t>c</a:t>
            </a:r>
            <a:r>
              <a:rPr sz="2500" dirty="0">
                <a:latin typeface="Times New Roman"/>
                <a:cs typeface="Times New Roman"/>
              </a:rPr>
              <a:t>tion.</a:t>
            </a:r>
          </a:p>
          <a:p>
            <a:pPr marL="355558" marR="314288" indent="-342859">
              <a:spcBef>
                <a:spcPts val="1005"/>
              </a:spcBef>
            </a:pPr>
            <a:r>
              <a:rPr sz="2500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2500" spc="-40" dirty="0">
                <a:solidFill>
                  <a:srgbClr val="A42F0F"/>
                </a:solidFill>
                <a:latin typeface="Times New Roman"/>
                <a:cs typeface="Times New Roman"/>
              </a:rPr>
              <a:t> </a:t>
            </a:r>
            <a:r>
              <a:rPr sz="2500" spc="-4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nt</a:t>
            </a:r>
            <a:r>
              <a:rPr sz="2500" spc="14" dirty="0">
                <a:latin typeface="Times New Roman"/>
                <a:cs typeface="Times New Roman"/>
              </a:rPr>
              <a:t>r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p</a:t>
            </a:r>
            <a:r>
              <a:rPr sz="2500" spc="14" dirty="0">
                <a:latin typeface="Times New Roman"/>
                <a:cs typeface="Times New Roman"/>
              </a:rPr>
              <a:t>r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n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u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s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spc="25" dirty="0">
                <a:latin typeface="Times New Roman"/>
                <a:cs typeface="Times New Roman"/>
              </a:rPr>
              <a:t>s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e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spc="25" dirty="0">
                <a:latin typeface="Times New Roman"/>
                <a:cs typeface="Times New Roman"/>
              </a:rPr>
              <a:t>i</a:t>
            </a:r>
            <a:r>
              <a:rPr sz="2500" dirty="0">
                <a:latin typeface="Times New Roman"/>
                <a:cs typeface="Times New Roman"/>
              </a:rPr>
              <a:t>r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busin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ss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s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</a:t>
            </a:r>
            <a:r>
              <a:rPr sz="2500" spc="1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v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hi</a:t>
            </a:r>
            <a:r>
              <a:rPr sz="2500" spc="10" dirty="0">
                <a:latin typeface="Times New Roman"/>
                <a:cs typeface="Times New Roman"/>
              </a:rPr>
              <a:t>c</a:t>
            </a:r>
            <a:r>
              <a:rPr sz="2500" dirty="0">
                <a:latin typeface="Times New Roman"/>
                <a:cs typeface="Times New Roman"/>
              </a:rPr>
              <a:t>le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of s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spc="25" dirty="0">
                <a:latin typeface="Times New Roman"/>
                <a:cs typeface="Times New Roman"/>
              </a:rPr>
              <a:t>l</a:t>
            </a:r>
            <a:r>
              <a:rPr sz="2500" dirty="0">
                <a:latin typeface="Times New Roman"/>
                <a:cs typeface="Times New Roman"/>
              </a:rPr>
              <a:t>f</a:t>
            </a:r>
            <a:r>
              <a:rPr sz="2500" spc="-10" dirty="0">
                <a:latin typeface="Times New Roman"/>
                <a:cs typeface="Times New Roman"/>
              </a:rPr>
              <a:t> e</a:t>
            </a:r>
            <a:r>
              <a:rPr sz="2500" dirty="0">
                <a:latin typeface="Times New Roman"/>
                <a:cs typeface="Times New Roman"/>
              </a:rPr>
              <a:t>xp</a:t>
            </a:r>
            <a:r>
              <a:rPr sz="2500" spc="14" dirty="0">
                <a:latin typeface="Times New Roman"/>
                <a:cs typeface="Times New Roman"/>
              </a:rPr>
              <a:t>r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ssion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of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p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son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l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d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si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e</a:t>
            </a:r>
            <a:r>
              <a:rPr sz="2500" spc="-10" dirty="0">
                <a:latin typeface="Times New Roman"/>
                <a:cs typeface="Times New Roman"/>
              </a:rPr>
              <a:t> a</a:t>
            </a:r>
            <a:r>
              <a:rPr sz="2500" dirty="0">
                <a:latin typeface="Times New Roman"/>
                <a:cs typeface="Times New Roman"/>
              </a:rPr>
              <a:t>nd 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v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ntu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l s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spc="25" dirty="0">
                <a:latin typeface="Times New Roman"/>
                <a:cs typeface="Times New Roman"/>
              </a:rPr>
              <a:t>l</a:t>
            </a:r>
            <a:r>
              <a:rPr sz="2500" dirty="0">
                <a:latin typeface="Times New Roman"/>
                <a:cs typeface="Times New Roman"/>
              </a:rPr>
              <a:t>f</a:t>
            </a:r>
            <a:r>
              <a:rPr sz="2500" spc="-10" dirty="0">
                <a:latin typeface="Times New Roman"/>
                <a:cs typeface="Times New Roman"/>
              </a:rPr>
              <a:t> ac</a:t>
            </a:r>
            <a:r>
              <a:rPr sz="2500" spc="25" dirty="0">
                <a:latin typeface="Times New Roman"/>
                <a:cs typeface="Times New Roman"/>
              </a:rPr>
              <a:t>t</a:t>
            </a:r>
            <a:r>
              <a:rPr sz="2500" dirty="0">
                <a:latin typeface="Times New Roman"/>
                <a:cs typeface="Times New Roman"/>
              </a:rPr>
              <a:t>u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li</a:t>
            </a:r>
            <a:r>
              <a:rPr sz="2500" spc="-10" dirty="0">
                <a:latin typeface="Times New Roman"/>
                <a:cs typeface="Times New Roman"/>
              </a:rPr>
              <a:t>za</a:t>
            </a:r>
            <a:r>
              <a:rPr sz="2500" dirty="0">
                <a:latin typeface="Times New Roman"/>
                <a:cs typeface="Times New Roman"/>
              </a:rPr>
              <a:t>t</a:t>
            </a:r>
            <a:r>
              <a:rPr sz="2500" spc="-20" dirty="0">
                <a:latin typeface="Times New Roman"/>
                <a:cs typeface="Times New Roman"/>
              </a:rPr>
              <a:t>i</a:t>
            </a:r>
            <a:r>
              <a:rPr sz="2500" dirty="0">
                <a:latin typeface="Times New Roman"/>
                <a:cs typeface="Times New Roman"/>
              </a:rPr>
              <a:t>on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of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ir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p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son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l</a:t>
            </a:r>
            <a:r>
              <a:rPr sz="2500" spc="-4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go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ls – the pinn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spc="-10" dirty="0">
                <a:latin typeface="Times New Roman"/>
                <a:cs typeface="Times New Roman"/>
              </a:rPr>
              <a:t>c</a:t>
            </a:r>
            <a:r>
              <a:rPr sz="2500" dirty="0">
                <a:latin typeface="Times New Roman"/>
                <a:cs typeface="Times New Roman"/>
              </a:rPr>
              <a:t>le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of</a:t>
            </a:r>
            <a:r>
              <a:rPr sz="2500" spc="14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ir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Times New Roman"/>
                <a:cs typeface="Times New Roman"/>
              </a:rPr>
              <a:t>c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spc="14" dirty="0">
                <a:latin typeface="Times New Roman"/>
                <a:cs typeface="Times New Roman"/>
              </a:rPr>
              <a:t>r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r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su</a:t>
            </a:r>
            <a:r>
              <a:rPr sz="2500" spc="10" dirty="0">
                <a:latin typeface="Times New Roman"/>
                <a:cs typeface="Times New Roman"/>
              </a:rPr>
              <a:t>c</a:t>
            </a:r>
            <a:r>
              <a:rPr sz="2500" spc="-10" dirty="0">
                <a:latin typeface="Times New Roman"/>
                <a:cs typeface="Times New Roman"/>
              </a:rPr>
              <a:t>c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spc="-10" dirty="0">
                <a:latin typeface="Times New Roman"/>
                <a:cs typeface="Times New Roman"/>
              </a:rPr>
              <a:t>s</a:t>
            </a:r>
            <a:r>
              <a:rPr sz="2600" dirty="0">
                <a:latin typeface="Times New Roman"/>
                <a:cs typeface="Times New Roman"/>
              </a:rPr>
              <a:t>s.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36753" y="1314559"/>
            <a:ext cx="278130" cy="279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9"/>
            <a:r>
              <a:rPr spc="-10" dirty="0">
                <a:latin typeface="Century Gothic"/>
                <a:cs typeface="Century Gothic"/>
              </a:rPr>
              <a:t>2</a:t>
            </a:r>
            <a:r>
              <a:rPr dirty="0">
                <a:latin typeface="Century Gothic"/>
                <a:cs typeface="Century Gothic"/>
              </a:rPr>
              <a:t>5</a:t>
            </a:r>
            <a:endParaRPr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1" y="457201"/>
            <a:ext cx="9144000" cy="6857999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0" y="6857999"/>
                </a:moveTo>
                <a:lnTo>
                  <a:pt x="9143999" y="6857999"/>
                </a:lnTo>
                <a:lnTo>
                  <a:pt x="914399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A5A5A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7201" y="681228"/>
            <a:ext cx="2145791" cy="66339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39937" y="776031"/>
            <a:ext cx="7978524" cy="671109"/>
          </a:xfrm>
          <a:prstGeom prst="rect">
            <a:avLst/>
          </a:prstGeom>
        </p:spPr>
        <p:txBody>
          <a:bodyPr vert="horz" wrap="square" lIns="0" tIns="160966" rIns="0" bIns="0" rtlCol="0">
            <a:spAutoFit/>
          </a:bodyPr>
          <a:lstStyle/>
          <a:p>
            <a:pPr marL="1612900"/>
            <a:r>
              <a:rPr sz="3200" spc="-14" dirty="0"/>
              <a:t>M</a:t>
            </a:r>
            <a:r>
              <a:rPr sz="3200" spc="30" dirty="0"/>
              <a:t>y</a:t>
            </a:r>
            <a:r>
              <a:rPr sz="3200" spc="-10" dirty="0"/>
              <a:t>t</a:t>
            </a:r>
            <a:r>
              <a:rPr sz="3200" spc="-20" dirty="0"/>
              <a:t>h</a:t>
            </a:r>
            <a:r>
              <a:rPr sz="3200" dirty="0"/>
              <a:t>s of</a:t>
            </a:r>
            <a:r>
              <a:rPr sz="3200" spc="-10" dirty="0"/>
              <a:t> </a:t>
            </a:r>
            <a:r>
              <a:rPr sz="3200" spc="4" dirty="0"/>
              <a:t>E</a:t>
            </a:r>
            <a:r>
              <a:rPr sz="3200" spc="-20" dirty="0"/>
              <a:t>n</a:t>
            </a:r>
            <a:r>
              <a:rPr sz="3200" spc="-10" dirty="0"/>
              <a:t>t</a:t>
            </a:r>
            <a:r>
              <a:rPr sz="3200" spc="-45" dirty="0"/>
              <a:t>r</a:t>
            </a:r>
            <a:r>
              <a:rPr sz="3200" spc="14" dirty="0"/>
              <a:t>e</a:t>
            </a:r>
            <a:r>
              <a:rPr sz="3200" spc="-20" dirty="0"/>
              <a:t>p</a:t>
            </a:r>
            <a:r>
              <a:rPr sz="3200" spc="-45" dirty="0"/>
              <a:t>r</a:t>
            </a:r>
            <a:r>
              <a:rPr sz="3200" spc="-14" dirty="0"/>
              <a:t>e</a:t>
            </a:r>
            <a:r>
              <a:rPr sz="3200" spc="10" dirty="0"/>
              <a:t>n</a:t>
            </a:r>
            <a:r>
              <a:rPr sz="3200" spc="-14" dirty="0"/>
              <a:t>e</a:t>
            </a:r>
            <a:r>
              <a:rPr sz="3200" spc="10" dirty="0"/>
              <a:t>u</a:t>
            </a:r>
            <a:r>
              <a:rPr sz="3200" spc="-14" dirty="0"/>
              <a:t>r</a:t>
            </a:r>
            <a:r>
              <a:rPr sz="3200" dirty="0"/>
              <a:t>s</a:t>
            </a:r>
            <a:r>
              <a:rPr sz="3200" spc="10" dirty="0"/>
              <a:t>h</a:t>
            </a:r>
            <a:r>
              <a:rPr sz="3200" spc="-30" dirty="0"/>
              <a:t>i</a:t>
            </a:r>
            <a:r>
              <a:rPr sz="3200" dirty="0"/>
              <a:t>p</a:t>
            </a:r>
          </a:p>
        </p:txBody>
      </p:sp>
      <p:sp>
        <p:nvSpPr>
          <p:cNvPr id="5" name="object 5"/>
          <p:cNvSpPr/>
          <p:nvPr/>
        </p:nvSpPr>
        <p:spPr>
          <a:xfrm>
            <a:off x="1066800" y="1676399"/>
            <a:ext cx="8077201" cy="5181600"/>
          </a:xfrm>
          <a:custGeom>
            <a:avLst/>
            <a:gdLst/>
            <a:ahLst/>
            <a:cxnLst/>
            <a:rect l="l" t="t" r="r" b="b"/>
            <a:pathLst>
              <a:path w="6858000" h="5181600">
                <a:moveTo>
                  <a:pt x="0" y="5181599"/>
                </a:moveTo>
                <a:lnTo>
                  <a:pt x="6857999" y="5181599"/>
                </a:lnTo>
                <a:lnTo>
                  <a:pt x="6857999" y="0"/>
                </a:lnTo>
                <a:lnTo>
                  <a:pt x="0" y="0"/>
                </a:lnTo>
                <a:lnTo>
                  <a:pt x="0" y="51815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286001" y="1676399"/>
            <a:ext cx="6858000" cy="5181600"/>
          </a:xfrm>
          <a:custGeom>
            <a:avLst/>
            <a:gdLst/>
            <a:ahLst/>
            <a:cxnLst/>
            <a:rect l="l" t="t" r="r" b="b"/>
            <a:pathLst>
              <a:path w="6858000" h="5181600">
                <a:moveTo>
                  <a:pt x="0" y="5181599"/>
                </a:moveTo>
                <a:lnTo>
                  <a:pt x="6857999" y="5181599"/>
                </a:lnTo>
                <a:lnTo>
                  <a:pt x="6857999" y="0"/>
                </a:lnTo>
                <a:lnTo>
                  <a:pt x="0" y="0"/>
                </a:lnTo>
                <a:lnTo>
                  <a:pt x="0" y="5181599"/>
                </a:lnTo>
                <a:close/>
              </a:path>
            </a:pathLst>
          </a:custGeom>
          <a:ln w="15239">
            <a:solidFill>
              <a:srgbClr val="71855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xfrm>
            <a:off x="775666" y="1202282"/>
            <a:ext cx="8507066" cy="4776173"/>
          </a:xfrm>
          <a:prstGeom prst="rect">
            <a:avLst/>
          </a:prstGeom>
        </p:spPr>
        <p:txBody>
          <a:bodyPr vert="horz" wrap="square" lIns="0" tIns="112262" rIns="0" bIns="0" rtlCol="0">
            <a:spAutoFit/>
          </a:bodyPr>
          <a:lstStyle/>
          <a:p>
            <a:pPr marL="173335"/>
            <a:r>
              <a:rPr sz="1800" spc="-10" dirty="0">
                <a:latin typeface="Century Gothic"/>
                <a:cs typeface="Century Gothic"/>
              </a:rPr>
              <a:t>2</a:t>
            </a:r>
            <a:r>
              <a:rPr sz="1800" dirty="0">
                <a:latin typeface="Century Gothic"/>
                <a:cs typeface="Century Gothic"/>
              </a:rPr>
              <a:t>6</a:t>
            </a:r>
          </a:p>
          <a:p>
            <a:pPr marL="900113" indent="-630238">
              <a:spcBef>
                <a:spcPts val="1204"/>
              </a:spcBef>
            </a:pPr>
            <a:r>
              <a:rPr sz="2000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2000" dirty="0">
                <a:solidFill>
                  <a:srgbClr val="A42F0F"/>
                </a:solidFill>
              </a:rPr>
              <a:t> </a:t>
            </a:r>
            <a:r>
              <a:rPr sz="2000" spc="-85" dirty="0">
                <a:solidFill>
                  <a:srgbClr val="A42F0F"/>
                </a:solidFill>
              </a:rPr>
              <a:t> </a:t>
            </a:r>
            <a:r>
              <a:rPr sz="2000" dirty="0"/>
              <a:t>M</a:t>
            </a:r>
            <a:r>
              <a:rPr sz="2000" spc="-20" dirty="0"/>
              <a:t>y</a:t>
            </a:r>
            <a:r>
              <a:rPr sz="2000" dirty="0"/>
              <a:t>th 1:</a:t>
            </a:r>
            <a:r>
              <a:rPr sz="2000" spc="-14" dirty="0"/>
              <a:t> </a:t>
            </a:r>
            <a:r>
              <a:rPr lang="en-US" sz="2000" spc="-14" dirty="0" smtClean="0"/>
              <a:t> </a:t>
            </a:r>
            <a:r>
              <a:rPr sz="2000" spc="-4" dirty="0" smtClean="0"/>
              <a:t>E</a:t>
            </a:r>
            <a:r>
              <a:rPr sz="2000" dirty="0" smtClean="0"/>
              <a:t>nt</a:t>
            </a:r>
            <a:r>
              <a:rPr sz="2000" spc="10" dirty="0" smtClean="0"/>
              <a:t>r</a:t>
            </a:r>
            <a:r>
              <a:rPr sz="2000" spc="-10" dirty="0" smtClean="0"/>
              <a:t>e</a:t>
            </a:r>
            <a:r>
              <a:rPr sz="2000" dirty="0" smtClean="0"/>
              <a:t>p</a:t>
            </a:r>
            <a:r>
              <a:rPr sz="2000" spc="10" dirty="0" smtClean="0"/>
              <a:t>r</a:t>
            </a:r>
            <a:r>
              <a:rPr sz="2000" spc="-10" dirty="0" smtClean="0"/>
              <a:t>e</a:t>
            </a:r>
            <a:r>
              <a:rPr sz="2000" dirty="0" smtClean="0"/>
              <a:t>n</a:t>
            </a:r>
            <a:r>
              <a:rPr sz="2000" spc="-10" dirty="0" smtClean="0"/>
              <a:t>e</a:t>
            </a:r>
            <a:r>
              <a:rPr sz="2000" dirty="0" smtClean="0"/>
              <a:t>u</a:t>
            </a:r>
            <a:r>
              <a:rPr sz="2000" spc="-10" dirty="0" smtClean="0"/>
              <a:t>r</a:t>
            </a:r>
            <a:r>
              <a:rPr sz="2000" dirty="0" smtClean="0"/>
              <a:t>s</a:t>
            </a:r>
            <a:r>
              <a:rPr sz="2000" spc="-140" dirty="0" smtClean="0"/>
              <a:t> </a:t>
            </a:r>
            <a:r>
              <a:rPr sz="2000" spc="-4" dirty="0"/>
              <a:t>A</a:t>
            </a:r>
            <a:r>
              <a:rPr sz="2000" spc="10" dirty="0"/>
              <a:t>r</a:t>
            </a:r>
            <a:r>
              <a:rPr sz="2000" dirty="0"/>
              <a:t>e</a:t>
            </a:r>
            <a:r>
              <a:rPr sz="2000" spc="-30" dirty="0"/>
              <a:t> </a:t>
            </a:r>
            <a:r>
              <a:rPr sz="2000" spc="-4" dirty="0"/>
              <a:t>D</a:t>
            </a:r>
            <a:r>
              <a:rPr sz="2000" spc="20" dirty="0"/>
              <a:t>o</a:t>
            </a:r>
            <a:r>
              <a:rPr sz="2000" spc="-10" dirty="0"/>
              <a:t>er</a:t>
            </a:r>
            <a:r>
              <a:rPr sz="2000" dirty="0"/>
              <a:t>s,</a:t>
            </a:r>
            <a:r>
              <a:rPr sz="2000" spc="-20" dirty="0"/>
              <a:t> </a:t>
            </a:r>
            <a:r>
              <a:rPr sz="2000" spc="14" dirty="0"/>
              <a:t>N</a:t>
            </a:r>
            <a:r>
              <a:rPr sz="2000" dirty="0"/>
              <a:t>ot</a:t>
            </a:r>
            <a:r>
              <a:rPr sz="2000" spc="-60" dirty="0"/>
              <a:t> </a:t>
            </a:r>
            <a:r>
              <a:rPr sz="2000" spc="-4" dirty="0"/>
              <a:t>T</a:t>
            </a:r>
            <a:r>
              <a:rPr sz="2000" dirty="0"/>
              <a:t>hink</a:t>
            </a:r>
            <a:r>
              <a:rPr sz="2000" spc="10" dirty="0"/>
              <a:t>e</a:t>
            </a:r>
            <a:r>
              <a:rPr sz="2000" spc="-10" dirty="0"/>
              <a:t>r</a:t>
            </a:r>
            <a:r>
              <a:rPr sz="2000" dirty="0"/>
              <a:t>s</a:t>
            </a:r>
          </a:p>
          <a:p>
            <a:pPr marL="900113" indent="-630238">
              <a:spcBef>
                <a:spcPts val="994"/>
              </a:spcBef>
            </a:pPr>
            <a:r>
              <a:rPr sz="2000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2000" dirty="0">
                <a:solidFill>
                  <a:srgbClr val="A42F0F"/>
                </a:solidFill>
              </a:rPr>
              <a:t> </a:t>
            </a:r>
            <a:r>
              <a:rPr sz="2000" spc="-85" dirty="0">
                <a:solidFill>
                  <a:srgbClr val="A42F0F"/>
                </a:solidFill>
              </a:rPr>
              <a:t> </a:t>
            </a:r>
            <a:r>
              <a:rPr sz="2000" dirty="0"/>
              <a:t>M</a:t>
            </a:r>
            <a:r>
              <a:rPr sz="2000" spc="-20" dirty="0"/>
              <a:t>y</a:t>
            </a:r>
            <a:r>
              <a:rPr sz="2000" dirty="0"/>
              <a:t>th 2:</a:t>
            </a:r>
            <a:r>
              <a:rPr sz="2000" spc="-14" dirty="0"/>
              <a:t> </a:t>
            </a:r>
            <a:r>
              <a:rPr lang="en-US" sz="2000" spc="-14" dirty="0" smtClean="0"/>
              <a:t> </a:t>
            </a:r>
            <a:r>
              <a:rPr sz="2000" spc="-4" dirty="0" smtClean="0"/>
              <a:t>E</a:t>
            </a:r>
            <a:r>
              <a:rPr sz="2000" dirty="0" smtClean="0"/>
              <a:t>nt</a:t>
            </a:r>
            <a:r>
              <a:rPr sz="2000" spc="10" dirty="0" smtClean="0"/>
              <a:t>r</a:t>
            </a:r>
            <a:r>
              <a:rPr sz="2000" spc="-10" dirty="0" smtClean="0"/>
              <a:t>e</a:t>
            </a:r>
            <a:r>
              <a:rPr sz="2000" dirty="0" smtClean="0"/>
              <a:t>p</a:t>
            </a:r>
            <a:r>
              <a:rPr sz="2000" spc="10" dirty="0" smtClean="0"/>
              <a:t>r</a:t>
            </a:r>
            <a:r>
              <a:rPr sz="2000" spc="-10" dirty="0" smtClean="0"/>
              <a:t>e</a:t>
            </a:r>
            <a:r>
              <a:rPr sz="2000" dirty="0" smtClean="0"/>
              <a:t>n</a:t>
            </a:r>
            <a:r>
              <a:rPr sz="2000" spc="-10" dirty="0" smtClean="0"/>
              <a:t>e</a:t>
            </a:r>
            <a:r>
              <a:rPr sz="2000" dirty="0" smtClean="0"/>
              <a:t>u</a:t>
            </a:r>
            <a:r>
              <a:rPr sz="2000" spc="-10" dirty="0" smtClean="0"/>
              <a:t>r</a:t>
            </a:r>
            <a:r>
              <a:rPr sz="2000" dirty="0" smtClean="0"/>
              <a:t>s</a:t>
            </a:r>
            <a:r>
              <a:rPr sz="2000" spc="-140" dirty="0" smtClean="0"/>
              <a:t> </a:t>
            </a:r>
            <a:r>
              <a:rPr sz="2000" spc="-4" dirty="0"/>
              <a:t>A</a:t>
            </a:r>
            <a:r>
              <a:rPr sz="2000" spc="10" dirty="0"/>
              <a:t>r</a:t>
            </a:r>
            <a:r>
              <a:rPr sz="2000" dirty="0"/>
              <a:t>e</a:t>
            </a:r>
            <a:r>
              <a:rPr sz="2000" spc="-30" dirty="0"/>
              <a:t> </a:t>
            </a:r>
            <a:r>
              <a:rPr sz="2000" spc="-14" dirty="0"/>
              <a:t>B</a:t>
            </a:r>
            <a:r>
              <a:rPr sz="2000" spc="20" dirty="0"/>
              <a:t>o</a:t>
            </a:r>
            <a:r>
              <a:rPr sz="2000" spc="-10" dirty="0"/>
              <a:t>r</a:t>
            </a:r>
            <a:r>
              <a:rPr sz="2000" dirty="0"/>
              <a:t>n, </a:t>
            </a:r>
            <a:r>
              <a:rPr sz="2000" spc="-4" dirty="0"/>
              <a:t>N</a:t>
            </a:r>
            <a:r>
              <a:rPr sz="2000" dirty="0"/>
              <a:t>ot</a:t>
            </a:r>
            <a:r>
              <a:rPr sz="2000" spc="-14" dirty="0"/>
              <a:t> </a:t>
            </a:r>
            <a:r>
              <a:rPr sz="2000" dirty="0"/>
              <a:t>M</a:t>
            </a:r>
            <a:r>
              <a:rPr sz="2000" spc="-10" dirty="0"/>
              <a:t>a</a:t>
            </a:r>
            <a:r>
              <a:rPr sz="2000" spc="20" dirty="0"/>
              <a:t>d</a:t>
            </a:r>
            <a:r>
              <a:rPr sz="2000" dirty="0"/>
              <a:t>e</a:t>
            </a:r>
          </a:p>
          <a:p>
            <a:pPr marL="900113" indent="-630238">
              <a:spcBef>
                <a:spcPts val="1005"/>
              </a:spcBef>
            </a:pPr>
            <a:r>
              <a:rPr sz="2000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2000" dirty="0">
                <a:solidFill>
                  <a:srgbClr val="A42F0F"/>
                </a:solidFill>
              </a:rPr>
              <a:t> </a:t>
            </a:r>
            <a:r>
              <a:rPr sz="2000" spc="-85" dirty="0">
                <a:solidFill>
                  <a:srgbClr val="A42F0F"/>
                </a:solidFill>
              </a:rPr>
              <a:t> </a:t>
            </a:r>
            <a:r>
              <a:rPr sz="2000" dirty="0"/>
              <a:t>M</a:t>
            </a:r>
            <a:r>
              <a:rPr sz="2000" spc="-20" dirty="0"/>
              <a:t>y</a:t>
            </a:r>
            <a:r>
              <a:rPr sz="2000" dirty="0"/>
              <a:t>th 3:</a:t>
            </a:r>
            <a:r>
              <a:rPr sz="2000" spc="-14" dirty="0"/>
              <a:t> </a:t>
            </a:r>
            <a:r>
              <a:rPr lang="en-US" sz="2000" spc="-14" dirty="0" smtClean="0"/>
              <a:t> </a:t>
            </a:r>
            <a:r>
              <a:rPr sz="2000" spc="-4" dirty="0" smtClean="0"/>
              <a:t>E</a:t>
            </a:r>
            <a:r>
              <a:rPr sz="2000" dirty="0" smtClean="0"/>
              <a:t>nt</a:t>
            </a:r>
            <a:r>
              <a:rPr sz="2000" spc="10" dirty="0" smtClean="0"/>
              <a:t>r</a:t>
            </a:r>
            <a:r>
              <a:rPr sz="2000" spc="-10" dirty="0" smtClean="0"/>
              <a:t>e</a:t>
            </a:r>
            <a:r>
              <a:rPr sz="2000" dirty="0" smtClean="0"/>
              <a:t>p</a:t>
            </a:r>
            <a:r>
              <a:rPr sz="2000" spc="10" dirty="0" smtClean="0"/>
              <a:t>r</a:t>
            </a:r>
            <a:r>
              <a:rPr sz="2000" spc="-10" dirty="0" smtClean="0"/>
              <a:t>e</a:t>
            </a:r>
            <a:r>
              <a:rPr sz="2000" dirty="0" smtClean="0"/>
              <a:t>n</a:t>
            </a:r>
            <a:r>
              <a:rPr sz="2000" spc="-10" dirty="0" smtClean="0"/>
              <a:t>e</a:t>
            </a:r>
            <a:r>
              <a:rPr sz="2000" dirty="0" smtClean="0"/>
              <a:t>u</a:t>
            </a:r>
            <a:r>
              <a:rPr sz="2000" spc="-10" dirty="0" smtClean="0"/>
              <a:t>r</a:t>
            </a:r>
            <a:r>
              <a:rPr sz="2000" dirty="0" smtClean="0"/>
              <a:t>s</a:t>
            </a:r>
            <a:r>
              <a:rPr sz="2000" spc="-140" dirty="0" smtClean="0"/>
              <a:t> </a:t>
            </a:r>
            <a:r>
              <a:rPr sz="2000" spc="-4" dirty="0"/>
              <a:t>A</a:t>
            </a:r>
            <a:r>
              <a:rPr sz="2000" spc="10" dirty="0"/>
              <a:t>r</a:t>
            </a:r>
            <a:r>
              <a:rPr sz="2000" dirty="0"/>
              <a:t>e</a:t>
            </a:r>
            <a:r>
              <a:rPr sz="2000" spc="-150" dirty="0"/>
              <a:t> </a:t>
            </a:r>
            <a:r>
              <a:rPr sz="2000" spc="14" dirty="0"/>
              <a:t>A</a:t>
            </a:r>
            <a:r>
              <a:rPr sz="2000" spc="-20" dirty="0"/>
              <a:t>l</a:t>
            </a:r>
            <a:r>
              <a:rPr sz="2000" spc="14" dirty="0"/>
              <a:t>w</a:t>
            </a:r>
            <a:r>
              <a:rPr sz="2000" spc="-10" dirty="0"/>
              <a:t>a</a:t>
            </a:r>
            <a:r>
              <a:rPr sz="2000" dirty="0"/>
              <a:t>ys</a:t>
            </a:r>
            <a:r>
              <a:rPr sz="2000" spc="-20" dirty="0"/>
              <a:t> </a:t>
            </a:r>
            <a:r>
              <a:rPr sz="2000" spc="10" dirty="0"/>
              <a:t>I</a:t>
            </a:r>
            <a:r>
              <a:rPr sz="2000" dirty="0"/>
              <a:t>nv</a:t>
            </a:r>
            <a:r>
              <a:rPr sz="2000" spc="10" dirty="0"/>
              <a:t>e</a:t>
            </a:r>
            <a:r>
              <a:rPr sz="2000" dirty="0"/>
              <a:t>nto</a:t>
            </a:r>
            <a:r>
              <a:rPr sz="2000" spc="-10" dirty="0"/>
              <a:t>r</a:t>
            </a:r>
            <a:r>
              <a:rPr sz="2000" dirty="0"/>
              <a:t>s</a:t>
            </a:r>
          </a:p>
          <a:p>
            <a:pPr marL="900113" indent="-630238">
              <a:spcBef>
                <a:spcPts val="994"/>
              </a:spcBef>
            </a:pPr>
            <a:r>
              <a:rPr sz="2000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2000" dirty="0">
                <a:solidFill>
                  <a:srgbClr val="A42F0F"/>
                </a:solidFill>
              </a:rPr>
              <a:t> </a:t>
            </a:r>
            <a:r>
              <a:rPr sz="2000" spc="-85" dirty="0">
                <a:solidFill>
                  <a:srgbClr val="A42F0F"/>
                </a:solidFill>
              </a:rPr>
              <a:t> </a:t>
            </a:r>
            <a:r>
              <a:rPr sz="2000" dirty="0"/>
              <a:t>M</a:t>
            </a:r>
            <a:r>
              <a:rPr sz="2000" spc="-20" dirty="0"/>
              <a:t>y</a:t>
            </a:r>
            <a:r>
              <a:rPr sz="2000" dirty="0"/>
              <a:t>th 4:</a:t>
            </a:r>
            <a:r>
              <a:rPr sz="2000" spc="-14" dirty="0"/>
              <a:t> </a:t>
            </a:r>
            <a:r>
              <a:rPr lang="en-US" sz="2000" spc="-14" dirty="0" smtClean="0"/>
              <a:t> </a:t>
            </a:r>
            <a:r>
              <a:rPr sz="2000" spc="-4" dirty="0" smtClean="0"/>
              <a:t>E</a:t>
            </a:r>
            <a:r>
              <a:rPr sz="2000" dirty="0" smtClean="0"/>
              <a:t>nt</a:t>
            </a:r>
            <a:r>
              <a:rPr sz="2000" spc="10" dirty="0" smtClean="0"/>
              <a:t>r</a:t>
            </a:r>
            <a:r>
              <a:rPr sz="2000" spc="-10" dirty="0" smtClean="0"/>
              <a:t>e</a:t>
            </a:r>
            <a:r>
              <a:rPr sz="2000" dirty="0" smtClean="0"/>
              <a:t>p</a:t>
            </a:r>
            <a:r>
              <a:rPr sz="2000" spc="10" dirty="0" smtClean="0"/>
              <a:t>r</a:t>
            </a:r>
            <a:r>
              <a:rPr sz="2000" spc="-10" dirty="0" smtClean="0"/>
              <a:t>e</a:t>
            </a:r>
            <a:r>
              <a:rPr sz="2000" dirty="0" smtClean="0"/>
              <a:t>n</a:t>
            </a:r>
            <a:r>
              <a:rPr sz="2000" spc="-10" dirty="0" smtClean="0"/>
              <a:t>e</a:t>
            </a:r>
            <a:r>
              <a:rPr sz="2000" dirty="0" smtClean="0"/>
              <a:t>u</a:t>
            </a:r>
            <a:r>
              <a:rPr sz="2000" spc="-10" dirty="0" smtClean="0"/>
              <a:t>r</a:t>
            </a:r>
            <a:r>
              <a:rPr sz="2000" dirty="0" smtClean="0"/>
              <a:t>s</a:t>
            </a:r>
            <a:r>
              <a:rPr sz="2000" spc="-140" dirty="0" smtClean="0"/>
              <a:t> </a:t>
            </a:r>
            <a:r>
              <a:rPr sz="2000" spc="-4" dirty="0"/>
              <a:t>A</a:t>
            </a:r>
            <a:r>
              <a:rPr sz="2000" spc="10" dirty="0"/>
              <a:t>r</a:t>
            </a:r>
            <a:r>
              <a:rPr sz="2000" dirty="0"/>
              <a:t>e</a:t>
            </a:r>
            <a:r>
              <a:rPr sz="2000" spc="-150" dirty="0"/>
              <a:t> </a:t>
            </a:r>
            <a:r>
              <a:rPr sz="2000" spc="14" dirty="0"/>
              <a:t>A</a:t>
            </a:r>
            <a:r>
              <a:rPr sz="2000" spc="-10" dirty="0"/>
              <a:t>ca</a:t>
            </a:r>
            <a:r>
              <a:rPr sz="2000" spc="20" dirty="0"/>
              <a:t>d</a:t>
            </a:r>
            <a:r>
              <a:rPr sz="2000" spc="-10" dirty="0"/>
              <a:t>e</a:t>
            </a:r>
            <a:r>
              <a:rPr sz="2000" spc="-20" dirty="0"/>
              <a:t>mi</a:t>
            </a:r>
            <a:r>
              <a:rPr sz="2000" dirty="0"/>
              <a:t>c</a:t>
            </a:r>
            <a:r>
              <a:rPr sz="2000" spc="10" dirty="0"/>
              <a:t> </a:t>
            </a:r>
            <a:r>
              <a:rPr sz="2000" spc="-10" dirty="0"/>
              <a:t>a</a:t>
            </a:r>
            <a:r>
              <a:rPr sz="2000" dirty="0"/>
              <a:t>nd </a:t>
            </a:r>
            <a:r>
              <a:rPr sz="2000" spc="-14" dirty="0"/>
              <a:t>S</a:t>
            </a:r>
            <a:r>
              <a:rPr sz="2000" spc="20" dirty="0"/>
              <a:t>o</a:t>
            </a:r>
            <a:r>
              <a:rPr sz="2000" spc="-10" dirty="0"/>
              <a:t>c</a:t>
            </a:r>
            <a:r>
              <a:rPr sz="2000" spc="-20" dirty="0"/>
              <a:t>i</a:t>
            </a:r>
            <a:r>
              <a:rPr sz="2000" spc="10" dirty="0"/>
              <a:t>a</a:t>
            </a:r>
            <a:r>
              <a:rPr sz="2000" dirty="0"/>
              <a:t>l</a:t>
            </a:r>
            <a:r>
              <a:rPr sz="2000" spc="-35" dirty="0"/>
              <a:t> </a:t>
            </a:r>
            <a:r>
              <a:rPr sz="2000" dirty="0"/>
              <a:t>M</a:t>
            </a:r>
            <a:r>
              <a:rPr sz="2000" spc="-20" dirty="0"/>
              <a:t>i</a:t>
            </a:r>
            <a:r>
              <a:rPr sz="2000" dirty="0"/>
              <a:t>s</a:t>
            </a:r>
            <a:r>
              <a:rPr sz="2000" spc="10" dirty="0"/>
              <a:t>f</a:t>
            </a:r>
            <a:r>
              <a:rPr sz="2000" spc="-20" dirty="0"/>
              <a:t>i</a:t>
            </a:r>
            <a:r>
              <a:rPr sz="2000" dirty="0"/>
              <a:t>ts</a:t>
            </a:r>
          </a:p>
          <a:p>
            <a:pPr marL="900113" indent="-630238">
              <a:spcBef>
                <a:spcPts val="994"/>
              </a:spcBef>
            </a:pPr>
            <a:r>
              <a:rPr sz="2000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2000" dirty="0">
                <a:solidFill>
                  <a:srgbClr val="A42F0F"/>
                </a:solidFill>
              </a:rPr>
              <a:t> </a:t>
            </a:r>
            <a:r>
              <a:rPr sz="2000" spc="-85" dirty="0">
                <a:solidFill>
                  <a:srgbClr val="A42F0F"/>
                </a:solidFill>
              </a:rPr>
              <a:t> </a:t>
            </a:r>
            <a:r>
              <a:rPr sz="2000" dirty="0"/>
              <a:t>M</a:t>
            </a:r>
            <a:r>
              <a:rPr sz="2000" spc="-20" dirty="0"/>
              <a:t>y</a:t>
            </a:r>
            <a:r>
              <a:rPr sz="2000" dirty="0"/>
              <a:t>th 5:</a:t>
            </a:r>
            <a:r>
              <a:rPr sz="2000" spc="-14" dirty="0"/>
              <a:t> </a:t>
            </a:r>
            <a:r>
              <a:rPr lang="en-US" sz="2000" spc="-14" dirty="0" smtClean="0"/>
              <a:t> </a:t>
            </a:r>
            <a:r>
              <a:rPr sz="2000" spc="-4" dirty="0" smtClean="0"/>
              <a:t>E</a:t>
            </a:r>
            <a:r>
              <a:rPr sz="2000" dirty="0" smtClean="0"/>
              <a:t>nt</a:t>
            </a:r>
            <a:r>
              <a:rPr sz="2000" spc="10" dirty="0" smtClean="0"/>
              <a:t>r</a:t>
            </a:r>
            <a:r>
              <a:rPr sz="2000" spc="-10" dirty="0" smtClean="0"/>
              <a:t>e</a:t>
            </a:r>
            <a:r>
              <a:rPr sz="2000" dirty="0" smtClean="0"/>
              <a:t>p</a:t>
            </a:r>
            <a:r>
              <a:rPr sz="2000" spc="10" dirty="0" smtClean="0"/>
              <a:t>r</a:t>
            </a:r>
            <a:r>
              <a:rPr sz="2000" spc="-10" dirty="0" smtClean="0"/>
              <a:t>e</a:t>
            </a:r>
            <a:r>
              <a:rPr sz="2000" dirty="0" smtClean="0"/>
              <a:t>n</a:t>
            </a:r>
            <a:r>
              <a:rPr sz="2000" spc="-10" dirty="0" smtClean="0"/>
              <a:t>e</a:t>
            </a:r>
            <a:r>
              <a:rPr sz="2000" dirty="0" smtClean="0"/>
              <a:t>u</a:t>
            </a:r>
            <a:r>
              <a:rPr sz="2000" spc="-10" dirty="0" smtClean="0"/>
              <a:t>r</a:t>
            </a:r>
            <a:r>
              <a:rPr sz="2000" dirty="0" smtClean="0"/>
              <a:t>s</a:t>
            </a:r>
            <a:r>
              <a:rPr sz="2000" spc="-40" dirty="0" smtClean="0"/>
              <a:t> </a:t>
            </a:r>
            <a:r>
              <a:rPr sz="2000" dirty="0"/>
              <a:t>Must</a:t>
            </a:r>
            <a:r>
              <a:rPr sz="2000" spc="-35" dirty="0"/>
              <a:t> </a:t>
            </a:r>
            <a:r>
              <a:rPr sz="2000" spc="4" dirty="0"/>
              <a:t>F</a:t>
            </a:r>
            <a:r>
              <a:rPr sz="2000" dirty="0"/>
              <a:t>it</a:t>
            </a:r>
            <a:r>
              <a:rPr sz="2000" spc="-14" dirty="0"/>
              <a:t> </a:t>
            </a:r>
            <a:r>
              <a:rPr sz="2000" spc="-20" dirty="0"/>
              <a:t>t</a:t>
            </a:r>
            <a:r>
              <a:rPr sz="2000" dirty="0"/>
              <a:t>he</a:t>
            </a:r>
            <a:r>
              <a:rPr sz="2000" spc="-10" dirty="0"/>
              <a:t> </a:t>
            </a:r>
            <a:r>
              <a:rPr sz="2000" spc="10" dirty="0"/>
              <a:t>“</a:t>
            </a:r>
            <a:r>
              <a:rPr sz="2000" spc="-14" dirty="0"/>
              <a:t>P</a:t>
            </a:r>
            <a:r>
              <a:rPr sz="2000" spc="10" dirty="0"/>
              <a:t>r</a:t>
            </a:r>
            <a:r>
              <a:rPr sz="2000" dirty="0"/>
              <a:t>o</a:t>
            </a:r>
            <a:r>
              <a:rPr sz="2000" spc="10" dirty="0"/>
              <a:t>f</a:t>
            </a:r>
            <a:r>
              <a:rPr sz="2000" spc="-20" dirty="0"/>
              <a:t>i</a:t>
            </a:r>
            <a:r>
              <a:rPr sz="2000" dirty="0"/>
              <a:t>l</a:t>
            </a:r>
            <a:r>
              <a:rPr sz="2000" spc="-10" dirty="0"/>
              <a:t>e</a:t>
            </a:r>
            <a:r>
              <a:rPr sz="2000" dirty="0"/>
              <a:t>”</a:t>
            </a:r>
          </a:p>
          <a:p>
            <a:pPr marL="900113" indent="-630238">
              <a:spcBef>
                <a:spcPts val="1005"/>
              </a:spcBef>
            </a:pPr>
            <a:r>
              <a:rPr sz="2000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2000" dirty="0">
                <a:solidFill>
                  <a:srgbClr val="A42F0F"/>
                </a:solidFill>
              </a:rPr>
              <a:t> </a:t>
            </a:r>
            <a:r>
              <a:rPr sz="2000" spc="-85" dirty="0">
                <a:solidFill>
                  <a:srgbClr val="A42F0F"/>
                </a:solidFill>
              </a:rPr>
              <a:t> </a:t>
            </a:r>
            <a:r>
              <a:rPr sz="2000" dirty="0"/>
              <a:t>M</a:t>
            </a:r>
            <a:r>
              <a:rPr sz="2000" spc="-20" dirty="0"/>
              <a:t>y</a:t>
            </a:r>
            <a:r>
              <a:rPr sz="2000" dirty="0"/>
              <a:t>th 6:</a:t>
            </a:r>
            <a:r>
              <a:rPr sz="2000" spc="-120" dirty="0"/>
              <a:t> </a:t>
            </a:r>
            <a:r>
              <a:rPr lang="en-US" sz="2000" spc="-120" dirty="0" smtClean="0"/>
              <a:t> </a:t>
            </a:r>
            <a:r>
              <a:rPr sz="2000" spc="-4" dirty="0" smtClean="0"/>
              <a:t>A</a:t>
            </a:r>
            <a:r>
              <a:rPr sz="2000" dirty="0" smtClean="0"/>
              <a:t>ll</a:t>
            </a:r>
            <a:r>
              <a:rPr sz="2000" spc="-14" dirty="0" smtClean="0"/>
              <a:t> </a:t>
            </a:r>
            <a:r>
              <a:rPr sz="2000" spc="-4" dirty="0"/>
              <a:t>E</a:t>
            </a:r>
            <a:r>
              <a:rPr sz="2000" dirty="0"/>
              <a:t>nt</a:t>
            </a:r>
            <a:r>
              <a:rPr sz="2000" spc="-10" dirty="0"/>
              <a:t>r</a:t>
            </a:r>
            <a:r>
              <a:rPr sz="2000" spc="10" dirty="0"/>
              <a:t>e</a:t>
            </a:r>
            <a:r>
              <a:rPr sz="2000" dirty="0"/>
              <a:t>p</a:t>
            </a:r>
            <a:r>
              <a:rPr sz="2000" spc="-10" dirty="0"/>
              <a:t>r</a:t>
            </a:r>
            <a:r>
              <a:rPr sz="2000" spc="10" dirty="0"/>
              <a:t>e</a:t>
            </a:r>
            <a:r>
              <a:rPr sz="2000" spc="-20" dirty="0"/>
              <a:t>n</a:t>
            </a:r>
            <a:r>
              <a:rPr sz="2000" spc="10" dirty="0"/>
              <a:t>e</a:t>
            </a:r>
            <a:r>
              <a:rPr sz="2000" spc="-20" dirty="0"/>
              <a:t>u</a:t>
            </a:r>
            <a:r>
              <a:rPr sz="2000" spc="10" dirty="0"/>
              <a:t>r</a:t>
            </a:r>
            <a:r>
              <a:rPr sz="2000" dirty="0"/>
              <a:t>s</a:t>
            </a:r>
            <a:r>
              <a:rPr sz="2000" spc="-40" dirty="0"/>
              <a:t> </a:t>
            </a:r>
            <a:r>
              <a:rPr sz="2000" spc="-4" dirty="0"/>
              <a:t>N</a:t>
            </a:r>
            <a:r>
              <a:rPr sz="2000" spc="-10" dirty="0"/>
              <a:t>e</a:t>
            </a:r>
            <a:r>
              <a:rPr sz="2000" spc="10" dirty="0"/>
              <a:t>e</a:t>
            </a:r>
            <a:r>
              <a:rPr sz="2000" dirty="0"/>
              <a:t>d </a:t>
            </a:r>
            <a:r>
              <a:rPr sz="2000" spc="-10" dirty="0"/>
              <a:t>I</a:t>
            </a:r>
            <a:r>
              <a:rPr sz="2000" dirty="0"/>
              <a:t>s</a:t>
            </a:r>
            <a:r>
              <a:rPr sz="2000" spc="-20" dirty="0"/>
              <a:t> </a:t>
            </a:r>
            <a:r>
              <a:rPr sz="2000" dirty="0"/>
              <a:t>Mon</a:t>
            </a:r>
            <a:r>
              <a:rPr sz="2000" spc="10" dirty="0"/>
              <a:t>e</a:t>
            </a:r>
            <a:r>
              <a:rPr sz="2000" dirty="0"/>
              <a:t>y</a:t>
            </a:r>
          </a:p>
          <a:p>
            <a:pPr marL="900113" indent="-630238">
              <a:spcBef>
                <a:spcPts val="994"/>
              </a:spcBef>
            </a:pPr>
            <a:r>
              <a:rPr sz="2000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2000" dirty="0">
                <a:solidFill>
                  <a:srgbClr val="A42F0F"/>
                </a:solidFill>
              </a:rPr>
              <a:t> </a:t>
            </a:r>
            <a:r>
              <a:rPr sz="2000" spc="-85" dirty="0">
                <a:solidFill>
                  <a:srgbClr val="A42F0F"/>
                </a:solidFill>
              </a:rPr>
              <a:t> </a:t>
            </a:r>
            <a:r>
              <a:rPr sz="2000" dirty="0"/>
              <a:t>M</a:t>
            </a:r>
            <a:r>
              <a:rPr sz="2000" spc="-20" dirty="0"/>
              <a:t>y</a:t>
            </a:r>
            <a:r>
              <a:rPr sz="2000" dirty="0"/>
              <a:t>th 7:</a:t>
            </a:r>
            <a:r>
              <a:rPr sz="2000" spc="-120" dirty="0"/>
              <a:t> </a:t>
            </a:r>
            <a:r>
              <a:rPr lang="en-US" sz="2000" spc="-120" dirty="0" smtClean="0"/>
              <a:t> </a:t>
            </a:r>
            <a:r>
              <a:rPr sz="2000" spc="-4" dirty="0" smtClean="0"/>
              <a:t>A</a:t>
            </a:r>
            <a:r>
              <a:rPr sz="2000" dirty="0" smtClean="0"/>
              <a:t>ll</a:t>
            </a:r>
            <a:r>
              <a:rPr sz="2000" spc="-14" dirty="0" smtClean="0"/>
              <a:t> </a:t>
            </a:r>
            <a:r>
              <a:rPr sz="2000" spc="-4" dirty="0"/>
              <a:t>E</a:t>
            </a:r>
            <a:r>
              <a:rPr sz="2000" dirty="0"/>
              <a:t>nt</a:t>
            </a:r>
            <a:r>
              <a:rPr sz="2000" spc="-10" dirty="0"/>
              <a:t>r</a:t>
            </a:r>
            <a:r>
              <a:rPr sz="2000" spc="10" dirty="0"/>
              <a:t>e</a:t>
            </a:r>
            <a:r>
              <a:rPr sz="2000" dirty="0"/>
              <a:t>p</a:t>
            </a:r>
            <a:r>
              <a:rPr sz="2000" spc="-10" dirty="0"/>
              <a:t>r</a:t>
            </a:r>
            <a:r>
              <a:rPr sz="2000" spc="10" dirty="0"/>
              <a:t>e</a:t>
            </a:r>
            <a:r>
              <a:rPr sz="2000" spc="-20" dirty="0"/>
              <a:t>n</a:t>
            </a:r>
            <a:r>
              <a:rPr sz="2000" spc="10" dirty="0"/>
              <a:t>e</a:t>
            </a:r>
            <a:r>
              <a:rPr sz="2000" spc="-20" dirty="0"/>
              <a:t>u</a:t>
            </a:r>
            <a:r>
              <a:rPr sz="2000" spc="10" dirty="0"/>
              <a:t>r</a:t>
            </a:r>
            <a:r>
              <a:rPr sz="2000" dirty="0"/>
              <a:t>s</a:t>
            </a:r>
            <a:r>
              <a:rPr sz="2000" spc="-40" dirty="0"/>
              <a:t> </a:t>
            </a:r>
            <a:r>
              <a:rPr sz="2000" spc="-4" dirty="0"/>
              <a:t>N</a:t>
            </a:r>
            <a:r>
              <a:rPr sz="2000" spc="-10" dirty="0"/>
              <a:t>e</a:t>
            </a:r>
            <a:r>
              <a:rPr sz="2000" spc="10" dirty="0"/>
              <a:t>e</a:t>
            </a:r>
            <a:r>
              <a:rPr sz="2000" dirty="0"/>
              <a:t>d </a:t>
            </a:r>
            <a:r>
              <a:rPr sz="2000" spc="-10" dirty="0"/>
              <a:t>I</a:t>
            </a:r>
            <a:r>
              <a:rPr sz="2000" dirty="0"/>
              <a:t>s</a:t>
            </a:r>
            <a:r>
              <a:rPr sz="2000" spc="-20" dirty="0"/>
              <a:t> </a:t>
            </a:r>
            <a:r>
              <a:rPr sz="2000" spc="-4" dirty="0"/>
              <a:t>L</a:t>
            </a:r>
            <a:r>
              <a:rPr sz="2000" dirty="0"/>
              <a:t>u</a:t>
            </a:r>
            <a:r>
              <a:rPr sz="2000" spc="10" dirty="0"/>
              <a:t>c</a:t>
            </a:r>
            <a:r>
              <a:rPr sz="2000" dirty="0"/>
              <a:t>k</a:t>
            </a:r>
          </a:p>
          <a:p>
            <a:pPr marL="900113" indent="-630238">
              <a:spcBef>
                <a:spcPts val="994"/>
              </a:spcBef>
            </a:pPr>
            <a:r>
              <a:rPr sz="2000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2000" dirty="0">
                <a:solidFill>
                  <a:srgbClr val="A42F0F"/>
                </a:solidFill>
              </a:rPr>
              <a:t> </a:t>
            </a:r>
            <a:r>
              <a:rPr sz="2000" spc="-85" dirty="0">
                <a:solidFill>
                  <a:srgbClr val="A42F0F"/>
                </a:solidFill>
              </a:rPr>
              <a:t> </a:t>
            </a:r>
            <a:r>
              <a:rPr sz="2000" dirty="0"/>
              <a:t>M</a:t>
            </a:r>
            <a:r>
              <a:rPr sz="2000" spc="-20" dirty="0"/>
              <a:t>y</a:t>
            </a:r>
            <a:r>
              <a:rPr sz="2000" dirty="0"/>
              <a:t>th 8:</a:t>
            </a:r>
            <a:r>
              <a:rPr sz="2000" spc="-14" dirty="0"/>
              <a:t> </a:t>
            </a:r>
            <a:r>
              <a:rPr lang="en-US" sz="2000" spc="-14" dirty="0" smtClean="0"/>
              <a:t> </a:t>
            </a:r>
            <a:r>
              <a:rPr sz="2000" spc="10" dirty="0" smtClean="0"/>
              <a:t>I</a:t>
            </a:r>
            <a:r>
              <a:rPr sz="2000" dirty="0" smtClean="0"/>
              <a:t>gn</a:t>
            </a:r>
            <a:r>
              <a:rPr sz="2000" spc="20" dirty="0" smtClean="0"/>
              <a:t>o</a:t>
            </a:r>
            <a:r>
              <a:rPr sz="2000" spc="-30" dirty="0" smtClean="0"/>
              <a:t>r</a:t>
            </a:r>
            <a:r>
              <a:rPr sz="2000" spc="10" dirty="0" smtClean="0"/>
              <a:t>a</a:t>
            </a:r>
            <a:r>
              <a:rPr sz="2000" dirty="0" smtClean="0"/>
              <a:t>n</a:t>
            </a:r>
            <a:r>
              <a:rPr sz="2000" spc="-10" dirty="0" smtClean="0"/>
              <a:t>c</a:t>
            </a:r>
            <a:r>
              <a:rPr sz="2000" dirty="0" smtClean="0"/>
              <a:t>e</a:t>
            </a:r>
            <a:r>
              <a:rPr sz="2000" spc="-50" dirty="0" smtClean="0"/>
              <a:t> </a:t>
            </a:r>
            <a:r>
              <a:rPr sz="2000" spc="10" dirty="0"/>
              <a:t>I</a:t>
            </a:r>
            <a:r>
              <a:rPr sz="2000" dirty="0"/>
              <a:t>s</a:t>
            </a:r>
            <a:r>
              <a:rPr sz="2000" spc="-20" dirty="0"/>
              <a:t> </a:t>
            </a:r>
            <a:r>
              <a:rPr sz="2000" spc="4" dirty="0"/>
              <a:t>B</a:t>
            </a:r>
            <a:r>
              <a:rPr sz="2000" spc="-20" dirty="0"/>
              <a:t>l</a:t>
            </a:r>
            <a:r>
              <a:rPr sz="2000" dirty="0"/>
              <a:t>iss</a:t>
            </a:r>
            <a:r>
              <a:rPr sz="2000" spc="-20" dirty="0"/>
              <a:t> </a:t>
            </a:r>
            <a:r>
              <a:rPr sz="2000" spc="4" dirty="0"/>
              <a:t>F</a:t>
            </a:r>
            <a:r>
              <a:rPr sz="2000" dirty="0"/>
              <a:t>or</a:t>
            </a:r>
            <a:r>
              <a:rPr sz="2000" spc="-4" dirty="0"/>
              <a:t> E</a:t>
            </a:r>
            <a:r>
              <a:rPr sz="2000" dirty="0"/>
              <a:t>nt</a:t>
            </a:r>
            <a:r>
              <a:rPr sz="2000" spc="-10" dirty="0"/>
              <a:t>r</a:t>
            </a:r>
            <a:r>
              <a:rPr sz="2000" spc="10" dirty="0"/>
              <a:t>e</a:t>
            </a:r>
            <a:r>
              <a:rPr sz="2000" dirty="0"/>
              <a:t>p</a:t>
            </a:r>
            <a:r>
              <a:rPr sz="2000" spc="-10" dirty="0"/>
              <a:t>re</a:t>
            </a:r>
            <a:r>
              <a:rPr sz="2000" spc="20" dirty="0"/>
              <a:t>n</a:t>
            </a:r>
            <a:r>
              <a:rPr sz="2000" spc="-10" dirty="0"/>
              <a:t>e</a:t>
            </a:r>
            <a:r>
              <a:rPr sz="2000" dirty="0"/>
              <a:t>u</a:t>
            </a:r>
            <a:r>
              <a:rPr sz="2000" spc="-30" dirty="0"/>
              <a:t>r</a:t>
            </a:r>
            <a:r>
              <a:rPr sz="2000" dirty="0"/>
              <a:t>s</a:t>
            </a:r>
          </a:p>
          <a:p>
            <a:pPr marL="900113" marR="333971" indent="-630238">
              <a:spcBef>
                <a:spcPts val="1005"/>
              </a:spcBef>
            </a:pPr>
            <a:r>
              <a:rPr sz="2000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2000" dirty="0">
                <a:solidFill>
                  <a:srgbClr val="A42F0F"/>
                </a:solidFill>
              </a:rPr>
              <a:t> </a:t>
            </a:r>
            <a:r>
              <a:rPr sz="2000" spc="-85" dirty="0">
                <a:solidFill>
                  <a:srgbClr val="A42F0F"/>
                </a:solidFill>
              </a:rPr>
              <a:t> </a:t>
            </a:r>
            <a:r>
              <a:rPr sz="2000" dirty="0"/>
              <a:t>M</a:t>
            </a:r>
            <a:r>
              <a:rPr sz="2000" spc="-20" dirty="0"/>
              <a:t>y</a:t>
            </a:r>
            <a:r>
              <a:rPr sz="2000" dirty="0"/>
              <a:t>th 9:</a:t>
            </a:r>
            <a:r>
              <a:rPr sz="2000" spc="-14" dirty="0"/>
              <a:t> </a:t>
            </a:r>
            <a:r>
              <a:rPr lang="en-US" sz="2000" spc="-14" dirty="0" smtClean="0"/>
              <a:t> </a:t>
            </a:r>
            <a:r>
              <a:rPr sz="2000" spc="-4" dirty="0" smtClean="0"/>
              <a:t>E</a:t>
            </a:r>
            <a:r>
              <a:rPr sz="2000" dirty="0" smtClean="0"/>
              <a:t>nt</a:t>
            </a:r>
            <a:r>
              <a:rPr sz="2000" spc="10" dirty="0" smtClean="0"/>
              <a:t>r</a:t>
            </a:r>
            <a:r>
              <a:rPr sz="2000" spc="-10" dirty="0" smtClean="0"/>
              <a:t>e</a:t>
            </a:r>
            <a:r>
              <a:rPr sz="2000" dirty="0" smtClean="0"/>
              <a:t>p</a:t>
            </a:r>
            <a:r>
              <a:rPr sz="2000" spc="10" dirty="0" smtClean="0"/>
              <a:t>r</a:t>
            </a:r>
            <a:r>
              <a:rPr sz="2000" spc="-10" dirty="0" smtClean="0"/>
              <a:t>e</a:t>
            </a:r>
            <a:r>
              <a:rPr sz="2000" dirty="0" smtClean="0"/>
              <a:t>n</a:t>
            </a:r>
            <a:r>
              <a:rPr sz="2000" spc="-10" dirty="0" smtClean="0"/>
              <a:t>e</a:t>
            </a:r>
            <a:r>
              <a:rPr sz="2000" dirty="0" smtClean="0"/>
              <a:t>u</a:t>
            </a:r>
            <a:r>
              <a:rPr sz="2000" spc="-10" dirty="0" smtClean="0"/>
              <a:t>r</a:t>
            </a:r>
            <a:r>
              <a:rPr sz="2000" dirty="0" smtClean="0"/>
              <a:t>s</a:t>
            </a:r>
            <a:r>
              <a:rPr sz="2000" spc="-40" dirty="0" smtClean="0"/>
              <a:t> </a:t>
            </a:r>
            <a:r>
              <a:rPr sz="2000" spc="4" dirty="0"/>
              <a:t>S</a:t>
            </a:r>
            <a:r>
              <a:rPr sz="2000" spc="-10" dirty="0"/>
              <a:t>ee</a:t>
            </a:r>
            <a:r>
              <a:rPr sz="2000" dirty="0"/>
              <a:t>k </a:t>
            </a:r>
            <a:r>
              <a:rPr sz="2000" spc="4" dirty="0"/>
              <a:t>S</a:t>
            </a:r>
            <a:r>
              <a:rPr sz="2000" dirty="0"/>
              <a:t>u</a:t>
            </a:r>
            <a:r>
              <a:rPr sz="2000" spc="-10" dirty="0"/>
              <a:t>c</a:t>
            </a:r>
            <a:r>
              <a:rPr sz="2000" spc="10" dirty="0"/>
              <a:t>c</a:t>
            </a:r>
            <a:r>
              <a:rPr sz="2000" spc="-10" dirty="0"/>
              <a:t>e</a:t>
            </a:r>
            <a:r>
              <a:rPr sz="2000" dirty="0"/>
              <a:t>ss</a:t>
            </a:r>
            <a:r>
              <a:rPr sz="2000" spc="-40" dirty="0"/>
              <a:t> </a:t>
            </a:r>
            <a:r>
              <a:rPr sz="2000" spc="4" dirty="0"/>
              <a:t>B</a:t>
            </a:r>
            <a:r>
              <a:rPr sz="2000" dirty="0"/>
              <a:t>ut</a:t>
            </a:r>
            <a:r>
              <a:rPr sz="2000" spc="4" dirty="0"/>
              <a:t> </a:t>
            </a:r>
            <a:r>
              <a:rPr sz="2000" spc="-4" dirty="0"/>
              <a:t>E</a:t>
            </a:r>
            <a:r>
              <a:rPr sz="2000" dirty="0"/>
              <a:t>xp</a:t>
            </a:r>
            <a:r>
              <a:rPr sz="2000" spc="10" dirty="0"/>
              <a:t>e</a:t>
            </a:r>
            <a:r>
              <a:rPr sz="2000" spc="-10" dirty="0"/>
              <a:t>r</a:t>
            </a:r>
            <a:r>
              <a:rPr sz="2000" dirty="0"/>
              <a:t>i</a:t>
            </a:r>
            <a:r>
              <a:rPr sz="2000" spc="-10" dirty="0"/>
              <a:t>e</a:t>
            </a:r>
            <a:r>
              <a:rPr sz="2000" dirty="0"/>
              <a:t>n</a:t>
            </a:r>
            <a:r>
              <a:rPr sz="2000" spc="10" dirty="0"/>
              <a:t>c</a:t>
            </a:r>
            <a:r>
              <a:rPr sz="2000" dirty="0"/>
              <a:t>e</a:t>
            </a:r>
            <a:r>
              <a:rPr sz="2000" spc="-50" dirty="0"/>
              <a:t> </a:t>
            </a:r>
            <a:r>
              <a:rPr sz="2000" spc="-4" dirty="0"/>
              <a:t>H</a:t>
            </a:r>
            <a:r>
              <a:rPr sz="2000" dirty="0"/>
              <a:t>igh </a:t>
            </a:r>
            <a:r>
              <a:rPr sz="2000" spc="4" dirty="0"/>
              <a:t>F</a:t>
            </a:r>
            <a:r>
              <a:rPr sz="2000" spc="-10" dirty="0"/>
              <a:t>a</a:t>
            </a:r>
            <a:r>
              <a:rPr sz="2000" dirty="0"/>
              <a:t>i</a:t>
            </a:r>
            <a:r>
              <a:rPr sz="2000" spc="-20" dirty="0"/>
              <a:t>l</a:t>
            </a:r>
            <a:r>
              <a:rPr sz="2000" dirty="0"/>
              <a:t>u</a:t>
            </a:r>
            <a:r>
              <a:rPr sz="2000" spc="10" dirty="0"/>
              <a:t>r</a:t>
            </a:r>
            <a:r>
              <a:rPr sz="2000" dirty="0"/>
              <a:t>e</a:t>
            </a:r>
            <a:r>
              <a:rPr sz="2000" spc="-30" dirty="0"/>
              <a:t> </a:t>
            </a:r>
            <a:r>
              <a:rPr sz="2000" spc="-14" dirty="0"/>
              <a:t>R</a:t>
            </a:r>
            <a:r>
              <a:rPr sz="2000" spc="-10" dirty="0"/>
              <a:t>a</a:t>
            </a:r>
            <a:r>
              <a:rPr sz="2000" dirty="0"/>
              <a:t>t</a:t>
            </a:r>
            <a:r>
              <a:rPr sz="2000" spc="-10" dirty="0"/>
              <a:t>e</a:t>
            </a:r>
            <a:r>
              <a:rPr sz="2000" dirty="0"/>
              <a:t>s</a:t>
            </a:r>
          </a:p>
          <a:p>
            <a:pPr marL="900113" indent="-630238">
              <a:spcBef>
                <a:spcPts val="994"/>
              </a:spcBef>
            </a:pPr>
            <a:r>
              <a:rPr sz="2000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2000" dirty="0">
                <a:solidFill>
                  <a:srgbClr val="A42F0F"/>
                </a:solidFill>
              </a:rPr>
              <a:t> </a:t>
            </a:r>
            <a:r>
              <a:rPr sz="2000" spc="-85" dirty="0">
                <a:solidFill>
                  <a:srgbClr val="A42F0F"/>
                </a:solidFill>
              </a:rPr>
              <a:t> </a:t>
            </a:r>
            <a:r>
              <a:rPr sz="2000" dirty="0"/>
              <a:t>M</a:t>
            </a:r>
            <a:r>
              <a:rPr sz="2000" spc="-20" dirty="0"/>
              <a:t>y</a:t>
            </a:r>
            <a:r>
              <a:rPr sz="2000" dirty="0"/>
              <a:t>th 10:</a:t>
            </a:r>
            <a:r>
              <a:rPr sz="2000" spc="-14" dirty="0"/>
              <a:t> </a:t>
            </a:r>
            <a:r>
              <a:rPr sz="2000" spc="-4" dirty="0"/>
              <a:t>E</a:t>
            </a:r>
            <a:r>
              <a:rPr sz="2000" dirty="0"/>
              <a:t>nt</a:t>
            </a:r>
            <a:r>
              <a:rPr sz="2000" spc="-10" dirty="0"/>
              <a:t>r</a:t>
            </a:r>
            <a:r>
              <a:rPr sz="2000" spc="10" dirty="0"/>
              <a:t>e</a:t>
            </a:r>
            <a:r>
              <a:rPr sz="2000" dirty="0"/>
              <a:t>p</a:t>
            </a:r>
            <a:r>
              <a:rPr sz="2000" spc="-10" dirty="0"/>
              <a:t>r</a:t>
            </a:r>
            <a:r>
              <a:rPr sz="2000" spc="10" dirty="0"/>
              <a:t>e</a:t>
            </a:r>
            <a:r>
              <a:rPr sz="2000" dirty="0"/>
              <a:t>n</a:t>
            </a:r>
            <a:r>
              <a:rPr sz="2000" spc="-10" dirty="0"/>
              <a:t>e</a:t>
            </a:r>
            <a:r>
              <a:rPr sz="2000" dirty="0"/>
              <a:t>u</a:t>
            </a:r>
            <a:r>
              <a:rPr sz="2000" spc="-10" dirty="0"/>
              <a:t>r</a:t>
            </a:r>
            <a:r>
              <a:rPr sz="2000" dirty="0"/>
              <a:t>s</a:t>
            </a:r>
            <a:r>
              <a:rPr sz="2000" spc="-160" dirty="0"/>
              <a:t> </a:t>
            </a:r>
            <a:r>
              <a:rPr sz="2000" spc="14" dirty="0"/>
              <a:t>A</a:t>
            </a:r>
            <a:r>
              <a:rPr sz="2000" spc="-10" dirty="0"/>
              <a:t>r</a:t>
            </a:r>
            <a:r>
              <a:rPr sz="2000" dirty="0"/>
              <a:t>e</a:t>
            </a:r>
            <a:r>
              <a:rPr sz="2000" spc="-10" dirty="0"/>
              <a:t> </a:t>
            </a:r>
            <a:r>
              <a:rPr sz="2000" spc="-4" dirty="0"/>
              <a:t>E</a:t>
            </a:r>
            <a:r>
              <a:rPr sz="2000" dirty="0"/>
              <a:t>xt</a:t>
            </a:r>
            <a:r>
              <a:rPr sz="2000" spc="10" dirty="0"/>
              <a:t>r</a:t>
            </a:r>
            <a:r>
              <a:rPr sz="2000" spc="-10" dirty="0"/>
              <a:t>e</a:t>
            </a:r>
            <a:r>
              <a:rPr sz="2000" spc="-20" dirty="0"/>
              <a:t>m</a:t>
            </a:r>
            <a:r>
              <a:rPr sz="2000" dirty="0"/>
              <a:t>e</a:t>
            </a:r>
            <a:r>
              <a:rPr sz="2000" spc="-30" dirty="0"/>
              <a:t> </a:t>
            </a:r>
            <a:r>
              <a:rPr sz="2000" spc="4" dirty="0"/>
              <a:t>R</a:t>
            </a:r>
            <a:r>
              <a:rPr sz="2000" spc="-20" dirty="0"/>
              <a:t>i</a:t>
            </a:r>
            <a:r>
              <a:rPr sz="2000" dirty="0"/>
              <a:t>sk</a:t>
            </a:r>
            <a:r>
              <a:rPr sz="2000" spc="-40" dirty="0"/>
              <a:t> </a:t>
            </a:r>
            <a:r>
              <a:rPr sz="2000" spc="-145" dirty="0"/>
              <a:t>T</a:t>
            </a:r>
            <a:r>
              <a:rPr sz="2000" spc="10" dirty="0"/>
              <a:t>a</a:t>
            </a:r>
            <a:r>
              <a:rPr sz="2000" dirty="0"/>
              <a:t>k</a:t>
            </a:r>
            <a:r>
              <a:rPr sz="2000" spc="-10" dirty="0"/>
              <a:t>e</a:t>
            </a:r>
            <a:r>
              <a:rPr sz="2000" spc="10" dirty="0"/>
              <a:t>r</a:t>
            </a:r>
            <a:r>
              <a:rPr sz="2000" dirty="0"/>
              <a:t>s</a:t>
            </a:r>
            <a:r>
              <a:rPr sz="2000" spc="-20" dirty="0"/>
              <a:t> </a:t>
            </a:r>
            <a:r>
              <a:rPr sz="2000" spc="-10" dirty="0"/>
              <a:t>(</a:t>
            </a:r>
            <a:r>
              <a:rPr sz="2000" spc="14" dirty="0"/>
              <a:t>G</a:t>
            </a:r>
            <a:r>
              <a:rPr sz="2000" spc="-10" dirty="0"/>
              <a:t>a</a:t>
            </a:r>
            <a:r>
              <a:rPr sz="2000" spc="-20" dirty="0"/>
              <a:t>m</a:t>
            </a:r>
            <a:r>
              <a:rPr sz="2000" dirty="0"/>
              <a:t>b</a:t>
            </a:r>
            <a:r>
              <a:rPr sz="2000" spc="-20" dirty="0"/>
              <a:t>l</a:t>
            </a:r>
            <a:r>
              <a:rPr sz="2000" spc="10" dirty="0"/>
              <a:t>e</a:t>
            </a:r>
            <a:r>
              <a:rPr sz="2000" spc="-10" dirty="0"/>
              <a:t>r</a:t>
            </a:r>
            <a:r>
              <a:rPr sz="2000" dirty="0"/>
              <a:t>s)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1" y="457201"/>
            <a:ext cx="9144000" cy="6857999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0" y="6857999"/>
                </a:moveTo>
                <a:lnTo>
                  <a:pt x="9143999" y="6857999"/>
                </a:lnTo>
                <a:lnTo>
                  <a:pt x="914399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A5A5A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7201" y="681228"/>
            <a:ext cx="2145791" cy="66339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39937" y="776031"/>
            <a:ext cx="7978524" cy="532823"/>
          </a:xfrm>
          <a:prstGeom prst="rect">
            <a:avLst/>
          </a:prstGeom>
        </p:spPr>
        <p:txBody>
          <a:bodyPr vert="horz" wrap="square" lIns="0" tIns="77271" rIns="0" bIns="0" rtlCol="0">
            <a:spAutoFit/>
          </a:bodyPr>
          <a:lstStyle/>
          <a:p>
            <a:pPr marL="2761927"/>
            <a:r>
              <a:rPr sz="2900" spc="-225" dirty="0"/>
              <a:t>T</a:t>
            </a:r>
            <a:r>
              <a:rPr sz="2900" dirty="0"/>
              <a:t>y</a:t>
            </a:r>
            <a:r>
              <a:rPr sz="2900" spc="10" dirty="0"/>
              <a:t>p</a:t>
            </a:r>
            <a:r>
              <a:rPr sz="2900" spc="-14" dirty="0"/>
              <a:t>e</a:t>
            </a:r>
            <a:r>
              <a:rPr sz="2900" dirty="0"/>
              <a:t>s </a:t>
            </a:r>
            <a:r>
              <a:rPr sz="2900" spc="-25" dirty="0"/>
              <a:t>O</a:t>
            </a:r>
            <a:r>
              <a:rPr sz="2900" dirty="0"/>
              <a:t>f</a:t>
            </a:r>
            <a:r>
              <a:rPr sz="2900" spc="-10" dirty="0"/>
              <a:t> </a:t>
            </a:r>
            <a:r>
              <a:rPr sz="2900" spc="4" dirty="0"/>
              <a:t>E</a:t>
            </a:r>
            <a:r>
              <a:rPr sz="2900" spc="10" dirty="0"/>
              <a:t>n</a:t>
            </a:r>
            <a:r>
              <a:rPr sz="2900" spc="-10" dirty="0"/>
              <a:t>t</a:t>
            </a:r>
            <a:r>
              <a:rPr sz="2900" spc="-45" dirty="0"/>
              <a:t>r</a:t>
            </a:r>
            <a:r>
              <a:rPr sz="2900" spc="-14" dirty="0"/>
              <a:t>e</a:t>
            </a:r>
            <a:r>
              <a:rPr sz="2900" spc="10" dirty="0"/>
              <a:t>p</a:t>
            </a:r>
            <a:r>
              <a:rPr sz="2900" spc="-70" dirty="0"/>
              <a:t>r</a:t>
            </a:r>
            <a:r>
              <a:rPr sz="2900" spc="-14" dirty="0"/>
              <a:t>e</a:t>
            </a:r>
            <a:r>
              <a:rPr sz="2900" spc="10" dirty="0"/>
              <a:t>n</a:t>
            </a:r>
            <a:r>
              <a:rPr sz="2900" spc="-14" dirty="0"/>
              <a:t>e</a:t>
            </a:r>
            <a:r>
              <a:rPr sz="2900" spc="10" dirty="0"/>
              <a:t>u</a:t>
            </a:r>
            <a:r>
              <a:rPr sz="2900" spc="-14" dirty="0"/>
              <a:t>r</a:t>
            </a:r>
            <a:r>
              <a:rPr sz="2900" dirty="0"/>
              <a:t>s</a:t>
            </a:r>
            <a:endParaRPr sz="2900"/>
          </a:p>
        </p:txBody>
      </p:sp>
      <p:sp>
        <p:nvSpPr>
          <p:cNvPr id="5" name="object 5"/>
          <p:cNvSpPr/>
          <p:nvPr/>
        </p:nvSpPr>
        <p:spPr>
          <a:xfrm>
            <a:off x="1676400" y="1219199"/>
            <a:ext cx="7696200" cy="6096001"/>
          </a:xfrm>
          <a:custGeom>
            <a:avLst/>
            <a:gdLst/>
            <a:ahLst/>
            <a:cxnLst/>
            <a:rect l="l" t="t" r="r" b="b"/>
            <a:pathLst>
              <a:path w="7696200" h="6096000">
                <a:moveTo>
                  <a:pt x="0" y="6095999"/>
                </a:moveTo>
                <a:lnTo>
                  <a:pt x="7696199" y="6095999"/>
                </a:lnTo>
                <a:lnTo>
                  <a:pt x="7696199" y="0"/>
                </a:lnTo>
                <a:lnTo>
                  <a:pt x="0" y="0"/>
                </a:lnTo>
                <a:lnTo>
                  <a:pt x="0" y="60959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676400" y="1219199"/>
            <a:ext cx="7696200" cy="6096001"/>
          </a:xfrm>
          <a:custGeom>
            <a:avLst/>
            <a:gdLst/>
            <a:ahLst/>
            <a:cxnLst/>
            <a:rect l="l" t="t" r="r" b="b"/>
            <a:pathLst>
              <a:path w="7696200" h="6096000">
                <a:moveTo>
                  <a:pt x="0" y="6095999"/>
                </a:moveTo>
                <a:lnTo>
                  <a:pt x="7696199" y="6095999"/>
                </a:lnTo>
                <a:lnTo>
                  <a:pt x="7696199" y="0"/>
                </a:lnTo>
                <a:lnTo>
                  <a:pt x="0" y="0"/>
                </a:lnTo>
                <a:lnTo>
                  <a:pt x="0" y="6095999"/>
                </a:lnTo>
                <a:close/>
              </a:path>
            </a:pathLst>
          </a:custGeom>
          <a:ln w="15239">
            <a:solidFill>
              <a:srgbClr val="71855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756717" y="1298087"/>
            <a:ext cx="7482206" cy="66623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558" marR="5080" indent="-342859"/>
            <a:r>
              <a:rPr sz="2500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2500" spc="-40" dirty="0">
                <a:solidFill>
                  <a:srgbClr val="A42F0F"/>
                </a:solidFill>
                <a:latin typeface="Times New Roman"/>
                <a:cs typeface="Times New Roman"/>
              </a:rPr>
              <a:t> </a:t>
            </a:r>
            <a:r>
              <a:rPr sz="2500" b="1" spc="-4" dirty="0">
                <a:solidFill>
                  <a:srgbClr val="C00000"/>
                </a:solidFill>
                <a:latin typeface="Times New Roman"/>
                <a:cs typeface="Times New Roman"/>
              </a:rPr>
              <a:t>P</a:t>
            </a:r>
            <a:r>
              <a:rPr sz="2500" b="1" spc="4" dirty="0">
                <a:solidFill>
                  <a:srgbClr val="C00000"/>
                </a:solidFill>
                <a:latin typeface="Times New Roman"/>
                <a:cs typeface="Times New Roman"/>
              </a:rPr>
              <a:t>u</a:t>
            </a:r>
            <a:r>
              <a:rPr sz="2500" b="1" spc="-60" dirty="0">
                <a:solidFill>
                  <a:srgbClr val="C00000"/>
                </a:solidFill>
                <a:latin typeface="Times New Roman"/>
                <a:cs typeface="Times New Roman"/>
              </a:rPr>
              <a:t>r</a:t>
            </a:r>
            <a:r>
              <a:rPr sz="2500" b="1" dirty="0">
                <a:solidFill>
                  <a:srgbClr val="C00000"/>
                </a:solidFill>
                <a:latin typeface="Times New Roman"/>
                <a:cs typeface="Times New Roman"/>
              </a:rPr>
              <a:t>e</a:t>
            </a:r>
            <a:r>
              <a:rPr sz="25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500" b="1" spc="4" dirty="0">
                <a:solidFill>
                  <a:srgbClr val="C00000"/>
                </a:solidFill>
                <a:latin typeface="Times New Roman"/>
                <a:cs typeface="Times New Roman"/>
              </a:rPr>
              <a:t>E</a:t>
            </a:r>
            <a:r>
              <a:rPr sz="2500" b="1" spc="-14" dirty="0">
                <a:solidFill>
                  <a:srgbClr val="C00000"/>
                </a:solidFill>
                <a:latin typeface="Times New Roman"/>
                <a:cs typeface="Times New Roman"/>
              </a:rPr>
              <a:t>n</a:t>
            </a:r>
            <a:r>
              <a:rPr sz="2500" b="1" spc="14" dirty="0">
                <a:solidFill>
                  <a:srgbClr val="C00000"/>
                </a:solidFill>
                <a:latin typeface="Times New Roman"/>
                <a:cs typeface="Times New Roman"/>
              </a:rPr>
              <a:t>t</a:t>
            </a:r>
            <a:r>
              <a:rPr sz="2500" b="1" spc="-60" dirty="0">
                <a:solidFill>
                  <a:srgbClr val="C00000"/>
                </a:solidFill>
                <a:latin typeface="Times New Roman"/>
                <a:cs typeface="Times New Roman"/>
              </a:rPr>
              <a:t>r</a:t>
            </a:r>
            <a:r>
              <a:rPr sz="2500" b="1" spc="10" dirty="0">
                <a:solidFill>
                  <a:srgbClr val="C00000"/>
                </a:solidFill>
                <a:latin typeface="Times New Roman"/>
                <a:cs typeface="Times New Roman"/>
              </a:rPr>
              <a:t>e</a:t>
            </a:r>
            <a:r>
              <a:rPr sz="2500" b="1" spc="-14" dirty="0">
                <a:solidFill>
                  <a:srgbClr val="C00000"/>
                </a:solidFill>
                <a:latin typeface="Times New Roman"/>
                <a:cs typeface="Times New Roman"/>
              </a:rPr>
              <a:t>p</a:t>
            </a:r>
            <a:r>
              <a:rPr sz="2500" b="1" spc="-35" dirty="0">
                <a:solidFill>
                  <a:srgbClr val="C00000"/>
                </a:solidFill>
                <a:latin typeface="Times New Roman"/>
                <a:cs typeface="Times New Roman"/>
              </a:rPr>
              <a:t>r</a:t>
            </a:r>
            <a:r>
              <a:rPr sz="25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e</a:t>
            </a:r>
            <a:r>
              <a:rPr sz="2500" b="1" spc="4" dirty="0">
                <a:solidFill>
                  <a:srgbClr val="C00000"/>
                </a:solidFill>
                <a:latin typeface="Times New Roman"/>
                <a:cs typeface="Times New Roman"/>
              </a:rPr>
              <a:t>n</a:t>
            </a:r>
            <a:r>
              <a:rPr sz="25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e</a:t>
            </a:r>
            <a:r>
              <a:rPr sz="2500" b="1" spc="4" dirty="0">
                <a:solidFill>
                  <a:srgbClr val="C00000"/>
                </a:solidFill>
                <a:latin typeface="Times New Roman"/>
                <a:cs typeface="Times New Roman"/>
              </a:rPr>
              <a:t>u</a:t>
            </a:r>
            <a:r>
              <a:rPr sz="2500" b="1" dirty="0">
                <a:solidFill>
                  <a:srgbClr val="C00000"/>
                </a:solidFill>
                <a:latin typeface="Times New Roman"/>
                <a:cs typeface="Times New Roman"/>
              </a:rPr>
              <a:t>r</a:t>
            </a:r>
            <a:r>
              <a:rPr sz="2500" b="1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: </a:t>
            </a:r>
            <a:r>
              <a:rPr sz="2500" spc="-4" dirty="0">
                <a:latin typeface="Times New Roman"/>
                <a:cs typeface="Times New Roman"/>
              </a:rPr>
              <a:t>H</a:t>
            </a:r>
            <a:r>
              <a:rPr sz="2500" dirty="0">
                <a:latin typeface="Times New Roman"/>
                <a:cs typeface="Times New Roman"/>
              </a:rPr>
              <a:t>e</a:t>
            </a:r>
            <a:r>
              <a:rPr sz="2500" spc="1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is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spc="-20" dirty="0">
                <a:latin typeface="Times New Roman"/>
                <a:cs typeface="Times New Roman"/>
              </a:rPr>
              <a:t>m</a:t>
            </a:r>
            <a:r>
              <a:rPr sz="2500" dirty="0">
                <a:latin typeface="Times New Roman"/>
                <a:cs typeface="Times New Roman"/>
              </a:rPr>
              <a:t>otiv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spc="25" dirty="0">
                <a:latin typeface="Times New Roman"/>
                <a:cs typeface="Times New Roman"/>
              </a:rPr>
              <a:t>t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d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by psy</a:t>
            </a:r>
            <a:r>
              <a:rPr sz="2500" spc="10" dirty="0">
                <a:latin typeface="Times New Roman"/>
                <a:cs typeface="Times New Roman"/>
              </a:rPr>
              <a:t>c</a:t>
            </a:r>
            <a:r>
              <a:rPr sz="2500" dirty="0">
                <a:latin typeface="Times New Roman"/>
                <a:cs typeface="Times New Roman"/>
              </a:rPr>
              <a:t>hologi</a:t>
            </a:r>
            <a:r>
              <a:rPr sz="2500" spc="-10" dirty="0">
                <a:latin typeface="Times New Roman"/>
                <a:cs typeface="Times New Roman"/>
              </a:rPr>
              <a:t>ca</a:t>
            </a:r>
            <a:r>
              <a:rPr sz="2500" dirty="0">
                <a:latin typeface="Times New Roman"/>
                <a:cs typeface="Times New Roman"/>
              </a:rPr>
              <a:t>l 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nd 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spc="-10" dirty="0">
                <a:latin typeface="Times New Roman"/>
                <a:cs typeface="Times New Roman"/>
              </a:rPr>
              <a:t>c</a:t>
            </a:r>
            <a:r>
              <a:rPr sz="2500" dirty="0">
                <a:latin typeface="Times New Roman"/>
                <a:cs typeface="Times New Roman"/>
              </a:rPr>
              <a:t>ono</a:t>
            </a:r>
            <a:r>
              <a:rPr sz="2500" spc="-20" dirty="0">
                <a:latin typeface="Times New Roman"/>
                <a:cs typeface="Times New Roman"/>
              </a:rPr>
              <a:t>m</a:t>
            </a:r>
            <a:r>
              <a:rPr sz="2500" dirty="0">
                <a:latin typeface="Times New Roman"/>
                <a:cs typeface="Times New Roman"/>
              </a:rPr>
              <a:t>ic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spc="14" dirty="0">
                <a:latin typeface="Times New Roman"/>
                <a:cs typeface="Times New Roman"/>
              </a:rPr>
              <a:t>r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spc="-4" dirty="0">
                <a:latin typeface="Times New Roman"/>
                <a:cs typeface="Times New Roman"/>
              </a:rPr>
              <a:t>w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ds. </a:t>
            </a:r>
            <a:r>
              <a:rPr sz="2500" spc="-4" dirty="0">
                <a:latin typeface="Times New Roman"/>
                <a:cs typeface="Times New Roman"/>
              </a:rPr>
              <a:t>H</a:t>
            </a:r>
            <a:r>
              <a:rPr sz="2500" dirty="0">
                <a:latin typeface="Times New Roman"/>
                <a:cs typeface="Times New Roman"/>
              </a:rPr>
              <a:t>e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st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ts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spc="-10" dirty="0">
                <a:latin typeface="Times New Roman"/>
                <a:cs typeface="Times New Roman"/>
              </a:rPr>
              <a:t>c</a:t>
            </a:r>
            <a:r>
              <a:rPr sz="2500" spc="25" dirty="0">
                <a:latin typeface="Times New Roman"/>
                <a:cs typeface="Times New Roman"/>
              </a:rPr>
              <a:t>t</a:t>
            </a:r>
            <a:r>
              <a:rPr sz="2500" spc="-20" dirty="0">
                <a:latin typeface="Times New Roman"/>
                <a:cs typeface="Times New Roman"/>
              </a:rPr>
              <a:t>i</a:t>
            </a:r>
            <a:r>
              <a:rPr sz="2500" dirty="0">
                <a:latin typeface="Times New Roman"/>
                <a:cs typeface="Times New Roman"/>
              </a:rPr>
              <a:t>vit</a:t>
            </a:r>
            <a:r>
              <a:rPr sz="2500" spc="-20" dirty="0">
                <a:latin typeface="Times New Roman"/>
                <a:cs typeface="Times New Roman"/>
              </a:rPr>
              <a:t>i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s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f</a:t>
            </a:r>
            <a:r>
              <a:rPr sz="2500" dirty="0">
                <a:latin typeface="Times New Roman"/>
                <a:cs typeface="Times New Roman"/>
              </a:rPr>
              <a:t>or</a:t>
            </a:r>
            <a:r>
              <a:rPr sz="2500" spc="14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his p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son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l s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t</a:t>
            </a:r>
            <a:r>
              <a:rPr sz="2500" spc="25" dirty="0">
                <a:latin typeface="Times New Roman"/>
                <a:cs typeface="Times New Roman"/>
              </a:rPr>
              <a:t>i</a:t>
            </a:r>
            <a:r>
              <a:rPr sz="2500" spc="-25" dirty="0">
                <a:latin typeface="Times New Roman"/>
                <a:cs typeface="Times New Roman"/>
              </a:rPr>
              <a:t>s</a:t>
            </a:r>
            <a:r>
              <a:rPr sz="2500" spc="-10" dirty="0">
                <a:latin typeface="Times New Roman"/>
                <a:cs typeface="Times New Roman"/>
              </a:rPr>
              <a:t>f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spc="-10" dirty="0">
                <a:latin typeface="Times New Roman"/>
                <a:cs typeface="Times New Roman"/>
              </a:rPr>
              <a:t>c</a:t>
            </a:r>
            <a:r>
              <a:rPr sz="2500" dirty="0">
                <a:latin typeface="Times New Roman"/>
                <a:cs typeface="Times New Roman"/>
              </a:rPr>
              <a:t>tion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is </a:t>
            </a:r>
            <a:r>
              <a:rPr sz="2500" spc="14" dirty="0">
                <a:latin typeface="Times New Roman"/>
                <a:cs typeface="Times New Roman"/>
              </a:rPr>
              <a:t>w</a:t>
            </a:r>
            <a:r>
              <a:rPr sz="2500" dirty="0">
                <a:latin typeface="Times New Roman"/>
                <a:cs typeface="Times New Roman"/>
              </a:rPr>
              <a:t>o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k, 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go or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spc="25" dirty="0">
                <a:latin typeface="Times New Roman"/>
                <a:cs typeface="Times New Roman"/>
              </a:rPr>
              <a:t>s</a:t>
            </a:r>
            <a:r>
              <a:rPr sz="2500" spc="-20" dirty="0">
                <a:latin typeface="Times New Roman"/>
                <a:cs typeface="Times New Roman"/>
              </a:rPr>
              <a:t>t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tus.</a:t>
            </a:r>
            <a:endParaRPr sz="2500">
              <a:latin typeface="Times New Roman"/>
              <a:cs typeface="Times New Roman"/>
            </a:endParaRPr>
          </a:p>
          <a:p>
            <a:pPr marL="355558" marR="59048" indent="-342859" algn="just">
              <a:spcBef>
                <a:spcPts val="994"/>
              </a:spcBef>
            </a:pPr>
            <a:r>
              <a:rPr sz="2500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2500" spc="-40" dirty="0">
                <a:solidFill>
                  <a:srgbClr val="A42F0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C00000"/>
                </a:solidFill>
                <a:latin typeface="Times New Roman"/>
                <a:cs typeface="Times New Roman"/>
              </a:rPr>
              <a:t>I</a:t>
            </a:r>
            <a:r>
              <a:rPr sz="2500" b="1" spc="-14" dirty="0">
                <a:solidFill>
                  <a:srgbClr val="C00000"/>
                </a:solidFill>
                <a:latin typeface="Times New Roman"/>
                <a:cs typeface="Times New Roman"/>
              </a:rPr>
              <a:t>n</a:t>
            </a:r>
            <a:r>
              <a:rPr sz="2500" b="1" spc="4" dirty="0">
                <a:solidFill>
                  <a:srgbClr val="C00000"/>
                </a:solidFill>
                <a:latin typeface="Times New Roman"/>
                <a:cs typeface="Times New Roman"/>
              </a:rPr>
              <a:t>d</a:t>
            </a:r>
            <a:r>
              <a:rPr sz="2500" b="1" spc="-14" dirty="0">
                <a:solidFill>
                  <a:srgbClr val="C00000"/>
                </a:solidFill>
                <a:latin typeface="Times New Roman"/>
                <a:cs typeface="Times New Roman"/>
              </a:rPr>
              <a:t>u</a:t>
            </a:r>
            <a:r>
              <a:rPr sz="2500" b="1" spc="10" dirty="0">
                <a:solidFill>
                  <a:srgbClr val="C00000"/>
                </a:solidFill>
                <a:latin typeface="Times New Roman"/>
                <a:cs typeface="Times New Roman"/>
              </a:rPr>
              <a:t>c</a:t>
            </a:r>
            <a:r>
              <a:rPr sz="25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e</a:t>
            </a:r>
            <a:r>
              <a:rPr sz="2500" b="1" dirty="0">
                <a:solidFill>
                  <a:srgbClr val="C00000"/>
                </a:solidFill>
                <a:latin typeface="Times New Roman"/>
                <a:cs typeface="Times New Roman"/>
              </a:rPr>
              <a:t>d</a:t>
            </a:r>
            <a:r>
              <a:rPr sz="2500" b="1" spc="4" dirty="0">
                <a:solidFill>
                  <a:srgbClr val="C00000"/>
                </a:solidFill>
                <a:latin typeface="Times New Roman"/>
                <a:cs typeface="Times New Roman"/>
              </a:rPr>
              <a:t> E</a:t>
            </a:r>
            <a:r>
              <a:rPr sz="2500" b="1" spc="-14" dirty="0">
                <a:solidFill>
                  <a:srgbClr val="C00000"/>
                </a:solidFill>
                <a:latin typeface="Times New Roman"/>
                <a:cs typeface="Times New Roman"/>
              </a:rPr>
              <a:t>n</a:t>
            </a:r>
            <a:r>
              <a:rPr sz="2500" b="1" spc="14" dirty="0">
                <a:solidFill>
                  <a:srgbClr val="C00000"/>
                </a:solidFill>
                <a:latin typeface="Times New Roman"/>
                <a:cs typeface="Times New Roman"/>
              </a:rPr>
              <a:t>t</a:t>
            </a:r>
            <a:r>
              <a:rPr sz="2500" b="1" spc="-60" dirty="0">
                <a:solidFill>
                  <a:srgbClr val="C00000"/>
                </a:solidFill>
                <a:latin typeface="Times New Roman"/>
                <a:cs typeface="Times New Roman"/>
              </a:rPr>
              <a:t>r</a:t>
            </a:r>
            <a:r>
              <a:rPr sz="2500" b="1" spc="10" dirty="0">
                <a:solidFill>
                  <a:srgbClr val="C00000"/>
                </a:solidFill>
                <a:latin typeface="Times New Roman"/>
                <a:cs typeface="Times New Roman"/>
              </a:rPr>
              <a:t>e</a:t>
            </a:r>
            <a:r>
              <a:rPr sz="2500" b="1" spc="-14" dirty="0">
                <a:solidFill>
                  <a:srgbClr val="C00000"/>
                </a:solidFill>
                <a:latin typeface="Times New Roman"/>
                <a:cs typeface="Times New Roman"/>
              </a:rPr>
              <a:t>p</a:t>
            </a:r>
            <a:r>
              <a:rPr sz="2500" b="1" spc="-35" dirty="0">
                <a:solidFill>
                  <a:srgbClr val="C00000"/>
                </a:solidFill>
                <a:latin typeface="Times New Roman"/>
                <a:cs typeface="Times New Roman"/>
              </a:rPr>
              <a:t>r</a:t>
            </a:r>
            <a:r>
              <a:rPr sz="25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e</a:t>
            </a:r>
            <a:r>
              <a:rPr sz="2500" b="1" spc="4" dirty="0">
                <a:solidFill>
                  <a:srgbClr val="C00000"/>
                </a:solidFill>
                <a:latin typeface="Times New Roman"/>
                <a:cs typeface="Times New Roman"/>
              </a:rPr>
              <a:t>n</a:t>
            </a:r>
            <a:r>
              <a:rPr sz="25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e</a:t>
            </a:r>
            <a:r>
              <a:rPr sz="2500" b="1" spc="4" dirty="0">
                <a:solidFill>
                  <a:srgbClr val="C00000"/>
                </a:solidFill>
                <a:latin typeface="Times New Roman"/>
                <a:cs typeface="Times New Roman"/>
              </a:rPr>
              <a:t>u</a:t>
            </a:r>
            <a:r>
              <a:rPr sz="2500" b="1" dirty="0">
                <a:solidFill>
                  <a:srgbClr val="C00000"/>
                </a:solidFill>
                <a:latin typeface="Times New Roman"/>
                <a:cs typeface="Times New Roman"/>
              </a:rPr>
              <a:t>r</a:t>
            </a:r>
            <a:r>
              <a:rPr sz="2500" b="1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: </a:t>
            </a:r>
            <a:r>
              <a:rPr sz="2500" spc="-14" dirty="0">
                <a:latin typeface="Times New Roman"/>
                <a:cs typeface="Times New Roman"/>
              </a:rPr>
              <a:t>S</a:t>
            </a:r>
            <a:r>
              <a:rPr sz="2500" dirty="0">
                <a:latin typeface="Times New Roman"/>
                <a:cs typeface="Times New Roman"/>
              </a:rPr>
              <a:t>u</a:t>
            </a:r>
            <a:r>
              <a:rPr sz="2500" spc="10" dirty="0">
                <a:latin typeface="Times New Roman"/>
                <a:cs typeface="Times New Roman"/>
              </a:rPr>
              <a:t>c</a:t>
            </a:r>
            <a:r>
              <a:rPr sz="2500" dirty="0">
                <a:latin typeface="Times New Roman"/>
                <a:cs typeface="Times New Roman"/>
              </a:rPr>
              <a:t>h 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n</a:t>
            </a:r>
            <a:r>
              <a:rPr sz="2500" spc="25" dirty="0">
                <a:latin typeface="Times New Roman"/>
                <a:cs typeface="Times New Roman"/>
              </a:rPr>
              <a:t>t</a:t>
            </a:r>
            <a:r>
              <a:rPr sz="2500" spc="-10" dirty="0">
                <a:latin typeface="Times New Roman"/>
                <a:cs typeface="Times New Roman"/>
              </a:rPr>
              <a:t>re</a:t>
            </a:r>
            <a:r>
              <a:rPr sz="2500" dirty="0">
                <a:latin typeface="Times New Roman"/>
                <a:cs typeface="Times New Roman"/>
              </a:rPr>
              <a:t>p</a:t>
            </a:r>
            <a:r>
              <a:rPr sz="2500" spc="14" dirty="0">
                <a:latin typeface="Times New Roman"/>
                <a:cs typeface="Times New Roman"/>
              </a:rPr>
              <a:t>r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n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ur</a:t>
            </a:r>
            <a:r>
              <a:rPr sz="2500" spc="-6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is </a:t>
            </a:r>
            <a:r>
              <a:rPr sz="2500" spc="25" dirty="0">
                <a:latin typeface="Times New Roman"/>
                <a:cs typeface="Times New Roman"/>
              </a:rPr>
              <a:t>i</a:t>
            </a:r>
            <a:r>
              <a:rPr sz="2500" dirty="0">
                <a:latin typeface="Times New Roman"/>
                <a:cs typeface="Times New Roman"/>
              </a:rPr>
              <a:t>ndu</a:t>
            </a:r>
            <a:r>
              <a:rPr sz="2500" spc="-10" dirty="0">
                <a:latin typeface="Times New Roman"/>
                <a:cs typeface="Times New Roman"/>
              </a:rPr>
              <a:t>ce</a:t>
            </a:r>
            <a:r>
              <a:rPr sz="2500" dirty="0">
                <a:latin typeface="Times New Roman"/>
                <a:cs typeface="Times New Roman"/>
              </a:rPr>
              <a:t>d </a:t>
            </a:r>
            <a:r>
              <a:rPr sz="2500" spc="-20" dirty="0">
                <a:latin typeface="Times New Roman"/>
                <a:cs typeface="Times New Roman"/>
              </a:rPr>
              <a:t>t</a:t>
            </a:r>
            <a:r>
              <a:rPr sz="2500" dirty="0">
                <a:latin typeface="Times New Roman"/>
                <a:cs typeface="Times New Roman"/>
              </a:rPr>
              <a:t>o t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ke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up 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n 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nt</a:t>
            </a:r>
            <a:r>
              <a:rPr sz="2500" spc="14" dirty="0">
                <a:latin typeface="Times New Roman"/>
                <a:cs typeface="Times New Roman"/>
              </a:rPr>
              <a:t>r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p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n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u</a:t>
            </a:r>
            <a:r>
              <a:rPr sz="2500" spc="14" dirty="0">
                <a:latin typeface="Times New Roman"/>
                <a:cs typeface="Times New Roman"/>
              </a:rPr>
              <a:t>r</a:t>
            </a:r>
            <a:r>
              <a:rPr sz="2500" spc="-20" dirty="0">
                <a:latin typeface="Times New Roman"/>
                <a:cs typeface="Times New Roman"/>
              </a:rPr>
              <a:t>i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l</a:t>
            </a:r>
            <a:r>
              <a:rPr sz="2500" spc="-20" dirty="0">
                <a:latin typeface="Times New Roman"/>
                <a:cs typeface="Times New Roman"/>
              </a:rPr>
              <a:t> t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sk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due</a:t>
            </a:r>
            <a:r>
              <a:rPr sz="2500" spc="1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to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the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poli</a:t>
            </a:r>
            <a:r>
              <a:rPr sz="2500" spc="10" dirty="0">
                <a:latin typeface="Times New Roman"/>
                <a:cs typeface="Times New Roman"/>
              </a:rPr>
              <a:t>c</a:t>
            </a:r>
            <a:r>
              <a:rPr sz="2500" dirty="0">
                <a:latin typeface="Times New Roman"/>
                <a:cs typeface="Times New Roman"/>
              </a:rPr>
              <a:t>y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spc="-20" dirty="0">
                <a:latin typeface="Times New Roman"/>
                <a:cs typeface="Times New Roman"/>
              </a:rPr>
              <a:t>m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su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s of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the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gov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spc="14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n</a:t>
            </a:r>
            <a:r>
              <a:rPr sz="2500" spc="-20" dirty="0">
                <a:latin typeface="Times New Roman"/>
                <a:cs typeface="Times New Roman"/>
              </a:rPr>
              <a:t>m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nt.</a:t>
            </a:r>
            <a:endParaRPr sz="2500">
              <a:latin typeface="Times New Roman"/>
              <a:cs typeface="Times New Roman"/>
            </a:endParaRPr>
          </a:p>
          <a:p>
            <a:pPr marL="355558" marR="650164" indent="-342859">
              <a:spcBef>
                <a:spcPts val="1005"/>
              </a:spcBef>
            </a:pPr>
            <a:r>
              <a:rPr sz="2500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2500" spc="-40" dirty="0">
                <a:solidFill>
                  <a:srgbClr val="A42F0F"/>
                </a:solidFill>
                <a:latin typeface="Times New Roman"/>
                <a:cs typeface="Times New Roman"/>
              </a:rPr>
              <a:t> </a:t>
            </a:r>
            <a:r>
              <a:rPr sz="25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M</a:t>
            </a:r>
            <a:r>
              <a:rPr sz="2500" b="1" dirty="0">
                <a:solidFill>
                  <a:srgbClr val="C00000"/>
                </a:solidFill>
                <a:latin typeface="Times New Roman"/>
                <a:cs typeface="Times New Roman"/>
              </a:rPr>
              <a:t>o</a:t>
            </a:r>
            <a:r>
              <a:rPr sz="2500" b="1" spc="14" dirty="0">
                <a:solidFill>
                  <a:srgbClr val="C00000"/>
                </a:solidFill>
                <a:latin typeface="Times New Roman"/>
                <a:cs typeface="Times New Roman"/>
              </a:rPr>
              <a:t>t</a:t>
            </a:r>
            <a:r>
              <a:rPr sz="2500" b="1" dirty="0">
                <a:solidFill>
                  <a:srgbClr val="C00000"/>
                </a:solidFill>
                <a:latin typeface="Times New Roman"/>
                <a:cs typeface="Times New Roman"/>
              </a:rPr>
              <a:t>iva</a:t>
            </a:r>
            <a:r>
              <a:rPr sz="2500" b="1" spc="14" dirty="0">
                <a:solidFill>
                  <a:srgbClr val="C00000"/>
                </a:solidFill>
                <a:latin typeface="Times New Roman"/>
                <a:cs typeface="Times New Roman"/>
              </a:rPr>
              <a:t>t</a:t>
            </a:r>
            <a:r>
              <a:rPr sz="25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e</a:t>
            </a:r>
            <a:r>
              <a:rPr sz="2500" b="1" dirty="0">
                <a:solidFill>
                  <a:srgbClr val="C00000"/>
                </a:solidFill>
                <a:latin typeface="Times New Roman"/>
                <a:cs typeface="Times New Roman"/>
              </a:rPr>
              <a:t>d</a:t>
            </a:r>
            <a:r>
              <a:rPr sz="2500" b="1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500" b="1" spc="4" dirty="0">
                <a:solidFill>
                  <a:srgbClr val="C00000"/>
                </a:solidFill>
                <a:latin typeface="Times New Roman"/>
                <a:cs typeface="Times New Roman"/>
              </a:rPr>
              <a:t>E</a:t>
            </a:r>
            <a:r>
              <a:rPr sz="2500" b="1" spc="-14" dirty="0">
                <a:solidFill>
                  <a:srgbClr val="C00000"/>
                </a:solidFill>
                <a:latin typeface="Times New Roman"/>
                <a:cs typeface="Times New Roman"/>
              </a:rPr>
              <a:t>n</a:t>
            </a:r>
            <a:r>
              <a:rPr sz="2500" b="1" spc="14" dirty="0">
                <a:solidFill>
                  <a:srgbClr val="C00000"/>
                </a:solidFill>
                <a:latin typeface="Times New Roman"/>
                <a:cs typeface="Times New Roman"/>
              </a:rPr>
              <a:t>t</a:t>
            </a:r>
            <a:r>
              <a:rPr sz="2500" b="1" spc="-60" dirty="0">
                <a:solidFill>
                  <a:srgbClr val="C00000"/>
                </a:solidFill>
                <a:latin typeface="Times New Roman"/>
                <a:cs typeface="Times New Roman"/>
              </a:rPr>
              <a:t>r</a:t>
            </a:r>
            <a:r>
              <a:rPr sz="2500" b="1" spc="10" dirty="0">
                <a:solidFill>
                  <a:srgbClr val="C00000"/>
                </a:solidFill>
                <a:latin typeface="Times New Roman"/>
                <a:cs typeface="Times New Roman"/>
              </a:rPr>
              <a:t>e</a:t>
            </a:r>
            <a:r>
              <a:rPr sz="2500" b="1" spc="-14" dirty="0">
                <a:solidFill>
                  <a:srgbClr val="C00000"/>
                </a:solidFill>
                <a:latin typeface="Times New Roman"/>
                <a:cs typeface="Times New Roman"/>
              </a:rPr>
              <a:t>p</a:t>
            </a:r>
            <a:r>
              <a:rPr sz="2500" b="1" spc="-35" dirty="0">
                <a:solidFill>
                  <a:srgbClr val="C00000"/>
                </a:solidFill>
                <a:latin typeface="Times New Roman"/>
                <a:cs typeface="Times New Roman"/>
              </a:rPr>
              <a:t>r</a:t>
            </a:r>
            <a:r>
              <a:rPr sz="25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e</a:t>
            </a:r>
            <a:r>
              <a:rPr sz="2500" b="1" spc="4" dirty="0">
                <a:solidFill>
                  <a:srgbClr val="C00000"/>
                </a:solidFill>
                <a:latin typeface="Times New Roman"/>
                <a:cs typeface="Times New Roman"/>
              </a:rPr>
              <a:t>n</a:t>
            </a:r>
            <a:r>
              <a:rPr sz="25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e</a:t>
            </a:r>
            <a:r>
              <a:rPr sz="2500" b="1" spc="4" dirty="0">
                <a:solidFill>
                  <a:srgbClr val="C00000"/>
                </a:solidFill>
                <a:latin typeface="Times New Roman"/>
                <a:cs typeface="Times New Roman"/>
              </a:rPr>
              <a:t>u</a:t>
            </a:r>
            <a:r>
              <a:rPr sz="2500" b="1" dirty="0">
                <a:solidFill>
                  <a:srgbClr val="C00000"/>
                </a:solidFill>
                <a:latin typeface="Times New Roman"/>
                <a:cs typeface="Times New Roman"/>
              </a:rPr>
              <a:t>r</a:t>
            </a:r>
            <a:r>
              <a:rPr sz="2500" b="1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: </a:t>
            </a:r>
            <a:r>
              <a:rPr sz="2500" spc="4" dirty="0">
                <a:latin typeface="Times New Roman"/>
                <a:cs typeface="Times New Roman"/>
              </a:rPr>
              <a:t>S</a:t>
            </a:r>
            <a:r>
              <a:rPr sz="2500" dirty="0">
                <a:latin typeface="Times New Roman"/>
                <a:cs typeface="Times New Roman"/>
              </a:rPr>
              <a:t>u</a:t>
            </a:r>
            <a:r>
              <a:rPr sz="2500" spc="-10" dirty="0">
                <a:latin typeface="Times New Roman"/>
                <a:cs typeface="Times New Roman"/>
              </a:rPr>
              <a:t>c</a:t>
            </a:r>
            <a:r>
              <a:rPr sz="2500" dirty="0">
                <a:latin typeface="Times New Roman"/>
                <a:cs typeface="Times New Roman"/>
              </a:rPr>
              <a:t>h 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n 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nt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p</a:t>
            </a:r>
            <a:r>
              <a:rPr sz="2500" spc="14" dirty="0">
                <a:latin typeface="Times New Roman"/>
                <a:cs typeface="Times New Roman"/>
              </a:rPr>
              <a:t>r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n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ur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is </a:t>
            </a:r>
            <a:r>
              <a:rPr sz="2500" spc="-20" dirty="0">
                <a:latin typeface="Times New Roman"/>
                <a:cs typeface="Times New Roman"/>
              </a:rPr>
              <a:t>m</a:t>
            </a:r>
            <a:r>
              <a:rPr sz="2500" dirty="0">
                <a:latin typeface="Times New Roman"/>
                <a:cs typeface="Times New Roman"/>
              </a:rPr>
              <a:t>otiv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t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d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by the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d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si</a:t>
            </a:r>
            <a:r>
              <a:rPr sz="2500" spc="14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e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f</a:t>
            </a:r>
            <a:r>
              <a:rPr sz="2500" dirty="0">
                <a:latin typeface="Times New Roman"/>
                <a:cs typeface="Times New Roman"/>
              </a:rPr>
              <a:t>or</a:t>
            </a:r>
            <a:r>
              <a:rPr sz="2500" spc="14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s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spc="25" dirty="0">
                <a:latin typeface="Times New Roman"/>
                <a:cs typeface="Times New Roman"/>
              </a:rPr>
              <a:t>l</a:t>
            </a:r>
            <a:r>
              <a:rPr sz="2500" spc="-35" dirty="0">
                <a:latin typeface="Times New Roman"/>
                <a:cs typeface="Times New Roman"/>
              </a:rPr>
              <a:t>f</a:t>
            </a:r>
            <a:r>
              <a:rPr sz="2500" spc="14" dirty="0">
                <a:latin typeface="Times New Roman"/>
                <a:cs typeface="Times New Roman"/>
              </a:rPr>
              <a:t>-</a:t>
            </a:r>
            <a:r>
              <a:rPr sz="2500" spc="-10" dirty="0">
                <a:latin typeface="Times New Roman"/>
                <a:cs typeface="Times New Roman"/>
              </a:rPr>
              <a:t>f</a:t>
            </a:r>
            <a:r>
              <a:rPr sz="2500" dirty="0">
                <a:latin typeface="Times New Roman"/>
                <a:cs typeface="Times New Roman"/>
              </a:rPr>
              <a:t>ul</a:t>
            </a:r>
            <a:r>
              <a:rPr sz="2500" spc="-10" dirty="0">
                <a:latin typeface="Times New Roman"/>
                <a:cs typeface="Times New Roman"/>
              </a:rPr>
              <a:t>f</a:t>
            </a:r>
            <a:r>
              <a:rPr sz="2500" dirty="0">
                <a:latin typeface="Times New Roman"/>
                <a:cs typeface="Times New Roman"/>
              </a:rPr>
              <a:t>il</a:t>
            </a:r>
            <a:r>
              <a:rPr sz="2500" spc="-20" dirty="0">
                <a:latin typeface="Times New Roman"/>
                <a:cs typeface="Times New Roman"/>
              </a:rPr>
              <a:t>m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nt.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spc="-4" dirty="0">
                <a:latin typeface="Times New Roman"/>
                <a:cs typeface="Times New Roman"/>
              </a:rPr>
              <a:t>H</a:t>
            </a:r>
            <a:r>
              <a:rPr sz="2500" dirty="0">
                <a:latin typeface="Times New Roman"/>
                <a:cs typeface="Times New Roman"/>
              </a:rPr>
              <a:t>e</a:t>
            </a:r>
            <a:r>
              <a:rPr sz="2500" spc="1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is 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lso </a:t>
            </a:r>
            <a:r>
              <a:rPr sz="2500" spc="-20" dirty="0">
                <a:latin typeface="Times New Roman"/>
                <a:cs typeface="Times New Roman"/>
              </a:rPr>
              <a:t>m</a:t>
            </a:r>
            <a:r>
              <a:rPr sz="2500" dirty="0">
                <a:latin typeface="Times New Roman"/>
                <a:cs typeface="Times New Roman"/>
              </a:rPr>
              <a:t>otiv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t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d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by the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d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si</a:t>
            </a:r>
            <a:r>
              <a:rPr sz="2500" spc="14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e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f</a:t>
            </a:r>
            <a:r>
              <a:rPr sz="2500" dirty="0">
                <a:latin typeface="Times New Roman"/>
                <a:cs typeface="Times New Roman"/>
              </a:rPr>
              <a:t>or</a:t>
            </a:r>
            <a:r>
              <a:rPr sz="2500" spc="14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innov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tions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nd p</a:t>
            </a:r>
            <a:r>
              <a:rPr sz="2500" spc="14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o</a:t>
            </a:r>
            <a:r>
              <a:rPr sz="2500" spc="-10" dirty="0">
                <a:latin typeface="Times New Roman"/>
                <a:cs typeface="Times New Roman"/>
              </a:rPr>
              <a:t>f</a:t>
            </a:r>
            <a:r>
              <a:rPr sz="2500" dirty="0">
                <a:latin typeface="Times New Roman"/>
                <a:cs typeface="Times New Roman"/>
              </a:rPr>
              <a:t>it.</a:t>
            </a:r>
            <a:endParaRPr sz="2500">
              <a:latin typeface="Times New Roman"/>
              <a:cs typeface="Times New Roman"/>
            </a:endParaRPr>
          </a:p>
          <a:p>
            <a:pPr marL="355558" marR="253971" indent="-342859">
              <a:spcBef>
                <a:spcPts val="994"/>
              </a:spcBef>
            </a:pPr>
            <a:r>
              <a:rPr sz="2500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2500" spc="-40" dirty="0">
                <a:solidFill>
                  <a:srgbClr val="A42F0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C00000"/>
                </a:solidFill>
                <a:latin typeface="Times New Roman"/>
                <a:cs typeface="Times New Roman"/>
              </a:rPr>
              <a:t>G</a:t>
            </a:r>
            <a:r>
              <a:rPr sz="2500" b="1" spc="-60" dirty="0">
                <a:solidFill>
                  <a:srgbClr val="C00000"/>
                </a:solidFill>
                <a:latin typeface="Times New Roman"/>
                <a:cs typeface="Times New Roman"/>
              </a:rPr>
              <a:t>r</a:t>
            </a:r>
            <a:r>
              <a:rPr sz="2500" b="1" dirty="0">
                <a:solidFill>
                  <a:srgbClr val="C00000"/>
                </a:solidFill>
                <a:latin typeface="Times New Roman"/>
                <a:cs typeface="Times New Roman"/>
              </a:rPr>
              <a:t>o</a:t>
            </a:r>
            <a:r>
              <a:rPr sz="2500" b="1" spc="-4" dirty="0">
                <a:solidFill>
                  <a:srgbClr val="C00000"/>
                </a:solidFill>
                <a:latin typeface="Times New Roman"/>
                <a:cs typeface="Times New Roman"/>
              </a:rPr>
              <a:t>w</a:t>
            </a:r>
            <a:r>
              <a:rPr sz="25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t</a:t>
            </a:r>
            <a:r>
              <a:rPr sz="2500" b="1" dirty="0">
                <a:solidFill>
                  <a:srgbClr val="C00000"/>
                </a:solidFill>
                <a:latin typeface="Times New Roman"/>
                <a:cs typeface="Times New Roman"/>
              </a:rPr>
              <a:t>h</a:t>
            </a:r>
            <a:r>
              <a:rPr sz="2500" b="1" spc="4" dirty="0">
                <a:solidFill>
                  <a:srgbClr val="C00000"/>
                </a:solidFill>
                <a:latin typeface="Times New Roman"/>
                <a:cs typeface="Times New Roman"/>
              </a:rPr>
              <a:t> E</a:t>
            </a:r>
            <a:r>
              <a:rPr sz="2500" b="1" spc="-14" dirty="0">
                <a:solidFill>
                  <a:srgbClr val="C00000"/>
                </a:solidFill>
                <a:latin typeface="Times New Roman"/>
                <a:cs typeface="Times New Roman"/>
              </a:rPr>
              <a:t>n</a:t>
            </a:r>
            <a:r>
              <a:rPr sz="2500" b="1" spc="14" dirty="0">
                <a:solidFill>
                  <a:srgbClr val="C00000"/>
                </a:solidFill>
                <a:latin typeface="Times New Roman"/>
                <a:cs typeface="Times New Roman"/>
              </a:rPr>
              <a:t>t</a:t>
            </a:r>
            <a:r>
              <a:rPr sz="2500" b="1" spc="-60" dirty="0">
                <a:solidFill>
                  <a:srgbClr val="C00000"/>
                </a:solidFill>
                <a:latin typeface="Times New Roman"/>
                <a:cs typeface="Times New Roman"/>
              </a:rPr>
              <a:t>r</a:t>
            </a:r>
            <a:r>
              <a:rPr sz="2500" b="1" spc="10" dirty="0">
                <a:solidFill>
                  <a:srgbClr val="C00000"/>
                </a:solidFill>
                <a:latin typeface="Times New Roman"/>
                <a:cs typeface="Times New Roman"/>
              </a:rPr>
              <a:t>e</a:t>
            </a:r>
            <a:r>
              <a:rPr sz="2500" b="1" spc="-14" dirty="0">
                <a:solidFill>
                  <a:srgbClr val="C00000"/>
                </a:solidFill>
                <a:latin typeface="Times New Roman"/>
                <a:cs typeface="Times New Roman"/>
              </a:rPr>
              <a:t>p</a:t>
            </a:r>
            <a:r>
              <a:rPr sz="2500" b="1" spc="-35" dirty="0">
                <a:solidFill>
                  <a:srgbClr val="C00000"/>
                </a:solidFill>
                <a:latin typeface="Times New Roman"/>
                <a:cs typeface="Times New Roman"/>
              </a:rPr>
              <a:t>r</a:t>
            </a:r>
            <a:r>
              <a:rPr sz="2500" b="1" spc="10" dirty="0">
                <a:solidFill>
                  <a:srgbClr val="C00000"/>
                </a:solidFill>
                <a:latin typeface="Times New Roman"/>
                <a:cs typeface="Times New Roman"/>
              </a:rPr>
              <a:t>e</a:t>
            </a:r>
            <a:r>
              <a:rPr sz="2500" b="1" spc="-14" dirty="0">
                <a:solidFill>
                  <a:srgbClr val="C00000"/>
                </a:solidFill>
                <a:latin typeface="Times New Roman"/>
                <a:cs typeface="Times New Roman"/>
              </a:rPr>
              <a:t>n</a:t>
            </a:r>
            <a:r>
              <a:rPr sz="2500" b="1" spc="10" dirty="0">
                <a:solidFill>
                  <a:srgbClr val="C00000"/>
                </a:solidFill>
                <a:latin typeface="Times New Roman"/>
                <a:cs typeface="Times New Roman"/>
              </a:rPr>
              <a:t>e</a:t>
            </a:r>
            <a:r>
              <a:rPr sz="2500" b="1" spc="-14" dirty="0">
                <a:solidFill>
                  <a:srgbClr val="C00000"/>
                </a:solidFill>
                <a:latin typeface="Times New Roman"/>
                <a:cs typeface="Times New Roman"/>
              </a:rPr>
              <a:t>u</a:t>
            </a:r>
            <a:r>
              <a:rPr sz="2500" b="1" dirty="0">
                <a:solidFill>
                  <a:srgbClr val="C00000"/>
                </a:solidFill>
                <a:latin typeface="Times New Roman"/>
                <a:cs typeface="Times New Roman"/>
              </a:rPr>
              <a:t>r</a:t>
            </a:r>
            <a:r>
              <a:rPr sz="2500" b="1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: </a:t>
            </a:r>
            <a:r>
              <a:rPr sz="2500" spc="-4" dirty="0">
                <a:latin typeface="Times New Roman"/>
                <a:cs typeface="Times New Roman"/>
              </a:rPr>
              <a:t>T</a:t>
            </a:r>
            <a:r>
              <a:rPr sz="2500" dirty="0">
                <a:latin typeface="Times New Roman"/>
                <a:cs typeface="Times New Roman"/>
              </a:rPr>
              <a:t>h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se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nt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p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n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u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s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Times New Roman"/>
                <a:cs typeface="Times New Roman"/>
              </a:rPr>
              <a:t>c</a:t>
            </a:r>
            <a:r>
              <a:rPr sz="2500" dirty="0">
                <a:latin typeface="Times New Roman"/>
                <a:cs typeface="Times New Roman"/>
              </a:rPr>
              <a:t>hoose</a:t>
            </a:r>
            <a:r>
              <a:rPr sz="2500" spc="-10" dirty="0">
                <a:latin typeface="Times New Roman"/>
                <a:cs typeface="Times New Roman"/>
              </a:rPr>
              <a:t> a</a:t>
            </a:r>
            <a:r>
              <a:rPr sz="2500" dirty="0">
                <a:latin typeface="Times New Roman"/>
                <a:cs typeface="Times New Roman"/>
              </a:rPr>
              <a:t>n indust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y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spc="-4" dirty="0">
                <a:latin typeface="Times New Roman"/>
                <a:cs typeface="Times New Roman"/>
              </a:rPr>
              <a:t>w</a:t>
            </a:r>
            <a:r>
              <a:rPr sz="2500" dirty="0">
                <a:latin typeface="Times New Roman"/>
                <a:cs typeface="Times New Roman"/>
              </a:rPr>
              <a:t>hi</a:t>
            </a:r>
            <a:r>
              <a:rPr sz="2500" spc="10" dirty="0">
                <a:latin typeface="Times New Roman"/>
                <a:cs typeface="Times New Roman"/>
              </a:rPr>
              <a:t>c</a:t>
            </a:r>
            <a:r>
              <a:rPr sz="2500" dirty="0">
                <a:latin typeface="Times New Roman"/>
                <a:cs typeface="Times New Roman"/>
              </a:rPr>
              <a:t>h h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s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high g</a:t>
            </a:r>
            <a:r>
              <a:rPr sz="2500" spc="14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o</a:t>
            </a:r>
            <a:r>
              <a:rPr sz="2500" spc="-30" dirty="0">
                <a:latin typeface="Times New Roman"/>
                <a:cs typeface="Times New Roman"/>
              </a:rPr>
              <a:t>w</a:t>
            </a:r>
            <a:r>
              <a:rPr sz="2500" spc="25" dirty="0">
                <a:latin typeface="Times New Roman"/>
                <a:cs typeface="Times New Roman"/>
              </a:rPr>
              <a:t>t</a:t>
            </a:r>
            <a:r>
              <a:rPr sz="2500" dirty="0">
                <a:latin typeface="Times New Roman"/>
                <a:cs typeface="Times New Roman"/>
              </a:rPr>
              <a:t>h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p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osp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spc="-10" dirty="0">
                <a:latin typeface="Times New Roman"/>
                <a:cs typeface="Times New Roman"/>
              </a:rPr>
              <a:t>c</a:t>
            </a:r>
            <a:r>
              <a:rPr sz="2500" dirty="0">
                <a:latin typeface="Times New Roman"/>
                <a:cs typeface="Times New Roman"/>
              </a:rPr>
              <a:t>ts.</a:t>
            </a:r>
            <a:endParaRPr sz="2500">
              <a:latin typeface="Times New Roman"/>
              <a:cs typeface="Times New Roman"/>
            </a:endParaRPr>
          </a:p>
          <a:p>
            <a:pPr marL="354924" marR="329527" indent="-342859">
              <a:spcBef>
                <a:spcPts val="994"/>
              </a:spcBef>
            </a:pPr>
            <a:r>
              <a:rPr sz="2500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2500" spc="-40" dirty="0">
                <a:solidFill>
                  <a:srgbClr val="A42F0F"/>
                </a:solidFill>
                <a:latin typeface="Times New Roman"/>
                <a:cs typeface="Times New Roman"/>
              </a:rPr>
              <a:t> </a:t>
            </a:r>
            <a:r>
              <a:rPr sz="2500" b="1" spc="-145" dirty="0">
                <a:solidFill>
                  <a:srgbClr val="C00000"/>
                </a:solidFill>
                <a:latin typeface="Times New Roman"/>
                <a:cs typeface="Times New Roman"/>
              </a:rPr>
              <a:t>W</a:t>
            </a:r>
            <a:r>
              <a:rPr sz="2500" b="1" dirty="0">
                <a:solidFill>
                  <a:srgbClr val="C00000"/>
                </a:solidFill>
                <a:latin typeface="Times New Roman"/>
                <a:cs typeface="Times New Roman"/>
              </a:rPr>
              <a:t>o</a:t>
            </a:r>
            <a:r>
              <a:rPr sz="2500" b="1" spc="14" dirty="0">
                <a:solidFill>
                  <a:srgbClr val="C00000"/>
                </a:solidFill>
                <a:latin typeface="Times New Roman"/>
                <a:cs typeface="Times New Roman"/>
              </a:rPr>
              <a:t>m</a:t>
            </a:r>
            <a:r>
              <a:rPr sz="25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e</a:t>
            </a:r>
            <a:r>
              <a:rPr sz="2500" b="1" dirty="0">
                <a:solidFill>
                  <a:srgbClr val="C00000"/>
                </a:solidFill>
                <a:latin typeface="Times New Roman"/>
                <a:cs typeface="Times New Roman"/>
              </a:rPr>
              <a:t>n</a:t>
            </a:r>
            <a:r>
              <a:rPr sz="2500" b="1" spc="4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5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E</a:t>
            </a:r>
            <a:r>
              <a:rPr sz="2500" b="1" spc="4" dirty="0">
                <a:solidFill>
                  <a:srgbClr val="C00000"/>
                </a:solidFill>
                <a:latin typeface="Times New Roman"/>
                <a:cs typeface="Times New Roman"/>
              </a:rPr>
              <a:t>n</a:t>
            </a:r>
            <a:r>
              <a:rPr sz="25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t</a:t>
            </a:r>
            <a:r>
              <a:rPr sz="2500" b="1" spc="-35" dirty="0">
                <a:solidFill>
                  <a:srgbClr val="C00000"/>
                </a:solidFill>
                <a:latin typeface="Times New Roman"/>
                <a:cs typeface="Times New Roman"/>
              </a:rPr>
              <a:t>r</a:t>
            </a:r>
            <a:r>
              <a:rPr sz="25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e</a:t>
            </a:r>
            <a:r>
              <a:rPr sz="2500" b="1" spc="4" dirty="0">
                <a:solidFill>
                  <a:srgbClr val="C00000"/>
                </a:solidFill>
                <a:latin typeface="Times New Roman"/>
                <a:cs typeface="Times New Roman"/>
              </a:rPr>
              <a:t>p</a:t>
            </a:r>
            <a:r>
              <a:rPr sz="2500" b="1" spc="-35" dirty="0">
                <a:solidFill>
                  <a:srgbClr val="C00000"/>
                </a:solidFill>
                <a:latin typeface="Times New Roman"/>
                <a:cs typeface="Times New Roman"/>
              </a:rPr>
              <a:t>r</a:t>
            </a:r>
            <a:r>
              <a:rPr sz="25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e</a:t>
            </a:r>
            <a:r>
              <a:rPr sz="2500" b="1" spc="4" dirty="0">
                <a:solidFill>
                  <a:srgbClr val="C00000"/>
                </a:solidFill>
                <a:latin typeface="Times New Roman"/>
                <a:cs typeface="Times New Roman"/>
              </a:rPr>
              <a:t>n</a:t>
            </a:r>
            <a:r>
              <a:rPr sz="25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e</a:t>
            </a:r>
            <a:r>
              <a:rPr sz="2500" b="1" spc="4" dirty="0">
                <a:solidFill>
                  <a:srgbClr val="C00000"/>
                </a:solidFill>
                <a:latin typeface="Times New Roman"/>
                <a:cs typeface="Times New Roman"/>
              </a:rPr>
              <a:t>u</a:t>
            </a:r>
            <a:r>
              <a:rPr sz="25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r</a:t>
            </a:r>
            <a:r>
              <a:rPr sz="2500" b="1" dirty="0">
                <a:solidFill>
                  <a:srgbClr val="C00000"/>
                </a:solidFill>
                <a:latin typeface="Times New Roman"/>
                <a:cs typeface="Times New Roman"/>
              </a:rPr>
              <a:t>s</a:t>
            </a:r>
            <a:r>
              <a:rPr sz="2000" dirty="0">
                <a:latin typeface="Times New Roman"/>
                <a:cs typeface="Times New Roman"/>
              </a:rPr>
              <a:t>:</a:t>
            </a:r>
            <a:r>
              <a:rPr sz="2000" spc="-14" dirty="0">
                <a:latin typeface="Times New Roman"/>
                <a:cs typeface="Times New Roman"/>
              </a:rPr>
              <a:t> </a:t>
            </a:r>
            <a:r>
              <a:rPr sz="2500" spc="-4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n</a:t>
            </a:r>
            <a:r>
              <a:rPr sz="2500" spc="2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nt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p</a:t>
            </a:r>
            <a:r>
              <a:rPr sz="2500" spc="14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ise</a:t>
            </a:r>
            <a:r>
              <a:rPr sz="2500" spc="-6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o</a:t>
            </a:r>
            <a:r>
              <a:rPr sz="2500" spc="-4" dirty="0">
                <a:latin typeface="Times New Roman"/>
                <a:cs typeface="Times New Roman"/>
              </a:rPr>
              <a:t>w</a:t>
            </a:r>
            <a:r>
              <a:rPr sz="2500" dirty="0">
                <a:latin typeface="Times New Roman"/>
                <a:cs typeface="Times New Roman"/>
              </a:rPr>
              <a:t>n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d 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nd </a:t>
            </a:r>
            <a:r>
              <a:rPr sz="2500" spc="-10" dirty="0">
                <a:latin typeface="Times New Roman"/>
                <a:cs typeface="Times New Roman"/>
              </a:rPr>
              <a:t>c</a:t>
            </a:r>
            <a:r>
              <a:rPr sz="2500" dirty="0">
                <a:latin typeface="Times New Roman"/>
                <a:cs typeface="Times New Roman"/>
              </a:rPr>
              <a:t>ont</a:t>
            </a:r>
            <a:r>
              <a:rPr sz="2500" spc="14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oll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d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by a</a:t>
            </a:r>
            <a:r>
              <a:rPr sz="2500" spc="10" dirty="0">
                <a:latin typeface="Times New Roman"/>
                <a:cs typeface="Times New Roman"/>
              </a:rPr>
              <a:t> </a:t>
            </a:r>
            <a:r>
              <a:rPr sz="2500" spc="-4" dirty="0">
                <a:latin typeface="Times New Roman"/>
                <a:cs typeface="Times New Roman"/>
              </a:rPr>
              <a:t>w</a:t>
            </a:r>
            <a:r>
              <a:rPr sz="2500" dirty="0">
                <a:latin typeface="Times New Roman"/>
                <a:cs typeface="Times New Roman"/>
              </a:rPr>
              <a:t>o</a:t>
            </a:r>
            <a:r>
              <a:rPr sz="2500" spc="-20" dirty="0">
                <a:latin typeface="Times New Roman"/>
                <a:cs typeface="Times New Roman"/>
              </a:rPr>
              <a:t>m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n</a:t>
            </a:r>
            <a:r>
              <a:rPr sz="2500" spc="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h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v</a:t>
            </a:r>
            <a:r>
              <a:rPr sz="2500" spc="-20" dirty="0">
                <a:latin typeface="Times New Roman"/>
                <a:cs typeface="Times New Roman"/>
              </a:rPr>
              <a:t>i</a:t>
            </a:r>
            <a:r>
              <a:rPr sz="2500" dirty="0">
                <a:latin typeface="Times New Roman"/>
                <a:cs typeface="Times New Roman"/>
              </a:rPr>
              <a:t>ng a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spc="-20" dirty="0">
                <a:latin typeface="Times New Roman"/>
                <a:cs typeface="Times New Roman"/>
              </a:rPr>
              <a:t>m</a:t>
            </a:r>
            <a:r>
              <a:rPr sz="2500" spc="25" dirty="0">
                <a:latin typeface="Times New Roman"/>
                <a:cs typeface="Times New Roman"/>
              </a:rPr>
              <a:t>i</a:t>
            </a:r>
            <a:r>
              <a:rPr sz="2500" dirty="0">
                <a:latin typeface="Times New Roman"/>
                <a:cs typeface="Times New Roman"/>
              </a:rPr>
              <a:t>n</a:t>
            </a:r>
            <a:r>
              <a:rPr sz="2500" spc="-20" dirty="0">
                <a:latin typeface="Times New Roman"/>
                <a:cs typeface="Times New Roman"/>
              </a:rPr>
              <a:t>im</a:t>
            </a:r>
            <a:r>
              <a:rPr sz="2500" dirty="0">
                <a:latin typeface="Times New Roman"/>
                <a:cs typeface="Times New Roman"/>
              </a:rPr>
              <a:t>um </a:t>
            </a:r>
            <a:r>
              <a:rPr sz="2500" spc="-10" dirty="0">
                <a:latin typeface="Times New Roman"/>
                <a:cs typeface="Times New Roman"/>
              </a:rPr>
              <a:t>f</a:t>
            </a:r>
            <a:r>
              <a:rPr sz="2500" dirty="0">
                <a:latin typeface="Times New Roman"/>
                <a:cs typeface="Times New Roman"/>
              </a:rPr>
              <a:t>in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n</a:t>
            </a:r>
            <a:r>
              <a:rPr sz="2500" spc="-10" dirty="0">
                <a:latin typeface="Times New Roman"/>
                <a:cs typeface="Times New Roman"/>
              </a:rPr>
              <a:t>c</a:t>
            </a:r>
            <a:r>
              <a:rPr sz="2500" dirty="0">
                <a:latin typeface="Times New Roman"/>
                <a:cs typeface="Times New Roman"/>
              </a:rPr>
              <a:t>i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l int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spc="14" dirty="0">
                <a:latin typeface="Times New Roman"/>
                <a:cs typeface="Times New Roman"/>
              </a:rPr>
              <a:t>r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st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of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51%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of</a:t>
            </a:r>
            <a:r>
              <a:rPr sz="2500" spc="14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the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Times New Roman"/>
                <a:cs typeface="Times New Roman"/>
              </a:rPr>
              <a:t>c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pit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l</a:t>
            </a:r>
            <a:r>
              <a:rPr sz="2500" spc="-45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nd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giving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t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l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st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51%</a:t>
            </a:r>
            <a:r>
              <a:rPr sz="2500" spc="14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of 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spc="-20" dirty="0">
                <a:latin typeface="Times New Roman"/>
                <a:cs typeface="Times New Roman"/>
              </a:rPr>
              <a:t>m</a:t>
            </a:r>
            <a:r>
              <a:rPr sz="2500" dirty="0">
                <a:latin typeface="Times New Roman"/>
                <a:cs typeface="Times New Roman"/>
              </a:rPr>
              <a:t>ploy</a:t>
            </a:r>
            <a:r>
              <a:rPr sz="2500" spc="-20" dirty="0">
                <a:latin typeface="Times New Roman"/>
                <a:cs typeface="Times New Roman"/>
              </a:rPr>
              <a:t>m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nt g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n</a:t>
            </a:r>
            <a:r>
              <a:rPr sz="2500" spc="-10" dirty="0">
                <a:latin typeface="Times New Roman"/>
                <a:cs typeface="Times New Roman"/>
              </a:rPr>
              <a:t>er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t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d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in </a:t>
            </a:r>
            <a:r>
              <a:rPr sz="2500" spc="-20" dirty="0">
                <a:latin typeface="Times New Roman"/>
                <a:cs typeface="Times New Roman"/>
              </a:rPr>
              <a:t>t</a:t>
            </a:r>
            <a:r>
              <a:rPr sz="2500" dirty="0">
                <a:latin typeface="Times New Roman"/>
                <a:cs typeface="Times New Roman"/>
              </a:rPr>
              <a:t>he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nt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spc="14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p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i</a:t>
            </a:r>
            <a:r>
              <a:rPr sz="2500" spc="25" dirty="0">
                <a:latin typeface="Times New Roman"/>
                <a:cs typeface="Times New Roman"/>
              </a:rPr>
              <a:t>s</a:t>
            </a:r>
            <a:r>
              <a:rPr sz="2500" dirty="0">
                <a:latin typeface="Times New Roman"/>
                <a:cs typeface="Times New Roman"/>
              </a:rPr>
              <a:t>e</a:t>
            </a:r>
            <a:r>
              <a:rPr sz="2500" spc="-6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to </a:t>
            </a:r>
            <a:r>
              <a:rPr sz="2500" spc="-4" dirty="0">
                <a:latin typeface="Times New Roman"/>
                <a:cs typeface="Times New Roman"/>
              </a:rPr>
              <a:t>w</a:t>
            </a:r>
            <a:r>
              <a:rPr sz="2500" dirty="0">
                <a:latin typeface="Times New Roman"/>
                <a:cs typeface="Times New Roman"/>
              </a:rPr>
              <a:t>o</a:t>
            </a:r>
            <a:r>
              <a:rPr sz="2500" spc="-20" dirty="0">
                <a:latin typeface="Times New Roman"/>
                <a:cs typeface="Times New Roman"/>
              </a:rPr>
              <a:t>m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n.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36753" y="1314559"/>
            <a:ext cx="278130" cy="279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9"/>
            <a:r>
              <a:rPr spc="-10" dirty="0">
                <a:latin typeface="Century Gothic"/>
                <a:cs typeface="Century Gothic"/>
              </a:rPr>
              <a:t>2</a:t>
            </a:r>
            <a:r>
              <a:rPr dirty="0">
                <a:latin typeface="Century Gothic"/>
                <a:cs typeface="Century Gothic"/>
              </a:rPr>
              <a:t>7</a:t>
            </a:r>
            <a:endParaRPr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1" y="457201"/>
            <a:ext cx="9144000" cy="6857999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0" y="6857999"/>
                </a:moveTo>
                <a:lnTo>
                  <a:pt x="9143999" y="6857999"/>
                </a:lnTo>
                <a:lnTo>
                  <a:pt x="914399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A5A5A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7201" y="681228"/>
            <a:ext cx="2145791" cy="66339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752601" y="685800"/>
            <a:ext cx="7620000" cy="6477000"/>
          </a:xfrm>
          <a:custGeom>
            <a:avLst/>
            <a:gdLst/>
            <a:ahLst/>
            <a:cxnLst/>
            <a:rect l="l" t="t" r="r" b="b"/>
            <a:pathLst>
              <a:path w="7620000" h="6477000">
                <a:moveTo>
                  <a:pt x="0" y="6476999"/>
                </a:moveTo>
                <a:lnTo>
                  <a:pt x="7619999" y="6476999"/>
                </a:lnTo>
                <a:lnTo>
                  <a:pt x="7619999" y="0"/>
                </a:lnTo>
                <a:lnTo>
                  <a:pt x="0" y="0"/>
                </a:lnTo>
                <a:lnTo>
                  <a:pt x="0" y="64769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752601" y="685800"/>
            <a:ext cx="7620000" cy="6477000"/>
          </a:xfrm>
          <a:custGeom>
            <a:avLst/>
            <a:gdLst/>
            <a:ahLst/>
            <a:cxnLst/>
            <a:rect l="l" t="t" r="r" b="b"/>
            <a:pathLst>
              <a:path w="7620000" h="6477000">
                <a:moveTo>
                  <a:pt x="0" y="6476999"/>
                </a:moveTo>
                <a:lnTo>
                  <a:pt x="7619999" y="6476999"/>
                </a:lnTo>
                <a:lnTo>
                  <a:pt x="7619999" y="0"/>
                </a:lnTo>
                <a:lnTo>
                  <a:pt x="0" y="0"/>
                </a:lnTo>
                <a:lnTo>
                  <a:pt x="0" y="6476999"/>
                </a:lnTo>
                <a:close/>
              </a:path>
            </a:pathLst>
          </a:custGeom>
          <a:ln w="15239">
            <a:solidFill>
              <a:srgbClr val="71855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832917" y="777388"/>
            <a:ext cx="7402830" cy="7557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9">
              <a:lnSpc>
                <a:spcPts val="2870"/>
              </a:lnSpc>
            </a:pPr>
            <a:r>
              <a:rPr sz="2500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2500" spc="-40" dirty="0">
                <a:solidFill>
                  <a:srgbClr val="A42F0F"/>
                </a:solidFill>
                <a:latin typeface="Times New Roman"/>
                <a:cs typeface="Times New Roman"/>
              </a:rPr>
              <a:t> </a:t>
            </a:r>
            <a:r>
              <a:rPr sz="2500" spc="-14" dirty="0">
                <a:solidFill>
                  <a:srgbClr val="C00000"/>
                </a:solidFill>
                <a:latin typeface="Times New Roman"/>
                <a:cs typeface="Times New Roman"/>
              </a:rPr>
              <a:t>S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up</a:t>
            </a:r>
            <a:r>
              <a:rPr sz="2500" spc="10" dirty="0">
                <a:solidFill>
                  <a:srgbClr val="C00000"/>
                </a:solidFill>
                <a:latin typeface="Times New Roman"/>
                <a:cs typeface="Times New Roman"/>
              </a:rPr>
              <a:t>e</a:t>
            </a:r>
            <a:r>
              <a:rPr sz="2500" spc="-60" dirty="0">
                <a:solidFill>
                  <a:srgbClr val="C00000"/>
                </a:solidFill>
                <a:latin typeface="Times New Roman"/>
                <a:cs typeface="Times New Roman"/>
              </a:rPr>
              <a:t>r</a:t>
            </a:r>
            <a:r>
              <a:rPr sz="2500" spc="14" dirty="0">
                <a:solidFill>
                  <a:srgbClr val="C00000"/>
                </a:solidFill>
                <a:latin typeface="Times New Roman"/>
                <a:cs typeface="Times New Roman"/>
              </a:rPr>
              <a:t>-</a:t>
            </a:r>
            <a:r>
              <a:rPr sz="2500" spc="-4" dirty="0">
                <a:solidFill>
                  <a:srgbClr val="C00000"/>
                </a:solidFill>
                <a:latin typeface="Times New Roman"/>
                <a:cs typeface="Times New Roman"/>
              </a:rPr>
              <a:t>G</a:t>
            </a:r>
            <a:r>
              <a:rPr sz="2500" spc="-10" dirty="0">
                <a:solidFill>
                  <a:srgbClr val="C00000"/>
                </a:solidFill>
                <a:latin typeface="Times New Roman"/>
                <a:cs typeface="Times New Roman"/>
              </a:rPr>
              <a:t>r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o</a:t>
            </a:r>
            <a:r>
              <a:rPr sz="2500" spc="-4" dirty="0">
                <a:solidFill>
                  <a:srgbClr val="C00000"/>
                </a:solidFill>
                <a:latin typeface="Times New Roman"/>
                <a:cs typeface="Times New Roman"/>
              </a:rPr>
              <a:t>w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th </a:t>
            </a:r>
            <a:r>
              <a:rPr sz="2500" spc="-4" dirty="0">
                <a:solidFill>
                  <a:srgbClr val="C00000"/>
                </a:solidFill>
                <a:latin typeface="Times New Roman"/>
                <a:cs typeface="Times New Roman"/>
              </a:rPr>
              <a:t>E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nt</a:t>
            </a:r>
            <a:r>
              <a:rPr sz="2500" spc="14" dirty="0">
                <a:solidFill>
                  <a:srgbClr val="C00000"/>
                </a:solidFill>
                <a:latin typeface="Times New Roman"/>
                <a:cs typeface="Times New Roman"/>
              </a:rPr>
              <a:t>r</a:t>
            </a:r>
            <a:r>
              <a:rPr sz="2500" spc="10" dirty="0">
                <a:solidFill>
                  <a:srgbClr val="C00000"/>
                </a:solidFill>
                <a:latin typeface="Times New Roman"/>
                <a:cs typeface="Times New Roman"/>
              </a:rPr>
              <a:t>e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p</a:t>
            </a:r>
            <a:r>
              <a:rPr sz="2500" spc="-10" dirty="0">
                <a:solidFill>
                  <a:srgbClr val="C00000"/>
                </a:solidFill>
                <a:latin typeface="Times New Roman"/>
                <a:cs typeface="Times New Roman"/>
              </a:rPr>
              <a:t>re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n</a:t>
            </a:r>
            <a:r>
              <a:rPr sz="2500" spc="10" dirty="0">
                <a:solidFill>
                  <a:srgbClr val="C00000"/>
                </a:solidFill>
                <a:latin typeface="Times New Roman"/>
                <a:cs typeface="Times New Roman"/>
              </a:rPr>
              <a:t>e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ur</a:t>
            </a:r>
            <a:r>
              <a:rPr sz="25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: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spc="14" dirty="0">
                <a:latin typeface="Times New Roman"/>
                <a:cs typeface="Times New Roman"/>
              </a:rPr>
              <a:t>H</a:t>
            </a:r>
            <a:r>
              <a:rPr sz="2500" dirty="0">
                <a:latin typeface="Times New Roman"/>
                <a:cs typeface="Times New Roman"/>
              </a:rPr>
              <a:t>e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is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n individu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l</a:t>
            </a:r>
            <a:r>
              <a:rPr sz="2500" spc="-45" dirty="0">
                <a:latin typeface="Times New Roman"/>
                <a:cs typeface="Times New Roman"/>
              </a:rPr>
              <a:t> </a:t>
            </a:r>
            <a:r>
              <a:rPr sz="2500" spc="-4" dirty="0">
                <a:latin typeface="Times New Roman"/>
                <a:cs typeface="Times New Roman"/>
              </a:rPr>
              <a:t>w</a:t>
            </a:r>
            <a:r>
              <a:rPr sz="2500" dirty="0">
                <a:latin typeface="Times New Roman"/>
                <a:cs typeface="Times New Roman"/>
              </a:rPr>
              <a:t>ho</a:t>
            </a:r>
            <a:r>
              <a:rPr sz="2500" spc="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h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s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039937" y="776031"/>
            <a:ext cx="7978524" cy="757961"/>
          </a:xfrm>
          <a:prstGeom prst="rect">
            <a:avLst/>
          </a:prstGeom>
        </p:spPr>
        <p:txBody>
          <a:bodyPr vert="horz" wrap="square" lIns="0" tIns="370049" rIns="0" bIns="0" rtlCol="0">
            <a:spAutoFit/>
          </a:bodyPr>
          <a:lstStyle/>
          <a:p>
            <a:pPr marL="1147946">
              <a:lnSpc>
                <a:spcPts val="2870"/>
              </a:lnSpc>
            </a:pPr>
            <a:r>
              <a:rPr sz="2500" b="0" dirty="0">
                <a:solidFill>
                  <a:srgbClr val="000000"/>
                </a:solidFill>
              </a:rPr>
              <a:t>sho</a:t>
            </a:r>
            <a:r>
              <a:rPr sz="2500" b="0" spc="-4" dirty="0">
                <a:solidFill>
                  <a:srgbClr val="000000"/>
                </a:solidFill>
              </a:rPr>
              <a:t>w</a:t>
            </a:r>
            <a:r>
              <a:rPr sz="2500" b="0" dirty="0">
                <a:solidFill>
                  <a:srgbClr val="000000"/>
                </a:solidFill>
              </a:rPr>
              <a:t>n </a:t>
            </a:r>
            <a:r>
              <a:rPr sz="2500" b="0" spc="10" dirty="0">
                <a:solidFill>
                  <a:srgbClr val="000000"/>
                </a:solidFill>
              </a:rPr>
              <a:t>e</a:t>
            </a:r>
            <a:r>
              <a:rPr sz="2500" b="0" dirty="0">
                <a:solidFill>
                  <a:srgbClr val="000000"/>
                </a:solidFill>
              </a:rPr>
              <a:t>no</a:t>
            </a:r>
            <a:r>
              <a:rPr sz="2500" b="0" spc="14" dirty="0">
                <a:solidFill>
                  <a:srgbClr val="000000"/>
                </a:solidFill>
              </a:rPr>
              <a:t>r</a:t>
            </a:r>
            <a:r>
              <a:rPr sz="2500" b="0" spc="-20" dirty="0">
                <a:solidFill>
                  <a:srgbClr val="000000"/>
                </a:solidFill>
              </a:rPr>
              <a:t>m</a:t>
            </a:r>
            <a:r>
              <a:rPr sz="2500" b="0" dirty="0">
                <a:solidFill>
                  <a:srgbClr val="000000"/>
                </a:solidFill>
              </a:rPr>
              <a:t>ous</a:t>
            </a:r>
            <a:r>
              <a:rPr sz="2500" b="0" spc="-25" dirty="0">
                <a:solidFill>
                  <a:srgbClr val="000000"/>
                </a:solidFill>
              </a:rPr>
              <a:t> </a:t>
            </a:r>
            <a:r>
              <a:rPr sz="2500" b="0" dirty="0">
                <a:solidFill>
                  <a:srgbClr val="000000"/>
                </a:solidFill>
              </a:rPr>
              <a:t>g</a:t>
            </a:r>
            <a:r>
              <a:rPr sz="2500" b="0" spc="14" dirty="0">
                <a:solidFill>
                  <a:srgbClr val="000000"/>
                </a:solidFill>
              </a:rPr>
              <a:t>r</a:t>
            </a:r>
            <a:r>
              <a:rPr sz="2500" b="0" dirty="0">
                <a:solidFill>
                  <a:srgbClr val="000000"/>
                </a:solidFill>
              </a:rPr>
              <a:t>o</a:t>
            </a:r>
            <a:r>
              <a:rPr sz="2500" b="0" spc="-4" dirty="0">
                <a:solidFill>
                  <a:srgbClr val="000000"/>
                </a:solidFill>
              </a:rPr>
              <a:t>w</a:t>
            </a:r>
            <a:r>
              <a:rPr sz="2500" b="0" dirty="0">
                <a:solidFill>
                  <a:srgbClr val="000000"/>
                </a:solidFill>
              </a:rPr>
              <a:t>th p</a:t>
            </a:r>
            <a:r>
              <a:rPr sz="2500" b="0" spc="-10" dirty="0">
                <a:solidFill>
                  <a:srgbClr val="000000"/>
                </a:solidFill>
              </a:rPr>
              <a:t>e</a:t>
            </a:r>
            <a:r>
              <a:rPr sz="2500" b="0" spc="14" dirty="0">
                <a:solidFill>
                  <a:srgbClr val="000000"/>
                </a:solidFill>
              </a:rPr>
              <a:t>r</a:t>
            </a:r>
            <a:r>
              <a:rPr sz="2500" b="0" spc="-10" dirty="0">
                <a:solidFill>
                  <a:srgbClr val="000000"/>
                </a:solidFill>
              </a:rPr>
              <a:t>f</a:t>
            </a:r>
            <a:r>
              <a:rPr sz="2500" b="0" dirty="0">
                <a:solidFill>
                  <a:srgbClr val="000000"/>
                </a:solidFill>
              </a:rPr>
              <a:t>o</a:t>
            </a:r>
            <a:r>
              <a:rPr sz="2500" b="0" spc="-10" dirty="0">
                <a:solidFill>
                  <a:srgbClr val="000000"/>
                </a:solidFill>
              </a:rPr>
              <a:t>r</a:t>
            </a:r>
            <a:r>
              <a:rPr sz="2500" b="0" spc="-20" dirty="0">
                <a:solidFill>
                  <a:srgbClr val="000000"/>
                </a:solidFill>
              </a:rPr>
              <a:t>m</a:t>
            </a:r>
            <a:r>
              <a:rPr sz="2500" b="0" spc="10" dirty="0">
                <a:solidFill>
                  <a:srgbClr val="000000"/>
                </a:solidFill>
              </a:rPr>
              <a:t>a</a:t>
            </a:r>
            <a:r>
              <a:rPr sz="2500" b="0" dirty="0">
                <a:solidFill>
                  <a:srgbClr val="000000"/>
                </a:solidFill>
              </a:rPr>
              <a:t>n</a:t>
            </a:r>
            <a:r>
              <a:rPr sz="2500" b="0" spc="-10" dirty="0">
                <a:solidFill>
                  <a:srgbClr val="000000"/>
                </a:solidFill>
              </a:rPr>
              <a:t>c</a:t>
            </a:r>
            <a:r>
              <a:rPr sz="2500" b="0" dirty="0">
                <a:solidFill>
                  <a:srgbClr val="000000"/>
                </a:solidFill>
              </a:rPr>
              <a:t>e</a:t>
            </a:r>
            <a:r>
              <a:rPr sz="2500" b="0" spc="10" dirty="0">
                <a:solidFill>
                  <a:srgbClr val="000000"/>
                </a:solidFill>
              </a:rPr>
              <a:t> </a:t>
            </a:r>
            <a:r>
              <a:rPr sz="2500" b="0" dirty="0">
                <a:solidFill>
                  <a:srgbClr val="000000"/>
                </a:solidFill>
              </a:rPr>
              <a:t>in</a:t>
            </a:r>
            <a:r>
              <a:rPr sz="2500" b="0" spc="-25" dirty="0">
                <a:solidFill>
                  <a:srgbClr val="000000"/>
                </a:solidFill>
              </a:rPr>
              <a:t> </a:t>
            </a:r>
            <a:r>
              <a:rPr sz="2500" b="0" dirty="0">
                <a:solidFill>
                  <a:srgbClr val="000000"/>
                </a:solidFill>
              </a:rPr>
              <a:t>h</a:t>
            </a:r>
            <a:r>
              <a:rPr sz="2500" b="0" spc="10" dirty="0">
                <a:solidFill>
                  <a:srgbClr val="000000"/>
                </a:solidFill>
              </a:rPr>
              <a:t>a</a:t>
            </a:r>
            <a:r>
              <a:rPr sz="2500" b="0" dirty="0">
                <a:solidFill>
                  <a:srgbClr val="000000"/>
                </a:solidFill>
              </a:rPr>
              <a:t>s</a:t>
            </a:r>
            <a:r>
              <a:rPr sz="2500" b="0" spc="-25" dirty="0">
                <a:solidFill>
                  <a:srgbClr val="000000"/>
                </a:solidFill>
              </a:rPr>
              <a:t> </a:t>
            </a:r>
            <a:r>
              <a:rPr sz="2500" b="0" dirty="0">
                <a:solidFill>
                  <a:srgbClr val="000000"/>
                </a:solidFill>
              </a:rPr>
              <a:t>v</a:t>
            </a:r>
            <a:r>
              <a:rPr sz="2500" b="0" spc="10" dirty="0">
                <a:solidFill>
                  <a:srgbClr val="000000"/>
                </a:solidFill>
              </a:rPr>
              <a:t>e</a:t>
            </a:r>
            <a:r>
              <a:rPr sz="2500" b="0" dirty="0">
                <a:solidFill>
                  <a:srgbClr val="000000"/>
                </a:solidFill>
              </a:rPr>
              <a:t>ntu</a:t>
            </a:r>
            <a:r>
              <a:rPr sz="2500" b="0" spc="-10" dirty="0">
                <a:solidFill>
                  <a:srgbClr val="000000"/>
                </a:solidFill>
              </a:rPr>
              <a:t>r</a:t>
            </a:r>
            <a:r>
              <a:rPr sz="2500" b="0" spc="10" dirty="0">
                <a:solidFill>
                  <a:srgbClr val="000000"/>
                </a:solidFill>
              </a:rPr>
              <a:t>e</a:t>
            </a:r>
            <a:r>
              <a:rPr sz="2500" b="0" dirty="0">
                <a:solidFill>
                  <a:srgbClr val="000000"/>
                </a:solidFill>
              </a:rPr>
              <a:t>.</a:t>
            </a:r>
            <a:endParaRPr sz="2500"/>
          </a:p>
        </p:txBody>
      </p:sp>
      <p:sp>
        <p:nvSpPr>
          <p:cNvPr id="8" name="object 8"/>
          <p:cNvSpPr txBox="1"/>
          <p:nvPr/>
        </p:nvSpPr>
        <p:spPr>
          <a:xfrm>
            <a:off x="1832916" y="1635375"/>
            <a:ext cx="7406640" cy="61478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558" marR="711752" indent="-342859"/>
            <a:r>
              <a:rPr sz="2500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2500" spc="-40" dirty="0">
                <a:solidFill>
                  <a:srgbClr val="A42F0F"/>
                </a:solidFill>
                <a:latin typeface="Times New Roman"/>
                <a:cs typeface="Times New Roman"/>
              </a:rPr>
              <a:t> </a:t>
            </a:r>
            <a:r>
              <a:rPr sz="2500" spc="-14" dirty="0">
                <a:solidFill>
                  <a:srgbClr val="C00000"/>
                </a:solidFill>
                <a:latin typeface="Times New Roman"/>
                <a:cs typeface="Times New Roman"/>
              </a:rPr>
              <a:t>F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i</a:t>
            </a:r>
            <a:r>
              <a:rPr sz="2500" spc="14" dirty="0">
                <a:solidFill>
                  <a:srgbClr val="C00000"/>
                </a:solidFill>
                <a:latin typeface="Times New Roman"/>
                <a:cs typeface="Times New Roman"/>
              </a:rPr>
              <a:t>r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st</a:t>
            </a:r>
            <a:r>
              <a:rPr sz="2500" spc="-10" dirty="0">
                <a:solidFill>
                  <a:srgbClr val="C00000"/>
                </a:solidFill>
                <a:latin typeface="Times New Roman"/>
                <a:cs typeface="Times New Roman"/>
              </a:rPr>
              <a:t>-</a:t>
            </a:r>
            <a:r>
              <a:rPr sz="2500" spc="14" dirty="0">
                <a:solidFill>
                  <a:srgbClr val="C00000"/>
                </a:solidFill>
                <a:latin typeface="Times New Roman"/>
                <a:cs typeface="Times New Roman"/>
              </a:rPr>
              <a:t>G</a:t>
            </a:r>
            <a:r>
              <a:rPr sz="2500" spc="-10" dirty="0">
                <a:solidFill>
                  <a:srgbClr val="C00000"/>
                </a:solidFill>
                <a:latin typeface="Times New Roman"/>
                <a:cs typeface="Times New Roman"/>
              </a:rPr>
              <a:t>r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o</a:t>
            </a:r>
            <a:r>
              <a:rPr sz="2500" spc="-4" dirty="0">
                <a:solidFill>
                  <a:srgbClr val="C00000"/>
                </a:solidFill>
                <a:latin typeface="Times New Roman"/>
                <a:cs typeface="Times New Roman"/>
              </a:rPr>
              <a:t>w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th</a:t>
            </a:r>
            <a:r>
              <a:rPr sz="25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500" spc="-4" dirty="0">
                <a:solidFill>
                  <a:srgbClr val="C00000"/>
                </a:solidFill>
                <a:latin typeface="Times New Roman"/>
                <a:cs typeface="Times New Roman"/>
              </a:rPr>
              <a:t>E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nt</a:t>
            </a:r>
            <a:r>
              <a:rPr sz="2500" spc="14" dirty="0">
                <a:solidFill>
                  <a:srgbClr val="C00000"/>
                </a:solidFill>
                <a:latin typeface="Times New Roman"/>
                <a:cs typeface="Times New Roman"/>
              </a:rPr>
              <a:t>r</a:t>
            </a:r>
            <a:r>
              <a:rPr sz="2500" spc="10" dirty="0">
                <a:solidFill>
                  <a:srgbClr val="C00000"/>
                </a:solidFill>
                <a:latin typeface="Times New Roman"/>
                <a:cs typeface="Times New Roman"/>
              </a:rPr>
              <a:t>e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p</a:t>
            </a:r>
            <a:r>
              <a:rPr sz="2500" spc="-10" dirty="0">
                <a:solidFill>
                  <a:srgbClr val="C00000"/>
                </a:solidFill>
                <a:latin typeface="Times New Roman"/>
                <a:cs typeface="Times New Roman"/>
              </a:rPr>
              <a:t>re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n</a:t>
            </a:r>
            <a:r>
              <a:rPr sz="2500" spc="10" dirty="0">
                <a:solidFill>
                  <a:srgbClr val="C00000"/>
                </a:solidFill>
                <a:latin typeface="Times New Roman"/>
                <a:cs typeface="Times New Roman"/>
              </a:rPr>
              <a:t>e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ur</a:t>
            </a:r>
            <a:r>
              <a:rPr sz="25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: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spc="14" dirty="0">
                <a:latin typeface="Times New Roman"/>
                <a:cs typeface="Times New Roman"/>
              </a:rPr>
              <a:t>H</a:t>
            </a:r>
            <a:r>
              <a:rPr sz="2500" dirty="0">
                <a:latin typeface="Times New Roman"/>
                <a:cs typeface="Times New Roman"/>
              </a:rPr>
              <a:t>e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is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one</a:t>
            </a:r>
            <a:r>
              <a:rPr sz="2500" spc="10" dirty="0">
                <a:latin typeface="Times New Roman"/>
                <a:cs typeface="Times New Roman"/>
              </a:rPr>
              <a:t> </a:t>
            </a:r>
            <a:r>
              <a:rPr sz="2500" spc="-4" dirty="0">
                <a:latin typeface="Times New Roman"/>
                <a:cs typeface="Times New Roman"/>
              </a:rPr>
              <a:t>w</a:t>
            </a:r>
            <a:r>
              <a:rPr sz="2500" dirty="0">
                <a:latin typeface="Times New Roman"/>
                <a:cs typeface="Times New Roman"/>
              </a:rPr>
              <a:t>ho </a:t>
            </a:r>
            <a:r>
              <a:rPr sz="2500" spc="25" dirty="0">
                <a:latin typeface="Times New Roman"/>
                <a:cs typeface="Times New Roman"/>
              </a:rPr>
              <a:t>s</a:t>
            </a:r>
            <a:r>
              <a:rPr sz="2500" spc="-20" dirty="0">
                <a:latin typeface="Times New Roman"/>
                <a:cs typeface="Times New Roman"/>
              </a:rPr>
              <a:t>t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spc="14" dirty="0">
                <a:latin typeface="Times New Roman"/>
                <a:cs typeface="Times New Roman"/>
              </a:rPr>
              <a:t>r</a:t>
            </a:r>
            <a:r>
              <a:rPr sz="2500" spc="-20" dirty="0">
                <a:latin typeface="Times New Roman"/>
                <a:cs typeface="Times New Roman"/>
              </a:rPr>
              <a:t>t</a:t>
            </a:r>
            <a:r>
              <a:rPr sz="2500" dirty="0">
                <a:latin typeface="Times New Roman"/>
                <a:cs typeface="Times New Roman"/>
              </a:rPr>
              <a:t>s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n indust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i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l</a:t>
            </a:r>
            <a:r>
              <a:rPr sz="2500" spc="-4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unit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by </a:t>
            </a:r>
            <a:r>
              <a:rPr sz="2500" spc="-20" dirty="0">
                <a:latin typeface="Times New Roman"/>
                <a:cs typeface="Times New Roman"/>
              </a:rPr>
              <a:t>m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ns</a:t>
            </a:r>
            <a:r>
              <a:rPr sz="2500" spc="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of</a:t>
            </a:r>
            <a:r>
              <a:rPr sz="2500" spc="-10" dirty="0">
                <a:latin typeface="Times New Roman"/>
                <a:cs typeface="Times New Roman"/>
              </a:rPr>
              <a:t> a</a:t>
            </a:r>
            <a:r>
              <a:rPr sz="2500" dirty="0">
                <a:latin typeface="Times New Roman"/>
                <a:cs typeface="Times New Roman"/>
              </a:rPr>
              <a:t>n innov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spc="-20" dirty="0">
                <a:latin typeface="Times New Roman"/>
                <a:cs typeface="Times New Roman"/>
              </a:rPr>
              <a:t>t</a:t>
            </a:r>
            <a:r>
              <a:rPr sz="2500" spc="25" dirty="0">
                <a:latin typeface="Times New Roman"/>
                <a:cs typeface="Times New Roman"/>
              </a:rPr>
              <a:t>i</a:t>
            </a:r>
            <a:r>
              <a:rPr sz="2500" dirty="0">
                <a:latin typeface="Times New Roman"/>
                <a:cs typeface="Times New Roman"/>
              </a:rPr>
              <a:t>ve</a:t>
            </a:r>
            <a:r>
              <a:rPr sz="2500" spc="-6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skill.</a:t>
            </a:r>
            <a:endParaRPr sz="2500">
              <a:latin typeface="Times New Roman"/>
              <a:cs typeface="Times New Roman"/>
            </a:endParaRPr>
          </a:p>
          <a:p>
            <a:pPr marL="355558" marR="160001" indent="-342859">
              <a:spcBef>
                <a:spcPts val="1005"/>
              </a:spcBef>
            </a:pPr>
            <a:r>
              <a:rPr sz="2500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2500" spc="-40" dirty="0">
                <a:solidFill>
                  <a:srgbClr val="A42F0F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Mod</a:t>
            </a:r>
            <a:r>
              <a:rPr sz="2500" spc="-10" dirty="0">
                <a:solidFill>
                  <a:srgbClr val="C00000"/>
                </a:solidFill>
                <a:latin typeface="Times New Roman"/>
                <a:cs typeface="Times New Roman"/>
              </a:rPr>
              <a:t>e</a:t>
            </a:r>
            <a:r>
              <a:rPr sz="2500" spc="14" dirty="0">
                <a:solidFill>
                  <a:srgbClr val="C00000"/>
                </a:solidFill>
                <a:latin typeface="Times New Roman"/>
                <a:cs typeface="Times New Roman"/>
              </a:rPr>
              <a:t>r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n </a:t>
            </a:r>
            <a:r>
              <a:rPr sz="2500" spc="-30" dirty="0">
                <a:solidFill>
                  <a:srgbClr val="C00000"/>
                </a:solidFill>
                <a:latin typeface="Times New Roman"/>
                <a:cs typeface="Times New Roman"/>
              </a:rPr>
              <a:t>E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nt</a:t>
            </a:r>
            <a:r>
              <a:rPr sz="2500" spc="14" dirty="0">
                <a:solidFill>
                  <a:srgbClr val="C00000"/>
                </a:solidFill>
                <a:latin typeface="Times New Roman"/>
                <a:cs typeface="Times New Roman"/>
              </a:rPr>
              <a:t>r</a:t>
            </a:r>
            <a:r>
              <a:rPr sz="2500" spc="-10" dirty="0">
                <a:solidFill>
                  <a:srgbClr val="C00000"/>
                </a:solidFill>
                <a:latin typeface="Times New Roman"/>
                <a:cs typeface="Times New Roman"/>
              </a:rPr>
              <a:t>e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p</a:t>
            </a:r>
            <a:r>
              <a:rPr sz="2500" spc="14" dirty="0">
                <a:solidFill>
                  <a:srgbClr val="C00000"/>
                </a:solidFill>
                <a:latin typeface="Times New Roman"/>
                <a:cs typeface="Times New Roman"/>
              </a:rPr>
              <a:t>r</a:t>
            </a:r>
            <a:r>
              <a:rPr sz="2500" spc="-10" dirty="0">
                <a:solidFill>
                  <a:srgbClr val="C00000"/>
                </a:solidFill>
                <a:latin typeface="Times New Roman"/>
                <a:cs typeface="Times New Roman"/>
              </a:rPr>
              <a:t>e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n</a:t>
            </a:r>
            <a:r>
              <a:rPr sz="2500" spc="10" dirty="0">
                <a:solidFill>
                  <a:srgbClr val="C00000"/>
                </a:solidFill>
                <a:latin typeface="Times New Roman"/>
                <a:cs typeface="Times New Roman"/>
              </a:rPr>
              <a:t>e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ur</a:t>
            </a:r>
            <a:r>
              <a:rPr sz="25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: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spc="14" dirty="0">
                <a:latin typeface="Times New Roman"/>
                <a:cs typeface="Times New Roman"/>
              </a:rPr>
              <a:t>H</a:t>
            </a:r>
            <a:r>
              <a:rPr sz="2500" dirty="0">
                <a:latin typeface="Times New Roman"/>
                <a:cs typeface="Times New Roman"/>
              </a:rPr>
              <a:t>e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spc="25" dirty="0">
                <a:latin typeface="Times New Roman"/>
                <a:cs typeface="Times New Roman"/>
              </a:rPr>
              <a:t>i</a:t>
            </a:r>
            <a:r>
              <a:rPr sz="2500" dirty="0">
                <a:latin typeface="Times New Roman"/>
                <a:cs typeface="Times New Roman"/>
              </a:rPr>
              <a:t>s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one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spc="-4" dirty="0">
                <a:latin typeface="Times New Roman"/>
                <a:cs typeface="Times New Roman"/>
              </a:rPr>
              <a:t>w</a:t>
            </a:r>
            <a:r>
              <a:rPr sz="2500" dirty="0">
                <a:latin typeface="Times New Roman"/>
                <a:cs typeface="Times New Roman"/>
              </a:rPr>
              <a:t>ho und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spc="14" dirty="0">
                <a:latin typeface="Times New Roman"/>
                <a:cs typeface="Times New Roman"/>
              </a:rPr>
              <a:t>r</a:t>
            </a:r>
            <a:r>
              <a:rPr sz="2500" spc="-20" dirty="0">
                <a:latin typeface="Times New Roman"/>
                <a:cs typeface="Times New Roman"/>
              </a:rPr>
              <a:t>t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k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s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those v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ntu</a:t>
            </a:r>
            <a:r>
              <a:rPr sz="2500" spc="14" dirty="0">
                <a:latin typeface="Times New Roman"/>
                <a:cs typeface="Times New Roman"/>
              </a:rPr>
              <a:t>r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s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spc="-4" dirty="0">
                <a:latin typeface="Times New Roman"/>
                <a:cs typeface="Times New Roman"/>
              </a:rPr>
              <a:t>w</a:t>
            </a:r>
            <a:r>
              <a:rPr sz="2500" dirty="0">
                <a:latin typeface="Times New Roman"/>
                <a:cs typeface="Times New Roman"/>
              </a:rPr>
              <a:t>hi</a:t>
            </a:r>
            <a:r>
              <a:rPr sz="2500" spc="10" dirty="0">
                <a:latin typeface="Times New Roman"/>
                <a:cs typeface="Times New Roman"/>
              </a:rPr>
              <a:t>c</a:t>
            </a:r>
            <a:r>
              <a:rPr sz="2500" dirty="0">
                <a:latin typeface="Times New Roman"/>
                <a:cs typeface="Times New Roman"/>
              </a:rPr>
              <a:t>h go </a:t>
            </a:r>
            <a:r>
              <a:rPr sz="2500" spc="-4" dirty="0">
                <a:latin typeface="Times New Roman"/>
                <a:cs typeface="Times New Roman"/>
              </a:rPr>
              <a:t>w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ll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long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spc="-4" dirty="0">
                <a:latin typeface="Times New Roman"/>
                <a:cs typeface="Times New Roman"/>
              </a:rPr>
              <a:t>w</a:t>
            </a:r>
            <a:r>
              <a:rPr sz="2500" dirty="0">
                <a:latin typeface="Times New Roman"/>
                <a:cs typeface="Times New Roman"/>
              </a:rPr>
              <a:t>ith the</a:t>
            </a:r>
            <a:r>
              <a:rPr sz="2500" spc="-10" dirty="0">
                <a:latin typeface="Times New Roman"/>
                <a:cs typeface="Times New Roman"/>
              </a:rPr>
              <a:t> c</a:t>
            </a:r>
            <a:r>
              <a:rPr sz="2500" dirty="0">
                <a:latin typeface="Times New Roman"/>
                <a:cs typeface="Times New Roman"/>
              </a:rPr>
              <a:t>h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nging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d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spc="-20" dirty="0">
                <a:latin typeface="Times New Roman"/>
                <a:cs typeface="Times New Roman"/>
              </a:rPr>
              <a:t>m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nd in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the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spc="-20" dirty="0">
                <a:latin typeface="Times New Roman"/>
                <a:cs typeface="Times New Roman"/>
              </a:rPr>
              <a:t>m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k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t.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spc="-4" dirty="0">
                <a:latin typeface="Times New Roman"/>
                <a:cs typeface="Times New Roman"/>
              </a:rPr>
              <a:t>H</a:t>
            </a:r>
            <a:r>
              <a:rPr sz="2500" dirty="0">
                <a:latin typeface="Times New Roman"/>
                <a:cs typeface="Times New Roman"/>
              </a:rPr>
              <a:t>e</a:t>
            </a:r>
            <a:r>
              <a:rPr sz="2500" spc="10" dirty="0">
                <a:latin typeface="Times New Roman"/>
                <a:cs typeface="Times New Roman"/>
              </a:rPr>
              <a:t> c</a:t>
            </a:r>
            <a:r>
              <a:rPr sz="2500" spc="-10" dirty="0">
                <a:latin typeface="Times New Roman"/>
                <a:cs typeface="Times New Roman"/>
              </a:rPr>
              <a:t>ar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s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f</a:t>
            </a:r>
            <a:r>
              <a:rPr sz="2500" dirty="0">
                <a:latin typeface="Times New Roman"/>
                <a:cs typeface="Times New Roman"/>
              </a:rPr>
              <a:t>or</a:t>
            </a:r>
            <a:r>
              <a:rPr sz="2500" spc="14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the</a:t>
            </a:r>
            <a:r>
              <a:rPr sz="2500" spc="-10" dirty="0">
                <a:latin typeface="Times New Roman"/>
                <a:cs typeface="Times New Roman"/>
              </a:rPr>
              <a:t> c</a:t>
            </a:r>
            <a:r>
              <a:rPr sz="2500" dirty="0">
                <a:latin typeface="Times New Roman"/>
                <a:cs typeface="Times New Roman"/>
              </a:rPr>
              <a:t>u</a:t>
            </a:r>
            <a:r>
              <a:rPr sz="2500" spc="14" dirty="0">
                <a:latin typeface="Times New Roman"/>
                <a:cs typeface="Times New Roman"/>
              </a:rPr>
              <a:t>r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nt</a:t>
            </a:r>
            <a:r>
              <a:rPr sz="2500" spc="-20" dirty="0">
                <a:latin typeface="Times New Roman"/>
                <a:cs typeface="Times New Roman"/>
              </a:rPr>
              <a:t> m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k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ting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n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ds.</a:t>
            </a:r>
            <a:endParaRPr sz="2500">
              <a:latin typeface="Times New Roman"/>
              <a:cs typeface="Times New Roman"/>
            </a:endParaRPr>
          </a:p>
          <a:p>
            <a:pPr marL="355558" marR="5080" indent="-342859">
              <a:spcBef>
                <a:spcPts val="994"/>
              </a:spcBef>
            </a:pPr>
            <a:r>
              <a:rPr sz="2500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2500" spc="-40" dirty="0">
                <a:solidFill>
                  <a:srgbClr val="A42F0F"/>
                </a:solidFill>
                <a:latin typeface="Times New Roman"/>
                <a:cs typeface="Times New Roman"/>
              </a:rPr>
              <a:t> </a:t>
            </a:r>
            <a:r>
              <a:rPr sz="2500" spc="4" dirty="0">
                <a:solidFill>
                  <a:srgbClr val="C00000"/>
                </a:solidFill>
                <a:latin typeface="Times New Roman"/>
                <a:cs typeface="Times New Roman"/>
              </a:rPr>
              <a:t>C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op</a:t>
            </a:r>
            <a:r>
              <a:rPr sz="2500" spc="-10" dirty="0">
                <a:solidFill>
                  <a:srgbClr val="C00000"/>
                </a:solidFill>
                <a:latin typeface="Times New Roman"/>
                <a:cs typeface="Times New Roman"/>
              </a:rPr>
              <a:t>re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n</a:t>
            </a:r>
            <a:r>
              <a:rPr sz="2500" spc="10" dirty="0">
                <a:solidFill>
                  <a:srgbClr val="C00000"/>
                </a:solidFill>
                <a:latin typeface="Times New Roman"/>
                <a:cs typeface="Times New Roman"/>
              </a:rPr>
              <a:t>e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u</a:t>
            </a:r>
            <a:r>
              <a:rPr sz="2500" spc="-10" dirty="0">
                <a:solidFill>
                  <a:srgbClr val="C00000"/>
                </a:solidFill>
                <a:latin typeface="Times New Roman"/>
                <a:cs typeface="Times New Roman"/>
              </a:rPr>
              <a:t>r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s </a:t>
            </a:r>
            <a:r>
              <a:rPr sz="2500" dirty="0">
                <a:latin typeface="Times New Roman"/>
                <a:cs typeface="Times New Roman"/>
              </a:rPr>
              <a:t>: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spc="14" dirty="0">
                <a:latin typeface="Times New Roman"/>
                <a:cs typeface="Times New Roman"/>
              </a:rPr>
              <a:t>I</a:t>
            </a:r>
            <a:r>
              <a:rPr sz="2500" dirty="0">
                <a:latin typeface="Times New Roman"/>
                <a:cs typeface="Times New Roman"/>
              </a:rPr>
              <a:t>t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spc="25" dirty="0">
                <a:latin typeface="Times New Roman"/>
                <a:cs typeface="Times New Roman"/>
              </a:rPr>
              <a:t>i</a:t>
            </a:r>
            <a:r>
              <a:rPr sz="2500" dirty="0">
                <a:latin typeface="Times New Roman"/>
                <a:cs typeface="Times New Roman"/>
              </a:rPr>
              <a:t>s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l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spc="-20" dirty="0">
                <a:latin typeface="Times New Roman"/>
                <a:cs typeface="Times New Roman"/>
              </a:rPr>
              <a:t>t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d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spc="-20" dirty="0">
                <a:latin typeface="Times New Roman"/>
                <a:cs typeface="Times New Roman"/>
              </a:rPr>
              <a:t>t</a:t>
            </a:r>
            <a:r>
              <a:rPr sz="2500" dirty="0">
                <a:latin typeface="Times New Roman"/>
                <a:cs typeface="Times New Roman"/>
              </a:rPr>
              <a:t>o the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spc="-20" dirty="0">
                <a:latin typeface="Times New Roman"/>
                <a:cs typeface="Times New Roman"/>
              </a:rPr>
              <a:t>m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spc="14" dirty="0">
                <a:latin typeface="Times New Roman"/>
                <a:cs typeface="Times New Roman"/>
              </a:rPr>
              <a:t>r</a:t>
            </a:r>
            <a:r>
              <a:rPr sz="2500" spc="-20" dirty="0">
                <a:latin typeface="Times New Roman"/>
                <a:cs typeface="Times New Roman"/>
              </a:rPr>
              <a:t>i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d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Times New Roman"/>
                <a:cs typeface="Times New Roman"/>
              </a:rPr>
              <a:t>c</a:t>
            </a:r>
            <a:r>
              <a:rPr sz="2500" dirty="0">
                <a:latin typeface="Times New Roman"/>
                <a:cs typeface="Times New Roman"/>
              </a:rPr>
              <a:t>oupl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s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spc="-30" dirty="0">
                <a:latin typeface="Times New Roman"/>
                <a:cs typeface="Times New Roman"/>
              </a:rPr>
              <a:t>w</a:t>
            </a:r>
            <a:r>
              <a:rPr sz="2500" dirty="0">
                <a:latin typeface="Times New Roman"/>
                <a:cs typeface="Times New Roman"/>
              </a:rPr>
              <a:t>o</a:t>
            </a:r>
            <a:r>
              <a:rPr sz="2500" spc="14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king tog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th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r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in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</a:t>
            </a:r>
            <a:r>
              <a:rPr sz="2500" spc="1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busin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ss.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spc="-35" dirty="0">
                <a:latin typeface="Times New Roman"/>
                <a:cs typeface="Times New Roman"/>
              </a:rPr>
              <a:t>W</a:t>
            </a:r>
            <a:r>
              <a:rPr sz="2500" dirty="0">
                <a:latin typeface="Times New Roman"/>
                <a:cs typeface="Times New Roman"/>
              </a:rPr>
              <a:t>h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n</a:t>
            </a:r>
            <a:r>
              <a:rPr sz="2500" spc="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spc="-20" dirty="0">
                <a:latin typeface="Times New Roman"/>
                <a:cs typeface="Times New Roman"/>
              </a:rPr>
              <a:t>m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spc="14" dirty="0">
                <a:latin typeface="Times New Roman"/>
                <a:cs typeface="Times New Roman"/>
              </a:rPr>
              <a:t>r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i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d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Times New Roman"/>
                <a:cs typeface="Times New Roman"/>
              </a:rPr>
              <a:t>c</a:t>
            </a:r>
            <a:r>
              <a:rPr sz="2500" dirty="0">
                <a:latin typeface="Times New Roman"/>
                <a:cs typeface="Times New Roman"/>
              </a:rPr>
              <a:t>ouple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sh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spc="14" dirty="0">
                <a:latin typeface="Times New Roman"/>
                <a:cs typeface="Times New Roman"/>
              </a:rPr>
              <a:t>r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s o</a:t>
            </a:r>
            <a:r>
              <a:rPr sz="2500" spc="-4" dirty="0">
                <a:latin typeface="Times New Roman"/>
                <a:cs typeface="Times New Roman"/>
              </a:rPr>
              <a:t>w</a:t>
            </a:r>
            <a:r>
              <a:rPr sz="2500" dirty="0">
                <a:latin typeface="Times New Roman"/>
                <a:cs typeface="Times New Roman"/>
              </a:rPr>
              <a:t>n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ship, </a:t>
            </a:r>
            <a:r>
              <a:rPr sz="2500" spc="-10" dirty="0">
                <a:latin typeface="Times New Roman"/>
                <a:cs typeface="Times New Roman"/>
              </a:rPr>
              <a:t>c</a:t>
            </a:r>
            <a:r>
              <a:rPr sz="2500" dirty="0">
                <a:latin typeface="Times New Roman"/>
                <a:cs typeface="Times New Roman"/>
              </a:rPr>
              <a:t>o</a:t>
            </a:r>
            <a:r>
              <a:rPr sz="2500" spc="-20" dirty="0">
                <a:latin typeface="Times New Roman"/>
                <a:cs typeface="Times New Roman"/>
              </a:rPr>
              <a:t>mm</a:t>
            </a:r>
            <a:r>
              <a:rPr sz="2500" dirty="0">
                <a:latin typeface="Times New Roman"/>
                <a:cs typeface="Times New Roman"/>
              </a:rPr>
              <a:t>it</a:t>
            </a:r>
            <a:r>
              <a:rPr sz="2500" spc="-20" dirty="0">
                <a:latin typeface="Times New Roman"/>
                <a:cs typeface="Times New Roman"/>
              </a:rPr>
              <a:t>m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nt</a:t>
            </a:r>
            <a:r>
              <a:rPr sz="2500" spc="2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nd 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sponsibili</a:t>
            </a:r>
            <a:r>
              <a:rPr sz="2500" spc="-20" dirty="0">
                <a:latin typeface="Times New Roman"/>
                <a:cs typeface="Times New Roman"/>
              </a:rPr>
              <a:t>t</a:t>
            </a:r>
            <a:r>
              <a:rPr sz="2500" dirty="0">
                <a:latin typeface="Times New Roman"/>
                <a:cs typeface="Times New Roman"/>
              </a:rPr>
              <a:t>y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f</a:t>
            </a:r>
            <a:r>
              <a:rPr sz="2500" dirty="0">
                <a:latin typeface="Times New Roman"/>
                <a:cs typeface="Times New Roman"/>
              </a:rPr>
              <a:t>or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</a:t>
            </a:r>
            <a:r>
              <a:rPr sz="2500" spc="1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busin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ss, th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y 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e</a:t>
            </a:r>
            <a:r>
              <a:rPr sz="2500" spc="-10" dirty="0">
                <a:latin typeface="Times New Roman"/>
                <a:cs typeface="Times New Roman"/>
              </a:rPr>
              <a:t> ca</a:t>
            </a:r>
            <a:r>
              <a:rPr sz="2500" dirty="0">
                <a:latin typeface="Times New Roman"/>
                <a:cs typeface="Times New Roman"/>
              </a:rPr>
              <a:t>ll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d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‘</a:t>
            </a:r>
            <a:r>
              <a:rPr sz="2500" spc="10" dirty="0">
                <a:latin typeface="Times New Roman"/>
                <a:cs typeface="Times New Roman"/>
              </a:rPr>
              <a:t>c</a:t>
            </a:r>
            <a:r>
              <a:rPr sz="2500" dirty="0">
                <a:latin typeface="Times New Roman"/>
                <a:cs typeface="Times New Roman"/>
              </a:rPr>
              <a:t>op</a:t>
            </a:r>
            <a:r>
              <a:rPr sz="2500" spc="14" dirty="0">
                <a:latin typeface="Times New Roman"/>
                <a:cs typeface="Times New Roman"/>
              </a:rPr>
              <a:t>r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n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u</a:t>
            </a:r>
            <a:r>
              <a:rPr sz="2500" spc="14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s</a:t>
            </a:r>
            <a:r>
              <a:rPr sz="2500" spc="-10" dirty="0">
                <a:latin typeface="Times New Roman"/>
                <a:cs typeface="Times New Roman"/>
              </a:rPr>
              <a:t>’</a:t>
            </a:r>
            <a:r>
              <a:rPr sz="2500" dirty="0">
                <a:latin typeface="Times New Roman"/>
                <a:cs typeface="Times New Roman"/>
              </a:rPr>
              <a:t>.</a:t>
            </a:r>
            <a:endParaRPr sz="2500">
              <a:latin typeface="Times New Roman"/>
              <a:cs typeface="Times New Roman"/>
            </a:endParaRPr>
          </a:p>
          <a:p>
            <a:pPr marL="354924" marR="6984" indent="-342859">
              <a:spcBef>
                <a:spcPts val="994"/>
              </a:spcBef>
            </a:pPr>
            <a:r>
              <a:rPr sz="2500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2500" spc="-40" dirty="0">
                <a:solidFill>
                  <a:srgbClr val="A42F0F"/>
                </a:solidFill>
                <a:latin typeface="Times New Roman"/>
                <a:cs typeface="Times New Roman"/>
              </a:rPr>
              <a:t> </a:t>
            </a:r>
            <a:r>
              <a:rPr sz="2500" spc="-245" dirty="0">
                <a:solidFill>
                  <a:srgbClr val="C00000"/>
                </a:solidFill>
                <a:latin typeface="Times New Roman"/>
                <a:cs typeface="Times New Roman"/>
              </a:rPr>
              <a:t>Y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oung</a:t>
            </a:r>
            <a:r>
              <a:rPr sz="2500" spc="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500" spc="-30" dirty="0">
                <a:solidFill>
                  <a:srgbClr val="C00000"/>
                </a:solidFill>
                <a:latin typeface="Times New Roman"/>
                <a:cs typeface="Times New Roman"/>
              </a:rPr>
              <a:t>E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nt</a:t>
            </a:r>
            <a:r>
              <a:rPr sz="2500" spc="14" dirty="0">
                <a:solidFill>
                  <a:srgbClr val="C00000"/>
                </a:solidFill>
                <a:latin typeface="Times New Roman"/>
                <a:cs typeface="Times New Roman"/>
              </a:rPr>
              <a:t>r</a:t>
            </a:r>
            <a:r>
              <a:rPr sz="2500" spc="-10" dirty="0">
                <a:solidFill>
                  <a:srgbClr val="C00000"/>
                </a:solidFill>
                <a:latin typeface="Times New Roman"/>
                <a:cs typeface="Times New Roman"/>
              </a:rPr>
              <a:t>e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p</a:t>
            </a:r>
            <a:r>
              <a:rPr sz="2500" spc="14" dirty="0">
                <a:solidFill>
                  <a:srgbClr val="C00000"/>
                </a:solidFill>
                <a:latin typeface="Times New Roman"/>
                <a:cs typeface="Times New Roman"/>
              </a:rPr>
              <a:t>r</a:t>
            </a:r>
            <a:r>
              <a:rPr sz="2500" spc="-10" dirty="0">
                <a:solidFill>
                  <a:srgbClr val="C00000"/>
                </a:solidFill>
                <a:latin typeface="Times New Roman"/>
                <a:cs typeface="Times New Roman"/>
              </a:rPr>
              <a:t>e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n</a:t>
            </a:r>
            <a:r>
              <a:rPr sz="2500" spc="10" dirty="0">
                <a:solidFill>
                  <a:srgbClr val="C00000"/>
                </a:solidFill>
                <a:latin typeface="Times New Roman"/>
                <a:cs typeface="Times New Roman"/>
              </a:rPr>
              <a:t>e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u</a:t>
            </a:r>
            <a:r>
              <a:rPr sz="2500" spc="-10" dirty="0">
                <a:solidFill>
                  <a:srgbClr val="C00000"/>
                </a:solidFill>
                <a:latin typeface="Times New Roman"/>
                <a:cs typeface="Times New Roman"/>
              </a:rPr>
              <a:t>r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s</a:t>
            </a:r>
            <a:r>
              <a:rPr sz="25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500" spc="-10" dirty="0">
                <a:solidFill>
                  <a:srgbClr val="C00000"/>
                </a:solidFill>
                <a:latin typeface="Times New Roman"/>
                <a:cs typeface="Times New Roman"/>
              </a:rPr>
              <a:t>a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nd </a:t>
            </a:r>
            <a:r>
              <a:rPr sz="2500" spc="-14" dirty="0">
                <a:solidFill>
                  <a:srgbClr val="C00000"/>
                </a:solidFill>
                <a:latin typeface="Times New Roman"/>
                <a:cs typeface="Times New Roman"/>
              </a:rPr>
              <a:t>P</a:t>
            </a:r>
            <a:r>
              <a:rPr sz="2500" spc="10" dirty="0">
                <a:solidFill>
                  <a:srgbClr val="C00000"/>
                </a:solidFill>
                <a:latin typeface="Times New Roman"/>
                <a:cs typeface="Times New Roman"/>
              </a:rPr>
              <a:t>a</a:t>
            </a:r>
            <a:r>
              <a:rPr sz="2500" spc="-10" dirty="0">
                <a:solidFill>
                  <a:srgbClr val="C00000"/>
                </a:solidFill>
                <a:latin typeface="Times New Roman"/>
                <a:cs typeface="Times New Roman"/>
              </a:rPr>
              <a:t>r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t</a:t>
            </a:r>
            <a:r>
              <a:rPr sz="2500" spc="14" dirty="0">
                <a:solidFill>
                  <a:srgbClr val="C00000"/>
                </a:solidFill>
                <a:latin typeface="Times New Roman"/>
                <a:cs typeface="Times New Roman"/>
              </a:rPr>
              <a:t>-</a:t>
            </a:r>
            <a:r>
              <a:rPr sz="2500" spc="-100" dirty="0">
                <a:solidFill>
                  <a:srgbClr val="C00000"/>
                </a:solidFill>
                <a:latin typeface="Times New Roman"/>
                <a:cs typeface="Times New Roman"/>
              </a:rPr>
              <a:t>T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i</a:t>
            </a:r>
            <a:r>
              <a:rPr sz="2500" spc="-20" dirty="0">
                <a:solidFill>
                  <a:srgbClr val="C00000"/>
                </a:solidFill>
                <a:latin typeface="Times New Roman"/>
                <a:cs typeface="Times New Roman"/>
              </a:rPr>
              <a:t>m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e</a:t>
            </a:r>
            <a:r>
              <a:rPr sz="2500" spc="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500" spc="-30" dirty="0">
                <a:solidFill>
                  <a:srgbClr val="C00000"/>
                </a:solidFill>
                <a:latin typeface="Times New Roman"/>
                <a:cs typeface="Times New Roman"/>
              </a:rPr>
              <a:t>E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nt</a:t>
            </a:r>
            <a:r>
              <a:rPr sz="2500" spc="14" dirty="0">
                <a:solidFill>
                  <a:srgbClr val="C00000"/>
                </a:solidFill>
                <a:latin typeface="Times New Roman"/>
                <a:cs typeface="Times New Roman"/>
              </a:rPr>
              <a:t>r</a:t>
            </a:r>
            <a:r>
              <a:rPr sz="2500" spc="-10" dirty="0">
                <a:solidFill>
                  <a:srgbClr val="C00000"/>
                </a:solidFill>
                <a:latin typeface="Times New Roman"/>
                <a:cs typeface="Times New Roman"/>
              </a:rPr>
              <a:t>e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p</a:t>
            </a:r>
            <a:r>
              <a:rPr sz="2500" spc="14" dirty="0">
                <a:solidFill>
                  <a:srgbClr val="C00000"/>
                </a:solidFill>
                <a:latin typeface="Times New Roman"/>
                <a:cs typeface="Times New Roman"/>
              </a:rPr>
              <a:t>r</a:t>
            </a:r>
            <a:r>
              <a:rPr sz="2500" spc="-10" dirty="0">
                <a:solidFill>
                  <a:srgbClr val="C00000"/>
                </a:solidFill>
                <a:latin typeface="Times New Roman"/>
                <a:cs typeface="Times New Roman"/>
              </a:rPr>
              <a:t>e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n</a:t>
            </a:r>
            <a:r>
              <a:rPr sz="2500" spc="10" dirty="0">
                <a:solidFill>
                  <a:srgbClr val="C00000"/>
                </a:solidFill>
                <a:latin typeface="Times New Roman"/>
                <a:cs typeface="Times New Roman"/>
              </a:rPr>
              <a:t>e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u</a:t>
            </a:r>
            <a:r>
              <a:rPr sz="2500" spc="-10" dirty="0">
                <a:solidFill>
                  <a:srgbClr val="C00000"/>
                </a:solidFill>
                <a:latin typeface="Times New Roman"/>
                <a:cs typeface="Times New Roman"/>
              </a:rPr>
              <a:t>r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s</a:t>
            </a:r>
            <a:r>
              <a:rPr sz="25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: </a:t>
            </a:r>
            <a:r>
              <a:rPr sz="2500" spc="-14" dirty="0">
                <a:latin typeface="Times New Roman"/>
                <a:cs typeface="Times New Roman"/>
              </a:rPr>
              <a:t>S</a:t>
            </a:r>
            <a:r>
              <a:rPr sz="2500" dirty="0">
                <a:latin typeface="Times New Roman"/>
                <a:cs typeface="Times New Roman"/>
              </a:rPr>
              <a:t>t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spc="25" dirty="0">
                <a:latin typeface="Times New Roman"/>
                <a:cs typeface="Times New Roman"/>
              </a:rPr>
              <a:t>t</a:t>
            </a:r>
            <a:r>
              <a:rPr sz="2500" spc="-20" dirty="0">
                <a:latin typeface="Times New Roman"/>
                <a:cs typeface="Times New Roman"/>
              </a:rPr>
              <a:t>i</a:t>
            </a:r>
            <a:r>
              <a:rPr sz="2500" dirty="0">
                <a:latin typeface="Times New Roman"/>
                <a:cs typeface="Times New Roman"/>
              </a:rPr>
              <a:t>ng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p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spc="25" dirty="0">
                <a:latin typeface="Times New Roman"/>
                <a:cs typeface="Times New Roman"/>
              </a:rPr>
              <a:t>t</a:t>
            </a:r>
            <a:r>
              <a:rPr sz="2500" spc="-10" dirty="0">
                <a:latin typeface="Times New Roman"/>
                <a:cs typeface="Times New Roman"/>
              </a:rPr>
              <a:t>-</a:t>
            </a:r>
            <a:r>
              <a:rPr sz="2500" dirty="0">
                <a:latin typeface="Times New Roman"/>
                <a:cs typeface="Times New Roman"/>
              </a:rPr>
              <a:t>t</a:t>
            </a:r>
            <a:r>
              <a:rPr sz="2500" spc="-20" dirty="0">
                <a:latin typeface="Times New Roman"/>
                <a:cs typeface="Times New Roman"/>
              </a:rPr>
              <a:t>im</a:t>
            </a:r>
            <a:r>
              <a:rPr sz="2500" dirty="0">
                <a:latin typeface="Times New Roman"/>
                <a:cs typeface="Times New Roman"/>
              </a:rPr>
              <a:t>e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busin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spc="-25" dirty="0">
                <a:latin typeface="Times New Roman"/>
                <a:cs typeface="Times New Roman"/>
              </a:rPr>
              <a:t>s</a:t>
            </a:r>
            <a:r>
              <a:rPr sz="2500" dirty="0">
                <a:latin typeface="Times New Roman"/>
                <a:cs typeface="Times New Roman"/>
              </a:rPr>
              <a:t>s is a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popul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r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g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t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spc="-4" dirty="0">
                <a:latin typeface="Times New Roman"/>
                <a:cs typeface="Times New Roman"/>
              </a:rPr>
              <a:t>w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y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to 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nt</a:t>
            </a:r>
            <a:r>
              <a:rPr sz="2500" spc="14" dirty="0">
                <a:latin typeface="Times New Roman"/>
                <a:cs typeface="Times New Roman"/>
              </a:rPr>
              <a:t>r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p</a:t>
            </a:r>
            <a:r>
              <a:rPr sz="2500" spc="14" dirty="0">
                <a:latin typeface="Times New Roman"/>
                <a:cs typeface="Times New Roman"/>
              </a:rPr>
              <a:t>r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n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u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ship.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spc="4" dirty="0">
                <a:latin typeface="Times New Roman"/>
                <a:cs typeface="Times New Roman"/>
              </a:rPr>
              <a:t>P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spc="14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t</a:t>
            </a:r>
            <a:r>
              <a:rPr sz="2500" spc="14" dirty="0">
                <a:latin typeface="Times New Roman"/>
                <a:cs typeface="Times New Roman"/>
              </a:rPr>
              <a:t>-</a:t>
            </a:r>
            <a:r>
              <a:rPr sz="2500" spc="-20" dirty="0">
                <a:latin typeface="Times New Roman"/>
                <a:cs typeface="Times New Roman"/>
              </a:rPr>
              <a:t>t</a:t>
            </a:r>
            <a:r>
              <a:rPr sz="2500" dirty="0">
                <a:latin typeface="Times New Roman"/>
                <a:cs typeface="Times New Roman"/>
              </a:rPr>
              <a:t>i</a:t>
            </a:r>
            <a:r>
              <a:rPr sz="2500" spc="-20" dirty="0">
                <a:latin typeface="Times New Roman"/>
                <a:cs typeface="Times New Roman"/>
              </a:rPr>
              <a:t>m</a:t>
            </a:r>
            <a:r>
              <a:rPr sz="2500" dirty="0">
                <a:latin typeface="Times New Roman"/>
                <a:cs typeface="Times New Roman"/>
              </a:rPr>
              <a:t>e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nt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p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n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u</a:t>
            </a:r>
            <a:r>
              <a:rPr sz="2500" spc="14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s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Times New Roman"/>
                <a:cs typeface="Times New Roman"/>
              </a:rPr>
              <a:t>c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n 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sily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nt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r into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busin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spc="-25" dirty="0">
                <a:latin typeface="Times New Roman"/>
                <a:cs typeface="Times New Roman"/>
              </a:rPr>
              <a:t>s</a:t>
            </a:r>
            <a:r>
              <a:rPr sz="2500" dirty="0">
                <a:latin typeface="Times New Roman"/>
                <a:cs typeface="Times New Roman"/>
              </a:rPr>
              <a:t>s </a:t>
            </a:r>
            <a:r>
              <a:rPr sz="2500" spc="14" dirty="0">
                <a:latin typeface="Times New Roman"/>
                <a:cs typeface="Times New Roman"/>
              </a:rPr>
              <a:t>w</a:t>
            </a:r>
            <a:r>
              <a:rPr sz="2500" spc="-20" dirty="0">
                <a:latin typeface="Times New Roman"/>
                <a:cs typeface="Times New Roman"/>
              </a:rPr>
              <a:t>i</a:t>
            </a:r>
            <a:r>
              <a:rPr sz="2500" dirty="0">
                <a:latin typeface="Times New Roman"/>
                <a:cs typeface="Times New Roman"/>
              </a:rPr>
              <a:t>thout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s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spc="-10" dirty="0">
                <a:latin typeface="Times New Roman"/>
                <a:cs typeface="Times New Roman"/>
              </a:rPr>
              <a:t>c</a:t>
            </a:r>
            <a:r>
              <a:rPr sz="2500" spc="14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i</a:t>
            </a:r>
            <a:r>
              <a:rPr sz="2500" spc="-10" dirty="0">
                <a:latin typeface="Times New Roman"/>
                <a:cs typeface="Times New Roman"/>
              </a:rPr>
              <a:t>f</a:t>
            </a:r>
            <a:r>
              <a:rPr sz="2500" dirty="0">
                <a:latin typeface="Times New Roman"/>
                <a:cs typeface="Times New Roman"/>
              </a:rPr>
              <a:t>i</a:t>
            </a:r>
            <a:r>
              <a:rPr sz="2500" spc="-10" dirty="0">
                <a:latin typeface="Times New Roman"/>
                <a:cs typeface="Times New Roman"/>
              </a:rPr>
              <a:t>c</a:t>
            </a:r>
            <a:r>
              <a:rPr sz="2500" dirty="0">
                <a:latin typeface="Times New Roman"/>
                <a:cs typeface="Times New Roman"/>
              </a:rPr>
              <a:t>ing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spc="-20" dirty="0">
                <a:latin typeface="Times New Roman"/>
                <a:cs typeface="Times New Roman"/>
              </a:rPr>
              <a:t>i</a:t>
            </a:r>
            <a:r>
              <a:rPr sz="2500" dirty="0">
                <a:latin typeface="Times New Roman"/>
                <a:cs typeface="Times New Roman"/>
              </a:rPr>
              <a:t>r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s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vi</a:t>
            </a:r>
            <a:r>
              <a:rPr sz="2500" spc="10" dirty="0">
                <a:latin typeface="Times New Roman"/>
                <a:cs typeface="Times New Roman"/>
              </a:rPr>
              <a:t>c</a:t>
            </a:r>
            <a:r>
              <a:rPr sz="2500" dirty="0">
                <a:latin typeface="Times New Roman"/>
                <a:cs typeface="Times New Roman"/>
              </a:rPr>
              <a:t>e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b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n</a:t>
            </a:r>
            <a:r>
              <a:rPr sz="2500" spc="-10" dirty="0">
                <a:latin typeface="Times New Roman"/>
                <a:cs typeface="Times New Roman"/>
              </a:rPr>
              <a:t>ef</a:t>
            </a:r>
            <a:r>
              <a:rPr sz="2500" dirty="0">
                <a:latin typeface="Times New Roman"/>
                <a:cs typeface="Times New Roman"/>
              </a:rPr>
              <a:t>i</a:t>
            </a:r>
            <a:r>
              <a:rPr sz="2500" spc="25" dirty="0">
                <a:latin typeface="Times New Roman"/>
                <a:cs typeface="Times New Roman"/>
              </a:rPr>
              <a:t>t</a:t>
            </a:r>
            <a:r>
              <a:rPr sz="2500" spc="-25" dirty="0">
                <a:latin typeface="Times New Roman"/>
                <a:cs typeface="Times New Roman"/>
              </a:rPr>
              <a:t>s</a:t>
            </a:r>
            <a:r>
              <a:rPr sz="2500" dirty="0">
                <a:latin typeface="Times New Roman"/>
                <a:cs typeface="Times New Roman"/>
              </a:rPr>
              <a:t>.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36753" y="1314559"/>
            <a:ext cx="278130" cy="279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9"/>
            <a:r>
              <a:rPr spc="-10" dirty="0">
                <a:latin typeface="Century Gothic"/>
                <a:cs typeface="Century Gothic"/>
              </a:rPr>
              <a:t>2</a:t>
            </a:r>
            <a:r>
              <a:rPr dirty="0">
                <a:latin typeface="Century Gothic"/>
                <a:cs typeface="Century Gothic"/>
              </a:rPr>
              <a:t>8</a:t>
            </a:r>
            <a:endParaRPr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1" y="457201"/>
            <a:ext cx="9144000" cy="6857999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0" y="6857999"/>
                </a:moveTo>
                <a:lnTo>
                  <a:pt x="9143999" y="6857999"/>
                </a:lnTo>
                <a:lnTo>
                  <a:pt x="914399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A5A5A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7201" y="681228"/>
            <a:ext cx="2145791" cy="66339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828801" y="1447801"/>
            <a:ext cx="7467600" cy="5486400"/>
          </a:xfrm>
          <a:custGeom>
            <a:avLst/>
            <a:gdLst/>
            <a:ahLst/>
            <a:cxnLst/>
            <a:rect l="l" t="t" r="r" b="b"/>
            <a:pathLst>
              <a:path w="7467600" h="5486400">
                <a:moveTo>
                  <a:pt x="0" y="5486399"/>
                </a:moveTo>
                <a:lnTo>
                  <a:pt x="7467599" y="5486399"/>
                </a:lnTo>
                <a:lnTo>
                  <a:pt x="7467599" y="0"/>
                </a:lnTo>
                <a:lnTo>
                  <a:pt x="0" y="0"/>
                </a:lnTo>
                <a:lnTo>
                  <a:pt x="0" y="54863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828801" y="1447801"/>
            <a:ext cx="7467600" cy="5486400"/>
          </a:xfrm>
          <a:custGeom>
            <a:avLst/>
            <a:gdLst/>
            <a:ahLst/>
            <a:cxnLst/>
            <a:rect l="l" t="t" r="r" b="b"/>
            <a:pathLst>
              <a:path w="7467600" h="5486400">
                <a:moveTo>
                  <a:pt x="0" y="5486399"/>
                </a:moveTo>
                <a:lnTo>
                  <a:pt x="7467599" y="5486399"/>
                </a:lnTo>
                <a:lnTo>
                  <a:pt x="7467599" y="0"/>
                </a:lnTo>
                <a:lnTo>
                  <a:pt x="0" y="0"/>
                </a:lnTo>
                <a:lnTo>
                  <a:pt x="0" y="5486399"/>
                </a:lnTo>
                <a:close/>
              </a:path>
            </a:pathLst>
          </a:custGeom>
          <a:ln w="15239">
            <a:solidFill>
              <a:srgbClr val="71855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82781" y="691560"/>
            <a:ext cx="8703945" cy="68948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9"/>
            <a:r>
              <a:rPr sz="2500" b="1" spc="4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2500" b="1" spc="-14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2500" b="1" spc="14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2500" b="1" spc="-6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2500" b="1" spc="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2500" b="1" spc="-14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2500" b="1" spc="-3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25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2500" b="1" spc="4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25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2500" b="1" spc="4" dirty="0">
                <a:solidFill>
                  <a:srgbClr val="252525"/>
                </a:solidFill>
                <a:latin typeface="Times New Roman"/>
                <a:cs typeface="Times New Roman"/>
              </a:rPr>
              <a:t>u</a:t>
            </a:r>
            <a:r>
              <a:rPr sz="25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2500" b="1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2500" b="1" spc="-14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2500" b="1" spc="25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2500" b="1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2500" b="1" spc="-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252525"/>
                </a:solidFill>
                <a:latin typeface="Times New Roman"/>
                <a:cs typeface="Times New Roman"/>
              </a:rPr>
              <a:t>on</a:t>
            </a:r>
            <a:r>
              <a:rPr sz="2500" b="1" spc="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5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2500" b="1" spc="4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2500" b="1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25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500" b="1" spc="4" dirty="0">
                <a:solidFill>
                  <a:srgbClr val="252525"/>
                </a:solidFill>
                <a:latin typeface="Times New Roman"/>
                <a:cs typeface="Times New Roman"/>
              </a:rPr>
              <a:t>B</a:t>
            </a:r>
            <a:r>
              <a:rPr sz="2500" b="1" dirty="0">
                <a:solidFill>
                  <a:srgbClr val="252525"/>
                </a:solidFill>
                <a:latin typeface="Times New Roman"/>
                <a:cs typeface="Times New Roman"/>
              </a:rPr>
              <a:t>as</a:t>
            </a:r>
            <a:r>
              <a:rPr sz="2500" b="1" spc="-2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2500" b="1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2500" b="1" spc="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25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500" b="1" spc="4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25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2500" b="1" dirty="0">
                <a:solidFill>
                  <a:srgbClr val="252525"/>
                </a:solidFill>
                <a:latin typeface="Times New Roman"/>
                <a:cs typeface="Times New Roman"/>
              </a:rPr>
              <a:t>ag</a:t>
            </a:r>
            <a:r>
              <a:rPr sz="2500" b="1" spc="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2500" b="1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2500" b="1" spc="-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2500" b="1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500" b="1" spc="-2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2500" b="1" spc="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2500" b="1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2500" b="1" spc="-14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2500" b="1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2500" b="1" spc="14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2500" b="1" dirty="0">
                <a:solidFill>
                  <a:srgbClr val="252525"/>
                </a:solidFill>
                <a:latin typeface="Times New Roman"/>
                <a:cs typeface="Times New Roman"/>
              </a:rPr>
              <a:t>ic</a:t>
            </a:r>
            <a:r>
              <a:rPr sz="2500" b="1" spc="-3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500" b="1" spc="14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25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2500" b="1" dirty="0">
                <a:solidFill>
                  <a:srgbClr val="252525"/>
                </a:solidFill>
                <a:latin typeface="Times New Roman"/>
                <a:cs typeface="Times New Roman"/>
              </a:rPr>
              <a:t>v</a:t>
            </a:r>
            <a:r>
              <a:rPr sz="2500" b="1" spc="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2500" b="1" dirty="0">
                <a:solidFill>
                  <a:srgbClr val="252525"/>
                </a:solidFill>
                <a:latin typeface="Times New Roman"/>
                <a:cs typeface="Times New Roman"/>
              </a:rPr>
              <a:t>lo</a:t>
            </a:r>
            <a:r>
              <a:rPr sz="2500" b="1" spc="-14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2500" b="1" spc="14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25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2500" b="1" spc="4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2500" b="1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endParaRPr sz="2500">
              <a:latin typeface="Times New Roman"/>
              <a:cs typeface="Times New Roman"/>
            </a:endParaRPr>
          </a:p>
          <a:p>
            <a:pPr>
              <a:spcBef>
                <a:spcPts val="43"/>
              </a:spcBef>
            </a:pPr>
            <a:endParaRPr sz="1900">
              <a:latin typeface="Times New Roman"/>
              <a:cs typeface="Times New Roman"/>
            </a:endParaRPr>
          </a:p>
          <a:p>
            <a:pPr marL="166350">
              <a:lnSpc>
                <a:spcPts val="1855"/>
              </a:lnSpc>
            </a:pPr>
            <a:r>
              <a:rPr spc="-10" dirty="0">
                <a:latin typeface="Century Gothic"/>
                <a:cs typeface="Century Gothic"/>
              </a:rPr>
              <a:t>2</a:t>
            </a:r>
            <a:r>
              <a:rPr dirty="0">
                <a:latin typeface="Century Gothic"/>
                <a:cs typeface="Century Gothic"/>
              </a:rPr>
              <a:t>9</a:t>
            </a:r>
            <a:endParaRPr>
              <a:latin typeface="Century Gothic"/>
              <a:cs typeface="Century Gothic"/>
            </a:endParaRPr>
          </a:p>
          <a:p>
            <a:pPr marL="1138422">
              <a:lnSpc>
                <a:spcPts val="2575"/>
              </a:lnSpc>
            </a:pPr>
            <a:r>
              <a:rPr sz="2500" b="1" spc="-4" dirty="0">
                <a:latin typeface="Times New Roman"/>
                <a:cs typeface="Times New Roman"/>
              </a:rPr>
              <a:t>C</a:t>
            </a:r>
            <a:r>
              <a:rPr sz="2500" b="1" dirty="0">
                <a:latin typeface="Times New Roman"/>
                <a:cs typeface="Times New Roman"/>
              </a:rPr>
              <a:t>la</a:t>
            </a:r>
            <a:r>
              <a:rPr sz="2500" b="1" spc="-60" dirty="0">
                <a:latin typeface="Times New Roman"/>
                <a:cs typeface="Times New Roman"/>
              </a:rPr>
              <a:t>r</a:t>
            </a:r>
            <a:r>
              <a:rPr sz="2500" b="1" spc="10" dirty="0">
                <a:latin typeface="Times New Roman"/>
                <a:cs typeface="Times New Roman"/>
              </a:rPr>
              <a:t>e</a:t>
            </a:r>
            <a:r>
              <a:rPr sz="2500" b="1" spc="-14" dirty="0">
                <a:latin typeface="Times New Roman"/>
                <a:cs typeface="Times New Roman"/>
              </a:rPr>
              <a:t>n</a:t>
            </a:r>
            <a:r>
              <a:rPr sz="2500" b="1" spc="10" dirty="0">
                <a:latin typeface="Times New Roman"/>
                <a:cs typeface="Times New Roman"/>
              </a:rPr>
              <a:t>c</a:t>
            </a:r>
            <a:r>
              <a:rPr sz="2500" b="1" dirty="0">
                <a:latin typeface="Times New Roman"/>
                <a:cs typeface="Times New Roman"/>
              </a:rPr>
              <a:t>e</a:t>
            </a:r>
            <a:r>
              <a:rPr sz="2500" b="1" spc="-10" dirty="0">
                <a:latin typeface="Times New Roman"/>
                <a:cs typeface="Times New Roman"/>
              </a:rPr>
              <a:t> </a:t>
            </a:r>
            <a:r>
              <a:rPr sz="2500" b="1" spc="-4" dirty="0">
                <a:latin typeface="Times New Roman"/>
                <a:cs typeface="Times New Roman"/>
              </a:rPr>
              <a:t>D</a:t>
            </a:r>
            <a:r>
              <a:rPr sz="2500" b="1" dirty="0">
                <a:latin typeface="Times New Roman"/>
                <a:cs typeface="Times New Roman"/>
              </a:rPr>
              <a:t>a</a:t>
            </a:r>
            <a:r>
              <a:rPr sz="2500" b="1" spc="-14" dirty="0">
                <a:latin typeface="Times New Roman"/>
                <a:cs typeface="Times New Roman"/>
              </a:rPr>
              <a:t>n</a:t>
            </a:r>
            <a:r>
              <a:rPr sz="2500" b="1" spc="4" dirty="0">
                <a:latin typeface="Times New Roman"/>
                <a:cs typeface="Times New Roman"/>
              </a:rPr>
              <a:t>h</a:t>
            </a:r>
            <a:r>
              <a:rPr sz="2500" b="1" dirty="0">
                <a:latin typeface="Times New Roman"/>
                <a:cs typeface="Times New Roman"/>
              </a:rPr>
              <a:t>of</a:t>
            </a:r>
            <a:r>
              <a:rPr sz="2500" b="1" spc="14" dirty="0">
                <a:latin typeface="Times New Roman"/>
                <a:cs typeface="Times New Roman"/>
              </a:rPr>
              <a:t> </a:t>
            </a:r>
            <a:r>
              <a:rPr sz="2500" b="1" spc="-10" dirty="0">
                <a:latin typeface="Times New Roman"/>
                <a:cs typeface="Times New Roman"/>
              </a:rPr>
              <a:t>c</a:t>
            </a:r>
            <a:r>
              <a:rPr sz="2500" b="1" dirty="0">
                <a:latin typeface="Times New Roman"/>
                <a:cs typeface="Times New Roman"/>
              </a:rPr>
              <a:t>lassi</a:t>
            </a:r>
            <a:r>
              <a:rPr sz="2500" b="1" spc="14" dirty="0">
                <a:latin typeface="Times New Roman"/>
                <a:cs typeface="Times New Roman"/>
              </a:rPr>
              <a:t>f</a:t>
            </a:r>
            <a:r>
              <a:rPr sz="2500" b="1" dirty="0">
                <a:latin typeface="Times New Roman"/>
                <a:cs typeface="Times New Roman"/>
              </a:rPr>
              <a:t>i</a:t>
            </a:r>
            <a:r>
              <a:rPr sz="2500" b="1" spc="-10" dirty="0">
                <a:latin typeface="Times New Roman"/>
                <a:cs typeface="Times New Roman"/>
              </a:rPr>
              <a:t>e</a:t>
            </a:r>
            <a:r>
              <a:rPr sz="2500" b="1" dirty="0">
                <a:latin typeface="Times New Roman"/>
                <a:cs typeface="Times New Roman"/>
              </a:rPr>
              <a:t>s</a:t>
            </a:r>
            <a:r>
              <a:rPr sz="2500" b="1" spc="-25" dirty="0">
                <a:latin typeface="Times New Roman"/>
                <a:cs typeface="Times New Roman"/>
              </a:rPr>
              <a:t> </a:t>
            </a:r>
            <a:r>
              <a:rPr sz="2500" b="1" spc="10" dirty="0">
                <a:latin typeface="Times New Roman"/>
                <a:cs typeface="Times New Roman"/>
              </a:rPr>
              <a:t>e</a:t>
            </a:r>
            <a:r>
              <a:rPr sz="2500" b="1" spc="-14" dirty="0">
                <a:latin typeface="Times New Roman"/>
                <a:cs typeface="Times New Roman"/>
              </a:rPr>
              <a:t>n</a:t>
            </a:r>
            <a:r>
              <a:rPr sz="2500" b="1" spc="-10" dirty="0">
                <a:latin typeface="Times New Roman"/>
                <a:cs typeface="Times New Roman"/>
              </a:rPr>
              <a:t>t</a:t>
            </a:r>
            <a:r>
              <a:rPr sz="2500" b="1" spc="-35" dirty="0">
                <a:latin typeface="Times New Roman"/>
                <a:cs typeface="Times New Roman"/>
              </a:rPr>
              <a:t>r</a:t>
            </a:r>
            <a:r>
              <a:rPr sz="2500" b="1" spc="-10" dirty="0">
                <a:latin typeface="Times New Roman"/>
                <a:cs typeface="Times New Roman"/>
              </a:rPr>
              <a:t>e</a:t>
            </a:r>
            <a:r>
              <a:rPr sz="2500" b="1" spc="4" dirty="0">
                <a:latin typeface="Times New Roman"/>
                <a:cs typeface="Times New Roman"/>
              </a:rPr>
              <a:t>p</a:t>
            </a:r>
            <a:r>
              <a:rPr sz="2500" b="1" spc="-60" dirty="0">
                <a:latin typeface="Times New Roman"/>
                <a:cs typeface="Times New Roman"/>
              </a:rPr>
              <a:t>r</a:t>
            </a:r>
            <a:r>
              <a:rPr sz="2500" b="1" spc="10" dirty="0">
                <a:latin typeface="Times New Roman"/>
                <a:cs typeface="Times New Roman"/>
              </a:rPr>
              <a:t>e</a:t>
            </a:r>
            <a:r>
              <a:rPr sz="2500" b="1" spc="-14" dirty="0">
                <a:latin typeface="Times New Roman"/>
                <a:cs typeface="Times New Roman"/>
              </a:rPr>
              <a:t>n</a:t>
            </a:r>
            <a:r>
              <a:rPr sz="2500" b="1" spc="10" dirty="0">
                <a:latin typeface="Times New Roman"/>
                <a:cs typeface="Times New Roman"/>
              </a:rPr>
              <a:t>e</a:t>
            </a:r>
            <a:r>
              <a:rPr sz="2500" b="1" spc="-14" dirty="0">
                <a:latin typeface="Times New Roman"/>
                <a:cs typeface="Times New Roman"/>
              </a:rPr>
              <a:t>u</a:t>
            </a:r>
            <a:r>
              <a:rPr sz="2500" b="1" dirty="0">
                <a:latin typeface="Times New Roman"/>
                <a:cs typeface="Times New Roman"/>
              </a:rPr>
              <a:t>r</a:t>
            </a:r>
            <a:r>
              <a:rPr sz="2500" b="1" spc="-3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i</a:t>
            </a:r>
            <a:r>
              <a:rPr sz="2500" b="1" spc="4" dirty="0">
                <a:latin typeface="Times New Roman"/>
                <a:cs typeface="Times New Roman"/>
              </a:rPr>
              <a:t>n</a:t>
            </a:r>
            <a:r>
              <a:rPr sz="2500" b="1" spc="-10" dirty="0">
                <a:latin typeface="Times New Roman"/>
                <a:cs typeface="Times New Roman"/>
              </a:rPr>
              <a:t>t</a:t>
            </a:r>
            <a:r>
              <a:rPr sz="2500" b="1" dirty="0">
                <a:latin typeface="Times New Roman"/>
                <a:cs typeface="Times New Roman"/>
              </a:rPr>
              <a:t>o</a:t>
            </a:r>
            <a:r>
              <a:rPr sz="2500" b="1" spc="-25" dirty="0">
                <a:latin typeface="Times New Roman"/>
                <a:cs typeface="Times New Roman"/>
              </a:rPr>
              <a:t> </a:t>
            </a:r>
            <a:r>
              <a:rPr sz="2500" b="1" spc="14" dirty="0">
                <a:latin typeface="Times New Roman"/>
                <a:cs typeface="Times New Roman"/>
              </a:rPr>
              <a:t>f</a:t>
            </a:r>
            <a:r>
              <a:rPr sz="2500" b="1" dirty="0">
                <a:latin typeface="Times New Roman"/>
                <a:cs typeface="Times New Roman"/>
              </a:rPr>
              <a:t>o</a:t>
            </a:r>
            <a:r>
              <a:rPr sz="2500" b="1" spc="-14" dirty="0">
                <a:latin typeface="Times New Roman"/>
                <a:cs typeface="Times New Roman"/>
              </a:rPr>
              <a:t>u</a:t>
            </a:r>
            <a:r>
              <a:rPr sz="2500" b="1" dirty="0">
                <a:latin typeface="Times New Roman"/>
                <a:cs typeface="Times New Roman"/>
              </a:rPr>
              <a:t>r</a:t>
            </a:r>
            <a:r>
              <a:rPr sz="2500" b="1" spc="-35" dirty="0">
                <a:latin typeface="Times New Roman"/>
                <a:cs typeface="Times New Roman"/>
              </a:rPr>
              <a:t> </a:t>
            </a:r>
            <a:r>
              <a:rPr sz="2500" b="1" spc="14" dirty="0">
                <a:latin typeface="Times New Roman"/>
                <a:cs typeface="Times New Roman"/>
              </a:rPr>
              <a:t>t</a:t>
            </a:r>
            <a:r>
              <a:rPr sz="2500" b="1" dirty="0">
                <a:latin typeface="Times New Roman"/>
                <a:cs typeface="Times New Roman"/>
              </a:rPr>
              <a:t>y</a:t>
            </a:r>
            <a:r>
              <a:rPr sz="2500" b="1" spc="-14" dirty="0">
                <a:latin typeface="Times New Roman"/>
                <a:cs typeface="Times New Roman"/>
              </a:rPr>
              <a:t>p</a:t>
            </a:r>
            <a:r>
              <a:rPr sz="2500" b="1" spc="10" dirty="0">
                <a:latin typeface="Times New Roman"/>
                <a:cs typeface="Times New Roman"/>
              </a:rPr>
              <a:t>e</a:t>
            </a:r>
            <a:r>
              <a:rPr sz="2500" b="1" dirty="0">
                <a:latin typeface="Times New Roman"/>
                <a:cs typeface="Times New Roman"/>
              </a:rPr>
              <a:t>s</a:t>
            </a:r>
            <a:endParaRPr sz="2500">
              <a:latin typeface="Times New Roman"/>
              <a:cs typeface="Times New Roman"/>
            </a:endParaRPr>
          </a:p>
          <a:p>
            <a:pPr marL="1595569" marR="272383" indent="-457146" algn="just">
              <a:spcBef>
                <a:spcPts val="994"/>
              </a:spcBef>
              <a:buClr>
                <a:srgbClr val="A42F0F"/>
              </a:buClr>
              <a:buFont typeface="Times New Roman"/>
              <a:buAutoNum type="arabicPeriod"/>
              <a:tabLst>
                <a:tab pos="1596203" algn="l"/>
              </a:tabLst>
            </a:pPr>
            <a:r>
              <a:rPr sz="2500" spc="-10" dirty="0">
                <a:solidFill>
                  <a:srgbClr val="C00000"/>
                </a:solidFill>
                <a:latin typeface="Times New Roman"/>
                <a:cs typeface="Times New Roman"/>
              </a:rPr>
              <a:t>I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nnov</a:t>
            </a:r>
            <a:r>
              <a:rPr sz="2500" spc="-10" dirty="0">
                <a:solidFill>
                  <a:srgbClr val="C00000"/>
                </a:solidFill>
                <a:latin typeface="Times New Roman"/>
                <a:cs typeface="Times New Roman"/>
              </a:rPr>
              <a:t>a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tiv</a:t>
            </a:r>
            <a:r>
              <a:rPr sz="2500" spc="-10" dirty="0">
                <a:solidFill>
                  <a:srgbClr val="C00000"/>
                </a:solidFill>
                <a:latin typeface="Times New Roman"/>
                <a:cs typeface="Times New Roman"/>
              </a:rPr>
              <a:t>e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: </a:t>
            </a:r>
            <a:r>
              <a:rPr sz="2500" spc="1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500" spc="-4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n </a:t>
            </a:r>
            <a:r>
              <a:rPr sz="2500" spc="165" dirty="0">
                <a:latin typeface="Times New Roman"/>
                <a:cs typeface="Times New Roman"/>
              </a:rPr>
              <a:t> </a:t>
            </a:r>
            <a:r>
              <a:rPr sz="2500" spc="14" dirty="0">
                <a:latin typeface="Times New Roman"/>
                <a:cs typeface="Times New Roman"/>
              </a:rPr>
              <a:t>I</a:t>
            </a:r>
            <a:r>
              <a:rPr sz="2500" dirty="0">
                <a:latin typeface="Times New Roman"/>
                <a:cs typeface="Times New Roman"/>
              </a:rPr>
              <a:t>nnov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ting </a:t>
            </a:r>
            <a:r>
              <a:rPr sz="2500" spc="16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n</a:t>
            </a:r>
            <a:r>
              <a:rPr sz="2500" spc="-20" dirty="0">
                <a:latin typeface="Times New Roman"/>
                <a:cs typeface="Times New Roman"/>
              </a:rPr>
              <a:t>t</a:t>
            </a:r>
            <a:r>
              <a:rPr sz="2500" spc="14" dirty="0">
                <a:latin typeface="Times New Roman"/>
                <a:cs typeface="Times New Roman"/>
              </a:rPr>
              <a:t>r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p</a:t>
            </a:r>
            <a:r>
              <a:rPr sz="2500" spc="-10" dirty="0">
                <a:latin typeface="Times New Roman"/>
                <a:cs typeface="Times New Roman"/>
              </a:rPr>
              <a:t>re</a:t>
            </a:r>
            <a:r>
              <a:rPr sz="2500" dirty="0">
                <a:latin typeface="Times New Roman"/>
                <a:cs typeface="Times New Roman"/>
              </a:rPr>
              <a:t>n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ur </a:t>
            </a:r>
            <a:r>
              <a:rPr sz="2500" spc="160" dirty="0">
                <a:latin typeface="Times New Roman"/>
                <a:cs typeface="Times New Roman"/>
              </a:rPr>
              <a:t> </a:t>
            </a:r>
            <a:r>
              <a:rPr sz="2500" spc="-20" dirty="0">
                <a:latin typeface="Times New Roman"/>
                <a:cs typeface="Times New Roman"/>
              </a:rPr>
              <a:t>i</a:t>
            </a:r>
            <a:r>
              <a:rPr sz="2500" dirty="0">
                <a:latin typeface="Times New Roman"/>
                <a:cs typeface="Times New Roman"/>
              </a:rPr>
              <a:t>s </a:t>
            </a:r>
            <a:r>
              <a:rPr sz="2500" spc="17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one </a:t>
            </a:r>
            <a:r>
              <a:rPr sz="2500" spc="181" dirty="0">
                <a:latin typeface="Times New Roman"/>
                <a:cs typeface="Times New Roman"/>
              </a:rPr>
              <a:t> </a:t>
            </a:r>
            <a:r>
              <a:rPr sz="2500" spc="-30" dirty="0">
                <a:latin typeface="Times New Roman"/>
                <a:cs typeface="Times New Roman"/>
              </a:rPr>
              <a:t>w</a:t>
            </a:r>
            <a:r>
              <a:rPr sz="2500" dirty="0">
                <a:latin typeface="Times New Roman"/>
                <a:cs typeface="Times New Roman"/>
              </a:rPr>
              <a:t>ho i</a:t>
            </a:r>
            <a:r>
              <a:rPr sz="2500" spc="-25" dirty="0">
                <a:latin typeface="Times New Roman"/>
                <a:cs typeface="Times New Roman"/>
              </a:rPr>
              <a:t>n</a:t>
            </a:r>
            <a:r>
              <a:rPr sz="2500" dirty="0">
                <a:latin typeface="Times New Roman"/>
                <a:cs typeface="Times New Roman"/>
              </a:rPr>
              <a:t>t</a:t>
            </a:r>
            <a:r>
              <a:rPr sz="2500" spc="14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odu</a:t>
            </a:r>
            <a:r>
              <a:rPr sz="2500" spc="-10" dirty="0">
                <a:latin typeface="Times New Roman"/>
                <a:cs typeface="Times New Roman"/>
              </a:rPr>
              <a:t>ce</a:t>
            </a:r>
            <a:r>
              <a:rPr sz="2500" dirty="0">
                <a:latin typeface="Times New Roman"/>
                <a:cs typeface="Times New Roman"/>
              </a:rPr>
              <a:t>s </a:t>
            </a:r>
            <a:r>
              <a:rPr sz="2500" spc="-120" dirty="0">
                <a:latin typeface="Times New Roman"/>
                <a:cs typeface="Times New Roman"/>
              </a:rPr>
              <a:t> </a:t>
            </a:r>
            <a:r>
              <a:rPr sz="2500" spc="-25" dirty="0">
                <a:latin typeface="Times New Roman"/>
                <a:cs typeface="Times New Roman"/>
              </a:rPr>
              <a:t>n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w </a:t>
            </a:r>
            <a:r>
              <a:rPr sz="2500" spc="-15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p</a:t>
            </a:r>
            <a:r>
              <a:rPr sz="2500" spc="14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odu</a:t>
            </a:r>
            <a:r>
              <a:rPr sz="2500" spc="-10" dirty="0">
                <a:latin typeface="Times New Roman"/>
                <a:cs typeface="Times New Roman"/>
              </a:rPr>
              <a:t>c</a:t>
            </a:r>
            <a:r>
              <a:rPr sz="2500" dirty="0">
                <a:latin typeface="Times New Roman"/>
                <a:cs typeface="Times New Roman"/>
              </a:rPr>
              <a:t>ts, </a:t>
            </a:r>
            <a:r>
              <a:rPr sz="2500" spc="-14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n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w </a:t>
            </a:r>
            <a:r>
              <a:rPr sz="2500" spc="-150" dirty="0">
                <a:latin typeface="Times New Roman"/>
                <a:cs typeface="Times New Roman"/>
              </a:rPr>
              <a:t> </a:t>
            </a:r>
            <a:r>
              <a:rPr sz="2500" spc="-20" dirty="0">
                <a:latin typeface="Times New Roman"/>
                <a:cs typeface="Times New Roman"/>
              </a:rPr>
              <a:t>m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thods </a:t>
            </a:r>
            <a:r>
              <a:rPr sz="2500" spc="-14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of </a:t>
            </a:r>
            <a:r>
              <a:rPr sz="2500" spc="-13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p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odu</a:t>
            </a:r>
            <a:r>
              <a:rPr sz="2500" spc="10" dirty="0">
                <a:latin typeface="Times New Roman"/>
                <a:cs typeface="Times New Roman"/>
              </a:rPr>
              <a:t>c</a:t>
            </a:r>
            <a:r>
              <a:rPr sz="2500" dirty="0">
                <a:latin typeface="Times New Roman"/>
                <a:cs typeface="Times New Roman"/>
              </a:rPr>
              <a:t>t</a:t>
            </a:r>
            <a:r>
              <a:rPr sz="2500" spc="-20" dirty="0">
                <a:latin typeface="Times New Roman"/>
                <a:cs typeface="Times New Roman"/>
              </a:rPr>
              <a:t>i</a:t>
            </a:r>
            <a:r>
              <a:rPr sz="2500" dirty="0">
                <a:latin typeface="Times New Roman"/>
                <a:cs typeface="Times New Roman"/>
              </a:rPr>
              <a:t>on 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nd</a:t>
            </a:r>
            <a:r>
              <a:rPr sz="2500" spc="4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n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w</a:t>
            </a:r>
            <a:r>
              <a:rPr sz="2500" spc="14" dirty="0">
                <a:latin typeface="Times New Roman"/>
                <a:cs typeface="Times New Roman"/>
              </a:rPr>
              <a:t> </a:t>
            </a:r>
            <a:r>
              <a:rPr sz="2500" spc="25" dirty="0">
                <a:latin typeface="Times New Roman"/>
                <a:cs typeface="Times New Roman"/>
              </a:rPr>
              <a:t>t</a:t>
            </a:r>
            <a:r>
              <a:rPr sz="2500" spc="-35" dirty="0">
                <a:latin typeface="Times New Roman"/>
                <a:cs typeface="Times New Roman"/>
              </a:rPr>
              <a:t>e</a:t>
            </a:r>
            <a:r>
              <a:rPr sz="2500" spc="-10" dirty="0">
                <a:latin typeface="Times New Roman"/>
                <a:cs typeface="Times New Roman"/>
              </a:rPr>
              <a:t>c</a:t>
            </a:r>
            <a:r>
              <a:rPr sz="2500" dirty="0">
                <a:latin typeface="Times New Roman"/>
                <a:cs typeface="Times New Roman"/>
              </a:rPr>
              <a:t>hnolog</a:t>
            </a:r>
            <a:r>
              <a:rPr sz="2500" spc="-145" dirty="0">
                <a:latin typeface="Times New Roman"/>
                <a:cs typeface="Times New Roman"/>
              </a:rPr>
              <a:t>y</a:t>
            </a:r>
            <a:r>
              <a:rPr sz="2500" dirty="0">
                <a:latin typeface="Times New Roman"/>
                <a:cs typeface="Times New Roman"/>
              </a:rPr>
              <a:t>.</a:t>
            </a:r>
            <a:r>
              <a:rPr sz="2500" spc="35" dirty="0">
                <a:latin typeface="Times New Roman"/>
                <a:cs typeface="Times New Roman"/>
              </a:rPr>
              <a:t> </a:t>
            </a:r>
            <a:r>
              <a:rPr sz="2500" i="1" spc="-30" dirty="0">
                <a:latin typeface="Times New Roman"/>
                <a:cs typeface="Times New Roman"/>
              </a:rPr>
              <a:t>E</a:t>
            </a:r>
            <a:r>
              <a:rPr sz="2500" i="1" spc="-25" dirty="0">
                <a:latin typeface="Times New Roman"/>
                <a:cs typeface="Times New Roman"/>
              </a:rPr>
              <a:t>x</a:t>
            </a:r>
            <a:r>
              <a:rPr sz="2500" i="1" dirty="0">
                <a:latin typeface="Times New Roman"/>
                <a:cs typeface="Times New Roman"/>
              </a:rPr>
              <a:t>a</a:t>
            </a:r>
            <a:r>
              <a:rPr sz="2500" i="1" spc="14" dirty="0">
                <a:latin typeface="Times New Roman"/>
                <a:cs typeface="Times New Roman"/>
              </a:rPr>
              <a:t>m</a:t>
            </a:r>
            <a:r>
              <a:rPr sz="2500" i="1" dirty="0">
                <a:latin typeface="Times New Roman"/>
                <a:cs typeface="Times New Roman"/>
              </a:rPr>
              <a:t>p</a:t>
            </a:r>
            <a:r>
              <a:rPr sz="2500" i="1" spc="-20" dirty="0">
                <a:latin typeface="Times New Roman"/>
                <a:cs typeface="Times New Roman"/>
              </a:rPr>
              <a:t>l</a:t>
            </a:r>
            <a:r>
              <a:rPr sz="2500" i="1" spc="-4" dirty="0">
                <a:latin typeface="Times New Roman"/>
                <a:cs typeface="Times New Roman"/>
              </a:rPr>
              <a:t>e</a:t>
            </a:r>
            <a:r>
              <a:rPr sz="2500" i="1" dirty="0">
                <a:latin typeface="Times New Roman"/>
                <a:cs typeface="Times New Roman"/>
              </a:rPr>
              <a:t>:</a:t>
            </a:r>
            <a:r>
              <a:rPr sz="2500" i="1" spc="40" dirty="0">
                <a:latin typeface="Times New Roman"/>
                <a:cs typeface="Times New Roman"/>
              </a:rPr>
              <a:t> </a:t>
            </a:r>
            <a:r>
              <a:rPr sz="2500" spc="-4" dirty="0">
                <a:latin typeface="Times New Roman"/>
                <a:cs typeface="Times New Roman"/>
              </a:rPr>
              <a:t>H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spc="-25" dirty="0">
                <a:latin typeface="Times New Roman"/>
                <a:cs typeface="Times New Roman"/>
              </a:rPr>
              <a:t>n</a:t>
            </a:r>
            <a:r>
              <a:rPr sz="2500" dirty="0">
                <a:latin typeface="Times New Roman"/>
                <a:cs typeface="Times New Roman"/>
              </a:rPr>
              <a:t>n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spc="14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y</a:t>
            </a:r>
            <a:r>
              <a:rPr sz="2500" spc="45" dirty="0">
                <a:latin typeface="Times New Roman"/>
                <a:cs typeface="Times New Roman"/>
              </a:rPr>
              <a:t> </a:t>
            </a:r>
            <a:r>
              <a:rPr sz="2500" spc="-14" dirty="0">
                <a:latin typeface="Times New Roman"/>
                <a:cs typeface="Times New Roman"/>
              </a:rPr>
              <a:t>F</a:t>
            </a:r>
            <a:r>
              <a:rPr sz="2500" dirty="0">
                <a:latin typeface="Times New Roman"/>
                <a:cs typeface="Times New Roman"/>
              </a:rPr>
              <a:t>o</a:t>
            </a:r>
            <a:r>
              <a:rPr sz="2500" spc="14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d</a:t>
            </a:r>
            <a:r>
              <a:rPr sz="2500" spc="20" dirty="0">
                <a:latin typeface="Times New Roman"/>
                <a:cs typeface="Times New Roman"/>
              </a:rPr>
              <a:t> </a:t>
            </a:r>
            <a:r>
              <a:rPr sz="2500" spc="-4" dirty="0">
                <a:latin typeface="Times New Roman"/>
                <a:cs typeface="Times New Roman"/>
              </a:rPr>
              <a:t>w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n</a:t>
            </a:r>
            <a:r>
              <a:rPr sz="2500" spc="-20" dirty="0">
                <a:latin typeface="Times New Roman"/>
                <a:cs typeface="Times New Roman"/>
              </a:rPr>
              <a:t>t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d</a:t>
            </a:r>
            <a:r>
              <a:rPr sz="2500" spc="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to 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spc="-25" dirty="0">
                <a:latin typeface="Times New Roman"/>
                <a:cs typeface="Times New Roman"/>
              </a:rPr>
              <a:t>p</a:t>
            </a:r>
            <a:r>
              <a:rPr sz="2500" dirty="0">
                <a:latin typeface="Times New Roman"/>
                <a:cs typeface="Times New Roman"/>
              </a:rPr>
              <a:t>l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spc="10" dirty="0">
                <a:latin typeface="Times New Roman"/>
                <a:cs typeface="Times New Roman"/>
              </a:rPr>
              <a:t>c</a:t>
            </a:r>
            <a:r>
              <a:rPr sz="2500" dirty="0">
                <a:latin typeface="Times New Roman"/>
                <a:cs typeface="Times New Roman"/>
              </a:rPr>
              <a:t>e 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the </a:t>
            </a:r>
            <a:r>
              <a:rPr sz="2500" spc="-6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p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t</a:t>
            </a:r>
            <a:r>
              <a:rPr sz="2500" spc="14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ol </a:t>
            </a:r>
            <a:r>
              <a:rPr sz="2500" spc="-4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f</a:t>
            </a:r>
            <a:r>
              <a:rPr sz="2500" dirty="0">
                <a:latin typeface="Times New Roman"/>
                <a:cs typeface="Times New Roman"/>
              </a:rPr>
              <a:t>u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l </a:t>
            </a:r>
            <a:r>
              <a:rPr sz="2500" spc="-4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or 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the 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di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s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l </a:t>
            </a:r>
            <a:r>
              <a:rPr sz="2500" spc="-45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n</a:t>
            </a:r>
            <a:r>
              <a:rPr sz="2500" spc="-25" dirty="0">
                <a:latin typeface="Times New Roman"/>
                <a:cs typeface="Times New Roman"/>
              </a:rPr>
              <a:t>g</a:t>
            </a:r>
            <a:r>
              <a:rPr sz="2500" dirty="0">
                <a:latin typeface="Times New Roman"/>
                <a:cs typeface="Times New Roman"/>
              </a:rPr>
              <a:t>ine 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spc="-30" dirty="0">
                <a:latin typeface="Times New Roman"/>
                <a:cs typeface="Times New Roman"/>
              </a:rPr>
              <a:t>w</a:t>
            </a:r>
            <a:r>
              <a:rPr sz="2500" dirty="0">
                <a:latin typeface="Times New Roman"/>
                <a:cs typeface="Times New Roman"/>
              </a:rPr>
              <a:t>ith 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the </a:t>
            </a:r>
            <a:r>
              <a:rPr sz="2500" spc="-4" dirty="0">
                <a:latin typeface="Times New Roman"/>
                <a:cs typeface="Times New Roman"/>
              </a:rPr>
              <a:t>K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os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ne</a:t>
            </a:r>
            <a:r>
              <a:rPr sz="2500" spc="-10" dirty="0">
                <a:latin typeface="Times New Roman"/>
                <a:cs typeface="Times New Roman"/>
              </a:rPr>
              <a:t> f</a:t>
            </a:r>
            <a:r>
              <a:rPr sz="2500" dirty="0">
                <a:latin typeface="Times New Roman"/>
                <a:cs typeface="Times New Roman"/>
              </a:rPr>
              <a:t>u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l syst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spc="-20" dirty="0">
                <a:latin typeface="Times New Roman"/>
                <a:cs typeface="Times New Roman"/>
              </a:rPr>
              <a:t>m</a:t>
            </a:r>
            <a:r>
              <a:rPr sz="2500" dirty="0">
                <a:latin typeface="Times New Roman"/>
                <a:cs typeface="Times New Roman"/>
              </a:rPr>
              <a:t>.</a:t>
            </a:r>
            <a:endParaRPr sz="2500">
              <a:latin typeface="Times New Roman"/>
              <a:cs typeface="Times New Roman"/>
            </a:endParaRPr>
          </a:p>
          <a:p>
            <a:pPr marL="1595569" marR="271114" indent="-457146" algn="just">
              <a:spcBef>
                <a:spcPts val="1005"/>
              </a:spcBef>
              <a:buClr>
                <a:srgbClr val="A42F0F"/>
              </a:buClr>
              <a:buFont typeface="Times New Roman"/>
              <a:buAutoNum type="arabicPeriod"/>
              <a:tabLst>
                <a:tab pos="1596203" algn="l"/>
              </a:tabLst>
            </a:pPr>
            <a:r>
              <a:rPr sz="2500" spc="-10" dirty="0">
                <a:solidFill>
                  <a:srgbClr val="C00000"/>
                </a:solidFill>
                <a:latin typeface="Times New Roman"/>
                <a:cs typeface="Times New Roman"/>
              </a:rPr>
              <a:t>I</a:t>
            </a:r>
            <a:r>
              <a:rPr sz="2500" spc="-20" dirty="0">
                <a:solidFill>
                  <a:srgbClr val="C00000"/>
                </a:solidFill>
                <a:latin typeface="Times New Roman"/>
                <a:cs typeface="Times New Roman"/>
              </a:rPr>
              <a:t>m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i</a:t>
            </a:r>
            <a:r>
              <a:rPr sz="2500" spc="25" dirty="0">
                <a:solidFill>
                  <a:srgbClr val="C00000"/>
                </a:solidFill>
                <a:latin typeface="Times New Roman"/>
                <a:cs typeface="Times New Roman"/>
              </a:rPr>
              <a:t>t</a:t>
            </a:r>
            <a:r>
              <a:rPr sz="2500" spc="-35" dirty="0">
                <a:solidFill>
                  <a:srgbClr val="C00000"/>
                </a:solidFill>
                <a:latin typeface="Times New Roman"/>
                <a:cs typeface="Times New Roman"/>
              </a:rPr>
              <a:t>a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tive   </a:t>
            </a:r>
            <a:r>
              <a:rPr sz="2500" spc="-181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or   </a:t>
            </a:r>
            <a:r>
              <a:rPr sz="2500" spc="-181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500" spc="-4" dirty="0">
                <a:solidFill>
                  <a:srgbClr val="C00000"/>
                </a:solidFill>
                <a:latin typeface="Times New Roman"/>
                <a:cs typeface="Times New Roman"/>
              </a:rPr>
              <a:t>A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doptive</a:t>
            </a:r>
            <a:r>
              <a:rPr sz="2500" dirty="0">
                <a:latin typeface="Times New Roman"/>
                <a:cs typeface="Times New Roman"/>
              </a:rPr>
              <a:t>:   </a:t>
            </a:r>
            <a:r>
              <a:rPr sz="2500" spc="-165" dirty="0">
                <a:latin typeface="Times New Roman"/>
                <a:cs typeface="Times New Roman"/>
              </a:rPr>
              <a:t> </a:t>
            </a:r>
            <a:r>
              <a:rPr sz="2500" spc="14" dirty="0">
                <a:latin typeface="Times New Roman"/>
                <a:cs typeface="Times New Roman"/>
              </a:rPr>
              <a:t>I</a:t>
            </a:r>
            <a:r>
              <a:rPr sz="2500" spc="-45" dirty="0">
                <a:latin typeface="Times New Roman"/>
                <a:cs typeface="Times New Roman"/>
              </a:rPr>
              <a:t>m</a:t>
            </a:r>
            <a:r>
              <a:rPr sz="2500" spc="25" dirty="0">
                <a:latin typeface="Times New Roman"/>
                <a:cs typeface="Times New Roman"/>
              </a:rPr>
              <a:t>i</a:t>
            </a:r>
            <a:r>
              <a:rPr sz="2500" spc="-20" dirty="0">
                <a:latin typeface="Times New Roman"/>
                <a:cs typeface="Times New Roman"/>
              </a:rPr>
              <a:t>t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tive   </a:t>
            </a:r>
            <a:r>
              <a:rPr sz="2500" spc="-181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nt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p</a:t>
            </a:r>
            <a:r>
              <a:rPr sz="2500" spc="-35" dirty="0">
                <a:latin typeface="Times New Roman"/>
                <a:cs typeface="Times New Roman"/>
              </a:rPr>
              <a:t>r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n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ur   </a:t>
            </a:r>
            <a:r>
              <a:rPr sz="2500" spc="-15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is </a:t>
            </a:r>
            <a:r>
              <a:rPr sz="2500" spc="-10" dirty="0">
                <a:latin typeface="Times New Roman"/>
                <a:cs typeface="Times New Roman"/>
              </a:rPr>
              <a:t>c</a:t>
            </a:r>
            <a:r>
              <a:rPr sz="2500" dirty="0">
                <a:latin typeface="Times New Roman"/>
                <a:cs typeface="Times New Roman"/>
              </a:rPr>
              <a:t>h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spc="-35" dirty="0">
                <a:latin typeface="Times New Roman"/>
                <a:cs typeface="Times New Roman"/>
              </a:rPr>
              <a:t>c</a:t>
            </a:r>
            <a:r>
              <a:rPr sz="2500" dirty="0">
                <a:latin typeface="Times New Roman"/>
                <a:cs typeface="Times New Roman"/>
              </a:rPr>
              <a:t>t</a:t>
            </a:r>
            <a:r>
              <a:rPr sz="2500" spc="-10" dirty="0">
                <a:latin typeface="Times New Roman"/>
                <a:cs typeface="Times New Roman"/>
              </a:rPr>
              <a:t>er</a:t>
            </a:r>
            <a:r>
              <a:rPr sz="2500" spc="25" dirty="0">
                <a:latin typeface="Times New Roman"/>
                <a:cs typeface="Times New Roman"/>
              </a:rPr>
              <a:t>i</a:t>
            </a:r>
            <a:r>
              <a:rPr sz="2500" spc="-10" dirty="0">
                <a:latin typeface="Times New Roman"/>
                <a:cs typeface="Times New Roman"/>
              </a:rPr>
              <a:t>ze</a:t>
            </a:r>
            <a:r>
              <a:rPr sz="2500" dirty="0">
                <a:latin typeface="Times New Roman"/>
                <a:cs typeface="Times New Roman"/>
              </a:rPr>
              <a:t>d   </a:t>
            </a:r>
            <a:r>
              <a:rPr sz="2500" spc="1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by   </a:t>
            </a:r>
            <a:r>
              <a:rPr sz="2500" spc="12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din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ss   </a:t>
            </a:r>
            <a:r>
              <a:rPr sz="2500" spc="1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to   </a:t>
            </a:r>
            <a:r>
              <a:rPr sz="2500" spc="95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dopt   </a:t>
            </a:r>
            <a:r>
              <a:rPr sz="2500" spc="120" dirty="0">
                <a:latin typeface="Times New Roman"/>
                <a:cs typeface="Times New Roman"/>
              </a:rPr>
              <a:t> </a:t>
            </a:r>
            <a:r>
              <a:rPr sz="2500" spc="-25" dirty="0">
                <a:latin typeface="Times New Roman"/>
                <a:cs typeface="Times New Roman"/>
              </a:rPr>
              <a:t>s</a:t>
            </a:r>
            <a:r>
              <a:rPr sz="2500" dirty="0">
                <a:latin typeface="Times New Roman"/>
                <a:cs typeface="Times New Roman"/>
              </a:rPr>
              <a:t>u</a:t>
            </a:r>
            <a:r>
              <a:rPr sz="2500" spc="10" dirty="0">
                <a:latin typeface="Times New Roman"/>
                <a:cs typeface="Times New Roman"/>
              </a:rPr>
              <a:t>c</a:t>
            </a:r>
            <a:r>
              <a:rPr sz="2500" spc="-10" dirty="0">
                <a:latin typeface="Times New Roman"/>
                <a:cs typeface="Times New Roman"/>
              </a:rPr>
              <a:t>c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ss</a:t>
            </a:r>
            <a:r>
              <a:rPr sz="2500" spc="-10" dirty="0">
                <a:latin typeface="Times New Roman"/>
                <a:cs typeface="Times New Roman"/>
              </a:rPr>
              <a:t>f</a:t>
            </a:r>
            <a:r>
              <a:rPr sz="2500" dirty="0">
                <a:latin typeface="Times New Roman"/>
                <a:cs typeface="Times New Roman"/>
              </a:rPr>
              <a:t>ul innov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spc="-20" dirty="0">
                <a:latin typeface="Times New Roman"/>
                <a:cs typeface="Times New Roman"/>
              </a:rPr>
              <a:t>t</a:t>
            </a:r>
            <a:r>
              <a:rPr sz="2500" dirty="0">
                <a:latin typeface="Times New Roman"/>
                <a:cs typeface="Times New Roman"/>
              </a:rPr>
              <a:t>ion   </a:t>
            </a:r>
            <a:r>
              <a:rPr sz="2500" spc="-7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ini</a:t>
            </a:r>
            <a:r>
              <a:rPr sz="2500" spc="-20" dirty="0">
                <a:latin typeface="Times New Roman"/>
                <a:cs typeface="Times New Roman"/>
              </a:rPr>
              <a:t>t</a:t>
            </a:r>
            <a:r>
              <a:rPr sz="2500" dirty="0">
                <a:latin typeface="Times New Roman"/>
                <a:cs typeface="Times New Roman"/>
              </a:rPr>
              <a:t>i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t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d   </a:t>
            </a:r>
            <a:r>
              <a:rPr sz="2500" spc="-7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by   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inn</a:t>
            </a:r>
            <a:r>
              <a:rPr sz="2500" spc="-25" dirty="0">
                <a:latin typeface="Times New Roman"/>
                <a:cs typeface="Times New Roman"/>
              </a:rPr>
              <a:t>o</a:t>
            </a:r>
            <a:r>
              <a:rPr sz="2500" dirty="0">
                <a:latin typeface="Times New Roman"/>
                <a:cs typeface="Times New Roman"/>
              </a:rPr>
              <a:t>v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spc="-20" dirty="0">
                <a:latin typeface="Times New Roman"/>
                <a:cs typeface="Times New Roman"/>
              </a:rPr>
              <a:t>t</a:t>
            </a:r>
            <a:r>
              <a:rPr sz="2500" dirty="0">
                <a:latin typeface="Times New Roman"/>
                <a:cs typeface="Times New Roman"/>
              </a:rPr>
              <a:t>ing   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n</a:t>
            </a:r>
            <a:r>
              <a:rPr sz="2500" spc="-20" dirty="0">
                <a:latin typeface="Times New Roman"/>
                <a:cs typeface="Times New Roman"/>
              </a:rPr>
              <a:t>t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p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spc="-25" dirty="0">
                <a:latin typeface="Times New Roman"/>
                <a:cs typeface="Times New Roman"/>
              </a:rPr>
              <a:t>n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u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spc="25" dirty="0">
                <a:latin typeface="Times New Roman"/>
                <a:cs typeface="Times New Roman"/>
              </a:rPr>
              <a:t>s</a:t>
            </a:r>
            <a:r>
              <a:rPr sz="2500" dirty="0">
                <a:latin typeface="Times New Roman"/>
                <a:cs typeface="Times New Roman"/>
              </a:rPr>
              <a:t>. </a:t>
            </a:r>
            <a:r>
              <a:rPr sz="2500" spc="4" dirty="0">
                <a:latin typeface="Times New Roman"/>
                <a:cs typeface="Times New Roman"/>
              </a:rPr>
              <a:t>C</a:t>
            </a:r>
            <a:r>
              <a:rPr sz="2500" dirty="0">
                <a:latin typeface="Times New Roman"/>
                <a:cs typeface="Times New Roman"/>
              </a:rPr>
              <a:t>h</a:t>
            </a:r>
            <a:r>
              <a:rPr sz="2500" spc="-20" dirty="0">
                <a:latin typeface="Times New Roman"/>
                <a:cs typeface="Times New Roman"/>
              </a:rPr>
              <a:t>i</a:t>
            </a:r>
            <a:r>
              <a:rPr sz="2500" dirty="0">
                <a:latin typeface="Times New Roman"/>
                <a:cs typeface="Times New Roman"/>
              </a:rPr>
              <a:t>na  </a:t>
            </a:r>
            <a:r>
              <a:rPr sz="2500" spc="-8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is  </a:t>
            </a:r>
            <a:r>
              <a:rPr sz="2500" spc="-9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  </a:t>
            </a:r>
            <a:r>
              <a:rPr sz="2500" spc="-11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g</a:t>
            </a:r>
            <a:r>
              <a:rPr sz="2500" spc="14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o</a:t>
            </a:r>
            <a:r>
              <a:rPr sz="2500" spc="-4" dirty="0">
                <a:latin typeface="Times New Roman"/>
                <a:cs typeface="Times New Roman"/>
              </a:rPr>
              <a:t>w</a:t>
            </a:r>
            <a:r>
              <a:rPr sz="2500" dirty="0">
                <a:latin typeface="Times New Roman"/>
                <a:cs typeface="Times New Roman"/>
              </a:rPr>
              <a:t>ing  </a:t>
            </a:r>
            <a:r>
              <a:rPr sz="2500" spc="-100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spc="-10" dirty="0">
                <a:latin typeface="Times New Roman"/>
                <a:cs typeface="Times New Roman"/>
              </a:rPr>
              <a:t>c</a:t>
            </a:r>
            <a:r>
              <a:rPr sz="2500" dirty="0">
                <a:latin typeface="Times New Roman"/>
                <a:cs typeface="Times New Roman"/>
              </a:rPr>
              <a:t>ono</a:t>
            </a:r>
            <a:r>
              <a:rPr sz="2500" spc="-20" dirty="0">
                <a:latin typeface="Times New Roman"/>
                <a:cs typeface="Times New Roman"/>
              </a:rPr>
              <a:t>m</a:t>
            </a:r>
            <a:r>
              <a:rPr sz="2500" dirty="0">
                <a:latin typeface="Times New Roman"/>
                <a:cs typeface="Times New Roman"/>
              </a:rPr>
              <a:t>y  </a:t>
            </a:r>
            <a:r>
              <a:rPr sz="2500" spc="-10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t  </a:t>
            </a:r>
            <a:r>
              <a:rPr sz="2500" spc="-9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p</a:t>
            </a:r>
            <a:r>
              <a:rPr sz="2500" spc="14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o</a:t>
            </a:r>
            <a:r>
              <a:rPr sz="2500" spc="-25" dirty="0">
                <a:latin typeface="Times New Roman"/>
                <a:cs typeface="Times New Roman"/>
              </a:rPr>
              <a:t>v</a:t>
            </a:r>
            <a:r>
              <a:rPr sz="2500" spc="25" dirty="0">
                <a:latin typeface="Times New Roman"/>
                <a:cs typeface="Times New Roman"/>
              </a:rPr>
              <a:t>i</a:t>
            </a:r>
            <a:r>
              <a:rPr sz="2500" dirty="0">
                <a:latin typeface="Times New Roman"/>
                <a:cs typeface="Times New Roman"/>
              </a:rPr>
              <a:t>d</a:t>
            </a:r>
            <a:r>
              <a:rPr sz="2500" spc="-35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s  </a:t>
            </a:r>
            <a:r>
              <a:rPr sz="2500" spc="-70" dirty="0">
                <a:latin typeface="Times New Roman"/>
                <a:cs typeface="Times New Roman"/>
              </a:rPr>
              <a:t> </a:t>
            </a:r>
            <a:r>
              <a:rPr sz="2500" spc="-20" dirty="0">
                <a:latin typeface="Times New Roman"/>
                <a:cs typeface="Times New Roman"/>
              </a:rPr>
              <a:t>l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spc="-60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ge oppo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tun</a:t>
            </a:r>
            <a:r>
              <a:rPr sz="2500" spc="-20" dirty="0">
                <a:latin typeface="Times New Roman"/>
                <a:cs typeface="Times New Roman"/>
              </a:rPr>
              <a:t>i</a:t>
            </a:r>
            <a:r>
              <a:rPr sz="2500" spc="25" dirty="0">
                <a:latin typeface="Times New Roman"/>
                <a:cs typeface="Times New Roman"/>
              </a:rPr>
              <a:t>t</a:t>
            </a:r>
            <a:r>
              <a:rPr sz="2500" dirty="0">
                <a:latin typeface="Times New Roman"/>
                <a:cs typeface="Times New Roman"/>
              </a:rPr>
              <a:t>y 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to  its  </a:t>
            </a:r>
            <a:r>
              <a:rPr sz="2500" spc="-10" dirty="0">
                <a:latin typeface="Times New Roman"/>
                <a:cs typeface="Times New Roman"/>
              </a:rPr>
              <a:t>c</a:t>
            </a:r>
            <a:r>
              <a:rPr sz="2500" spc="-20" dirty="0">
                <a:latin typeface="Times New Roman"/>
                <a:cs typeface="Times New Roman"/>
              </a:rPr>
              <a:t>i</a:t>
            </a:r>
            <a:r>
              <a:rPr sz="2500" dirty="0">
                <a:latin typeface="Times New Roman"/>
                <a:cs typeface="Times New Roman"/>
              </a:rPr>
              <a:t>ti</a:t>
            </a:r>
            <a:r>
              <a:rPr sz="2500" spc="-10" dirty="0">
                <a:latin typeface="Times New Roman"/>
                <a:cs typeface="Times New Roman"/>
              </a:rPr>
              <a:t>ze</a:t>
            </a:r>
            <a:r>
              <a:rPr sz="2500" dirty="0">
                <a:latin typeface="Times New Roman"/>
                <a:cs typeface="Times New Roman"/>
              </a:rPr>
              <a:t>n</a:t>
            </a:r>
            <a:r>
              <a:rPr sz="2500" spc="25" dirty="0">
                <a:latin typeface="Times New Roman"/>
                <a:cs typeface="Times New Roman"/>
              </a:rPr>
              <a:t>s</a:t>
            </a:r>
            <a:r>
              <a:rPr sz="2500" dirty="0">
                <a:latin typeface="Times New Roman"/>
                <a:cs typeface="Times New Roman"/>
              </a:rPr>
              <a:t>.  </a:t>
            </a:r>
            <a:r>
              <a:rPr sz="2500" spc="-4" dirty="0">
                <a:latin typeface="Times New Roman"/>
                <a:cs typeface="Times New Roman"/>
              </a:rPr>
              <a:t>A</a:t>
            </a:r>
            <a:r>
              <a:rPr sz="2500" spc="-20" dirty="0">
                <a:latin typeface="Times New Roman"/>
                <a:cs typeface="Times New Roman"/>
              </a:rPr>
              <a:t>m</a:t>
            </a:r>
            <a:r>
              <a:rPr sz="2500" dirty="0">
                <a:latin typeface="Times New Roman"/>
                <a:cs typeface="Times New Roman"/>
              </a:rPr>
              <a:t>ong </a:t>
            </a:r>
            <a:r>
              <a:rPr sz="2500" spc="20" dirty="0">
                <a:latin typeface="Times New Roman"/>
                <a:cs typeface="Times New Roman"/>
              </a:rPr>
              <a:t> </a:t>
            </a:r>
            <a:r>
              <a:rPr sz="2500" spc="-20" dirty="0">
                <a:latin typeface="Times New Roman"/>
                <a:cs typeface="Times New Roman"/>
              </a:rPr>
              <a:t>t</a:t>
            </a:r>
            <a:r>
              <a:rPr sz="2500" dirty="0">
                <a:latin typeface="Times New Roman"/>
                <a:cs typeface="Times New Roman"/>
              </a:rPr>
              <a:t>h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m 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the 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Times New Roman"/>
                <a:cs typeface="Times New Roman"/>
              </a:rPr>
              <a:t>c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spc="-20" dirty="0">
                <a:latin typeface="Times New Roman"/>
                <a:cs typeface="Times New Roman"/>
              </a:rPr>
              <a:t>l</a:t>
            </a:r>
            <a:r>
              <a:rPr sz="2500" dirty="0">
                <a:latin typeface="Times New Roman"/>
                <a:cs typeface="Times New Roman"/>
              </a:rPr>
              <a:t>lul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r </a:t>
            </a:r>
            <a:r>
              <a:rPr sz="2500" spc="-20" dirty="0">
                <a:latin typeface="Times New Roman"/>
                <a:cs typeface="Times New Roman"/>
              </a:rPr>
              <a:t>m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spc="14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k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t</a:t>
            </a:r>
            <a:r>
              <a:rPr sz="2500" spc="1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is</a:t>
            </a:r>
            <a:r>
              <a:rPr sz="2500" spc="145" dirty="0">
                <a:latin typeface="Times New Roman"/>
                <a:cs typeface="Times New Roman"/>
              </a:rPr>
              <a:t> </a:t>
            </a:r>
            <a:r>
              <a:rPr sz="2500" spc="-25" dirty="0">
                <a:latin typeface="Times New Roman"/>
                <a:cs typeface="Times New Roman"/>
              </a:rPr>
              <a:t>g</a:t>
            </a:r>
            <a:r>
              <a:rPr sz="2500" spc="14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o</a:t>
            </a:r>
            <a:r>
              <a:rPr sz="2500" spc="-30" dirty="0">
                <a:latin typeface="Times New Roman"/>
                <a:cs typeface="Times New Roman"/>
              </a:rPr>
              <a:t>w</a:t>
            </a:r>
            <a:r>
              <a:rPr sz="2500" spc="25" dirty="0">
                <a:latin typeface="Times New Roman"/>
                <a:cs typeface="Times New Roman"/>
              </a:rPr>
              <a:t>i</a:t>
            </a:r>
            <a:r>
              <a:rPr sz="2500" dirty="0">
                <a:latin typeface="Times New Roman"/>
                <a:cs typeface="Times New Roman"/>
              </a:rPr>
              <a:t>ng</a:t>
            </a:r>
            <a:r>
              <a:rPr sz="2500" spc="1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</a:t>
            </a:r>
            <a:r>
              <a:rPr sz="2500" spc="-25" dirty="0">
                <a:latin typeface="Times New Roman"/>
                <a:cs typeface="Times New Roman"/>
              </a:rPr>
              <a:t>h</a:t>
            </a:r>
            <a:r>
              <a:rPr sz="2500" spc="14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o</a:t>
            </a:r>
            <a:r>
              <a:rPr sz="2500" spc="-25" dirty="0">
                <a:latin typeface="Times New Roman"/>
                <a:cs typeface="Times New Roman"/>
              </a:rPr>
              <a:t>u</a:t>
            </a:r>
            <a:r>
              <a:rPr sz="2500" dirty="0">
                <a:latin typeface="Times New Roman"/>
                <a:cs typeface="Times New Roman"/>
              </a:rPr>
              <a:t>gh</a:t>
            </a:r>
            <a:r>
              <a:rPr sz="2500" spc="14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d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spc="-25" dirty="0">
                <a:latin typeface="Times New Roman"/>
                <a:cs typeface="Times New Roman"/>
              </a:rPr>
              <a:t>p</a:t>
            </a:r>
            <a:r>
              <a:rPr sz="2500" dirty="0">
                <a:latin typeface="Times New Roman"/>
                <a:cs typeface="Times New Roman"/>
              </a:rPr>
              <a:t>t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ti</a:t>
            </a:r>
            <a:r>
              <a:rPr sz="2500" spc="-25" dirty="0">
                <a:latin typeface="Times New Roman"/>
                <a:cs typeface="Times New Roman"/>
              </a:rPr>
              <a:t>o</a:t>
            </a:r>
            <a:r>
              <a:rPr sz="2500" dirty="0">
                <a:latin typeface="Times New Roman"/>
                <a:cs typeface="Times New Roman"/>
              </a:rPr>
              <a:t>n</a:t>
            </a:r>
            <a:r>
              <a:rPr sz="2500" spc="14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nd</a:t>
            </a:r>
            <a:r>
              <a:rPr sz="2500" spc="140" dirty="0">
                <a:latin typeface="Times New Roman"/>
                <a:cs typeface="Times New Roman"/>
              </a:rPr>
              <a:t> </a:t>
            </a:r>
            <a:r>
              <a:rPr sz="2500" spc="-20" dirty="0">
                <a:latin typeface="Times New Roman"/>
                <a:cs typeface="Times New Roman"/>
              </a:rPr>
              <a:t>m</a:t>
            </a:r>
            <a:r>
              <a:rPr sz="2500" dirty="0">
                <a:latin typeface="Times New Roman"/>
                <a:cs typeface="Times New Roman"/>
              </a:rPr>
              <a:t>odi</a:t>
            </a:r>
            <a:r>
              <a:rPr sz="2500" spc="-10" dirty="0">
                <a:latin typeface="Times New Roman"/>
                <a:cs typeface="Times New Roman"/>
              </a:rPr>
              <a:t>f</a:t>
            </a:r>
            <a:r>
              <a:rPr sz="2500" dirty="0">
                <a:latin typeface="Times New Roman"/>
                <a:cs typeface="Times New Roman"/>
              </a:rPr>
              <a:t>i</a:t>
            </a:r>
            <a:r>
              <a:rPr sz="2500" spc="-10" dirty="0">
                <a:latin typeface="Times New Roman"/>
                <a:cs typeface="Times New Roman"/>
              </a:rPr>
              <a:t>ca</a:t>
            </a:r>
            <a:r>
              <a:rPr sz="2500" dirty="0">
                <a:latin typeface="Times New Roman"/>
                <a:cs typeface="Times New Roman"/>
              </a:rPr>
              <a:t>tion of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the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innov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tive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p</a:t>
            </a:r>
            <a:r>
              <a:rPr sz="2500" spc="14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odu</a:t>
            </a:r>
            <a:r>
              <a:rPr sz="2500" spc="-10" dirty="0">
                <a:latin typeface="Times New Roman"/>
                <a:cs typeface="Times New Roman"/>
              </a:rPr>
              <a:t>c</a:t>
            </a:r>
            <a:r>
              <a:rPr sz="2500" dirty="0">
                <a:latin typeface="Times New Roman"/>
                <a:cs typeface="Times New Roman"/>
              </a:rPr>
              <a:t>t by the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spc="14" dirty="0">
                <a:latin typeface="Times New Roman"/>
                <a:cs typeface="Times New Roman"/>
              </a:rPr>
              <a:t>I</a:t>
            </a:r>
            <a:r>
              <a:rPr sz="2500" dirty="0">
                <a:latin typeface="Times New Roman"/>
                <a:cs typeface="Times New Roman"/>
              </a:rPr>
              <a:t>nnov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t</a:t>
            </a:r>
            <a:r>
              <a:rPr sz="2500" spc="25" dirty="0">
                <a:latin typeface="Times New Roman"/>
                <a:cs typeface="Times New Roman"/>
              </a:rPr>
              <a:t>i</a:t>
            </a:r>
            <a:r>
              <a:rPr sz="2500" dirty="0">
                <a:latin typeface="Times New Roman"/>
                <a:cs typeface="Times New Roman"/>
              </a:rPr>
              <a:t>ve</a:t>
            </a:r>
            <a:r>
              <a:rPr sz="2500" spc="-60" dirty="0">
                <a:latin typeface="Times New Roman"/>
                <a:cs typeface="Times New Roman"/>
              </a:rPr>
              <a:t> </a:t>
            </a:r>
            <a:r>
              <a:rPr sz="2500" spc="4" dirty="0">
                <a:latin typeface="Times New Roman"/>
                <a:cs typeface="Times New Roman"/>
              </a:rPr>
              <a:t>C</a:t>
            </a:r>
            <a:r>
              <a:rPr sz="2500" dirty="0">
                <a:latin typeface="Times New Roman"/>
                <a:cs typeface="Times New Roman"/>
              </a:rPr>
              <a:t>o</a:t>
            </a:r>
            <a:r>
              <a:rPr sz="2500" spc="-20" dirty="0">
                <a:latin typeface="Times New Roman"/>
                <a:cs typeface="Times New Roman"/>
              </a:rPr>
              <a:t>m</a:t>
            </a:r>
            <a:r>
              <a:rPr sz="2500" dirty="0">
                <a:latin typeface="Times New Roman"/>
                <a:cs typeface="Times New Roman"/>
              </a:rPr>
              <a:t>p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n</a:t>
            </a:r>
            <a:r>
              <a:rPr sz="2500" spc="-20" dirty="0">
                <a:latin typeface="Times New Roman"/>
                <a:cs typeface="Times New Roman"/>
              </a:rPr>
              <a:t>i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s.</a:t>
            </a:r>
            <a:endParaRPr sz="2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1" y="457201"/>
            <a:ext cx="9144000" cy="6857999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0" y="6857999"/>
                </a:moveTo>
                <a:lnTo>
                  <a:pt x="9143999" y="6857999"/>
                </a:lnTo>
                <a:lnTo>
                  <a:pt x="914399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A5A5A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7201" y="681228"/>
            <a:ext cx="2145791" cy="66339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209801" y="990601"/>
            <a:ext cx="7010400" cy="5943600"/>
          </a:xfrm>
          <a:custGeom>
            <a:avLst/>
            <a:gdLst/>
            <a:ahLst/>
            <a:cxnLst/>
            <a:rect l="l" t="t" r="r" b="b"/>
            <a:pathLst>
              <a:path w="7010400" h="5943600">
                <a:moveTo>
                  <a:pt x="0" y="5943599"/>
                </a:moveTo>
                <a:lnTo>
                  <a:pt x="7010399" y="5943599"/>
                </a:lnTo>
                <a:lnTo>
                  <a:pt x="7010399" y="0"/>
                </a:lnTo>
                <a:lnTo>
                  <a:pt x="0" y="0"/>
                </a:lnTo>
                <a:lnTo>
                  <a:pt x="0" y="59435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209801" y="990601"/>
            <a:ext cx="7010400" cy="5943600"/>
          </a:xfrm>
          <a:custGeom>
            <a:avLst/>
            <a:gdLst/>
            <a:ahLst/>
            <a:cxnLst/>
            <a:rect l="l" t="t" r="r" b="b"/>
            <a:pathLst>
              <a:path w="7010400" h="5943600">
                <a:moveTo>
                  <a:pt x="0" y="5943599"/>
                </a:moveTo>
                <a:lnTo>
                  <a:pt x="7010399" y="5943599"/>
                </a:lnTo>
                <a:lnTo>
                  <a:pt x="7010399" y="0"/>
                </a:lnTo>
                <a:lnTo>
                  <a:pt x="0" y="0"/>
                </a:lnTo>
                <a:lnTo>
                  <a:pt x="0" y="5943599"/>
                </a:lnTo>
                <a:close/>
              </a:path>
            </a:pathLst>
          </a:custGeom>
          <a:ln w="15239">
            <a:solidFill>
              <a:srgbClr val="71855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290117" y="1085260"/>
            <a:ext cx="6852920" cy="15347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558" marR="5080" indent="-342859" algn="just"/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3.</a:t>
            </a:r>
            <a:r>
              <a:rPr sz="2500" spc="16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500" spc="4" dirty="0">
                <a:solidFill>
                  <a:srgbClr val="C00000"/>
                </a:solidFill>
                <a:latin typeface="Times New Roman"/>
                <a:cs typeface="Times New Roman"/>
              </a:rPr>
              <a:t>F</a:t>
            </a:r>
            <a:r>
              <a:rPr sz="2500" spc="-10" dirty="0">
                <a:solidFill>
                  <a:srgbClr val="C00000"/>
                </a:solidFill>
                <a:latin typeface="Times New Roman"/>
                <a:cs typeface="Times New Roman"/>
              </a:rPr>
              <a:t>a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b</a:t>
            </a:r>
            <a:r>
              <a:rPr sz="2500" spc="-20" dirty="0">
                <a:solidFill>
                  <a:srgbClr val="C00000"/>
                </a:solidFill>
                <a:latin typeface="Times New Roman"/>
                <a:cs typeface="Times New Roman"/>
              </a:rPr>
              <a:t>i</a:t>
            </a:r>
            <a:r>
              <a:rPr sz="2500" spc="10" dirty="0">
                <a:solidFill>
                  <a:srgbClr val="C00000"/>
                </a:solidFill>
                <a:latin typeface="Times New Roman"/>
                <a:cs typeface="Times New Roman"/>
              </a:rPr>
              <a:t>a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n</a:t>
            </a:r>
            <a:r>
              <a:rPr sz="2500" dirty="0">
                <a:latin typeface="Times New Roman"/>
                <a:cs typeface="Times New Roman"/>
              </a:rPr>
              <a:t>:</a:t>
            </a:r>
            <a:r>
              <a:rPr sz="2500" spc="145" dirty="0">
                <a:latin typeface="Times New Roman"/>
                <a:cs typeface="Times New Roman"/>
              </a:rPr>
              <a:t> </a:t>
            </a:r>
            <a:r>
              <a:rPr sz="2500" spc="4" dirty="0">
                <a:latin typeface="Times New Roman"/>
                <a:cs typeface="Times New Roman"/>
              </a:rPr>
              <a:t>F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bi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n</a:t>
            </a:r>
            <a:r>
              <a:rPr sz="2500" spc="16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nt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p</a:t>
            </a:r>
            <a:r>
              <a:rPr sz="2500" spc="-10" dirty="0">
                <a:latin typeface="Times New Roman"/>
                <a:cs typeface="Times New Roman"/>
              </a:rPr>
              <a:t>re</a:t>
            </a:r>
            <a:r>
              <a:rPr sz="2500" dirty="0">
                <a:latin typeface="Times New Roman"/>
                <a:cs typeface="Times New Roman"/>
              </a:rPr>
              <a:t>n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spc="-25" dirty="0">
                <a:latin typeface="Times New Roman"/>
                <a:cs typeface="Times New Roman"/>
              </a:rPr>
              <a:t>u</a:t>
            </a:r>
            <a:r>
              <a:rPr sz="2500" spc="14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s</a:t>
            </a:r>
            <a:r>
              <a:rPr sz="2500" spc="17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ar</a:t>
            </a:r>
            <a:r>
              <a:rPr sz="2500" dirty="0">
                <a:latin typeface="Times New Roman"/>
                <a:cs typeface="Times New Roman"/>
              </a:rPr>
              <a:t>e</a:t>
            </a:r>
            <a:r>
              <a:rPr sz="2500" spc="15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l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spc="-10" dirty="0">
                <a:latin typeface="Times New Roman"/>
                <a:cs typeface="Times New Roman"/>
              </a:rPr>
              <a:t>z</a:t>
            </a:r>
            <a:r>
              <a:rPr sz="2500" dirty="0">
                <a:latin typeface="Times New Roman"/>
                <a:cs typeface="Times New Roman"/>
              </a:rPr>
              <a:t>y</a:t>
            </a:r>
            <a:r>
              <a:rPr sz="2500" spc="140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nd</a:t>
            </a:r>
            <a:r>
              <a:rPr sz="2500" spc="16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sh</a:t>
            </a:r>
            <a:r>
              <a:rPr sz="2500" spc="-170" dirty="0">
                <a:latin typeface="Times New Roman"/>
                <a:cs typeface="Times New Roman"/>
              </a:rPr>
              <a:t>y</a:t>
            </a:r>
            <a:r>
              <a:rPr sz="2500" dirty="0">
                <a:latin typeface="Times New Roman"/>
                <a:cs typeface="Times New Roman"/>
              </a:rPr>
              <a:t>.</a:t>
            </a:r>
            <a:r>
              <a:rPr sz="2500" spc="165" dirty="0">
                <a:latin typeface="Times New Roman"/>
                <a:cs typeface="Times New Roman"/>
              </a:rPr>
              <a:t> </a:t>
            </a:r>
            <a:r>
              <a:rPr sz="2500" spc="-4" dirty="0">
                <a:latin typeface="Times New Roman"/>
                <a:cs typeface="Times New Roman"/>
              </a:rPr>
              <a:t>T</a:t>
            </a:r>
            <a:r>
              <a:rPr sz="2500" dirty="0">
                <a:latin typeface="Times New Roman"/>
                <a:cs typeface="Times New Roman"/>
              </a:rPr>
              <a:t>h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y l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spc="10" dirty="0">
                <a:latin typeface="Times New Roman"/>
                <a:cs typeface="Times New Roman"/>
              </a:rPr>
              <a:t>c</a:t>
            </a:r>
            <a:r>
              <a:rPr sz="2500" dirty="0">
                <a:latin typeface="Times New Roman"/>
                <a:cs typeface="Times New Roman"/>
              </a:rPr>
              <a:t>k</a:t>
            </a:r>
            <a:r>
              <a:rPr sz="2500" spc="28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</a:t>
            </a:r>
            <a:r>
              <a:rPr sz="2500" spc="-25" dirty="0">
                <a:latin typeface="Times New Roman"/>
                <a:cs typeface="Times New Roman"/>
              </a:rPr>
              <a:t>h</a:t>
            </a:r>
            <a:r>
              <a:rPr sz="2500" dirty="0">
                <a:latin typeface="Times New Roman"/>
                <a:cs typeface="Times New Roman"/>
              </a:rPr>
              <a:t>e </a:t>
            </a:r>
            <a:r>
              <a:rPr sz="2500" spc="-300" dirty="0">
                <a:latin typeface="Times New Roman"/>
                <a:cs typeface="Times New Roman"/>
              </a:rPr>
              <a:t> </a:t>
            </a:r>
            <a:r>
              <a:rPr sz="2500" spc="-4" dirty="0">
                <a:latin typeface="Times New Roman"/>
                <a:cs typeface="Times New Roman"/>
              </a:rPr>
              <a:t>w</a:t>
            </a:r>
            <a:r>
              <a:rPr sz="2500" dirty="0">
                <a:latin typeface="Times New Roman"/>
                <a:cs typeface="Times New Roman"/>
              </a:rPr>
              <a:t>i</a:t>
            </a:r>
            <a:r>
              <a:rPr sz="2500" spc="-20" dirty="0">
                <a:latin typeface="Times New Roman"/>
                <a:cs typeface="Times New Roman"/>
              </a:rPr>
              <a:t>l</a:t>
            </a:r>
            <a:r>
              <a:rPr sz="2500" dirty="0">
                <a:latin typeface="Times New Roman"/>
                <a:cs typeface="Times New Roman"/>
              </a:rPr>
              <a:t>l  </a:t>
            </a:r>
            <a:r>
              <a:rPr sz="2500" spc="25" dirty="0">
                <a:latin typeface="Times New Roman"/>
                <a:cs typeface="Times New Roman"/>
              </a:rPr>
              <a:t> </a:t>
            </a:r>
            <a:r>
              <a:rPr sz="2500" spc="-20" dirty="0">
                <a:latin typeface="Times New Roman"/>
                <a:cs typeface="Times New Roman"/>
              </a:rPr>
              <a:t>t</a:t>
            </a:r>
            <a:r>
              <a:rPr sz="2500" dirty="0">
                <a:latin typeface="Times New Roman"/>
                <a:cs typeface="Times New Roman"/>
              </a:rPr>
              <a:t>o</a:t>
            </a:r>
            <a:r>
              <a:rPr sz="2500" spc="285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dopt</a:t>
            </a:r>
            <a:r>
              <a:rPr sz="2500" spc="29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n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w</a:t>
            </a:r>
            <a:r>
              <a:rPr sz="2500" spc="280" dirty="0">
                <a:latin typeface="Times New Roman"/>
                <a:cs typeface="Times New Roman"/>
              </a:rPr>
              <a:t> </a:t>
            </a:r>
            <a:r>
              <a:rPr sz="2500" spc="-20" dirty="0">
                <a:latin typeface="Times New Roman"/>
                <a:cs typeface="Times New Roman"/>
              </a:rPr>
              <a:t>m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tho</a:t>
            </a:r>
            <a:r>
              <a:rPr sz="2500" spc="-25" dirty="0">
                <a:latin typeface="Times New Roman"/>
                <a:cs typeface="Times New Roman"/>
              </a:rPr>
              <a:t>d</a:t>
            </a:r>
            <a:r>
              <a:rPr sz="2500" dirty="0">
                <a:latin typeface="Times New Roman"/>
                <a:cs typeface="Times New Roman"/>
              </a:rPr>
              <a:t>s </a:t>
            </a:r>
            <a:r>
              <a:rPr sz="2500" spc="-29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of </a:t>
            </a:r>
            <a:r>
              <a:rPr sz="2500" spc="-30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p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odu</a:t>
            </a:r>
            <a:r>
              <a:rPr sz="2500" spc="-10" dirty="0">
                <a:latin typeface="Times New Roman"/>
                <a:cs typeface="Times New Roman"/>
              </a:rPr>
              <a:t>c</a:t>
            </a:r>
            <a:r>
              <a:rPr sz="2500" dirty="0">
                <a:latin typeface="Times New Roman"/>
                <a:cs typeface="Times New Roman"/>
              </a:rPr>
              <a:t>tion. </a:t>
            </a:r>
            <a:r>
              <a:rPr sz="2500" spc="-14" dirty="0">
                <a:latin typeface="Times New Roman"/>
                <a:cs typeface="Times New Roman"/>
              </a:rPr>
              <a:t>F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bi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n  </a:t>
            </a:r>
            <a:r>
              <a:rPr sz="2500" spc="-17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ar</a:t>
            </a:r>
            <a:r>
              <a:rPr sz="2500" dirty="0">
                <a:latin typeface="Times New Roman"/>
                <a:cs typeface="Times New Roman"/>
              </a:rPr>
              <a:t>e  </a:t>
            </a:r>
            <a:r>
              <a:rPr sz="2500" spc="-181" dirty="0">
                <a:latin typeface="Times New Roman"/>
                <a:cs typeface="Times New Roman"/>
              </a:rPr>
              <a:t> </a:t>
            </a:r>
            <a:r>
              <a:rPr sz="2500" spc="-20" dirty="0">
                <a:latin typeface="Times New Roman"/>
                <a:cs typeface="Times New Roman"/>
              </a:rPr>
              <a:t>m</a:t>
            </a:r>
            <a:r>
              <a:rPr sz="2500" dirty="0">
                <a:latin typeface="Times New Roman"/>
                <a:cs typeface="Times New Roman"/>
              </a:rPr>
              <a:t>o</a:t>
            </a:r>
            <a:r>
              <a:rPr sz="2500" spc="14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e  </a:t>
            </a:r>
            <a:r>
              <a:rPr sz="2500" spc="-181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p</a:t>
            </a:r>
            <a:r>
              <a:rPr sz="2500" spc="-25" dirty="0">
                <a:latin typeface="Times New Roman"/>
                <a:cs typeface="Times New Roman"/>
              </a:rPr>
              <a:t>p</a:t>
            </a:r>
            <a:r>
              <a:rPr sz="2500" dirty="0">
                <a:latin typeface="Times New Roman"/>
                <a:cs typeface="Times New Roman"/>
              </a:rPr>
              <a:t>li</a:t>
            </a:r>
            <a:r>
              <a:rPr sz="2500" spc="-10" dirty="0">
                <a:latin typeface="Times New Roman"/>
                <a:cs typeface="Times New Roman"/>
              </a:rPr>
              <a:t>ca</a:t>
            </a:r>
            <a:r>
              <a:rPr sz="2500" dirty="0">
                <a:latin typeface="Times New Roman"/>
                <a:cs typeface="Times New Roman"/>
              </a:rPr>
              <a:t>ble  </a:t>
            </a:r>
            <a:r>
              <a:rPr sz="2500" spc="-181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in  </a:t>
            </a:r>
            <a:r>
              <a:rPr sz="2500" spc="-19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the  </a:t>
            </a:r>
            <a:r>
              <a:rPr sz="2500" spc="-181" dirty="0">
                <a:latin typeface="Times New Roman"/>
                <a:cs typeface="Times New Roman"/>
              </a:rPr>
              <a:t> </a:t>
            </a:r>
            <a:r>
              <a:rPr sz="2500" spc="14" dirty="0">
                <a:latin typeface="Times New Roman"/>
                <a:cs typeface="Times New Roman"/>
              </a:rPr>
              <a:t>I</a:t>
            </a:r>
            <a:r>
              <a:rPr sz="2500" dirty="0">
                <a:latin typeface="Times New Roman"/>
                <a:cs typeface="Times New Roman"/>
              </a:rPr>
              <a:t>n</a:t>
            </a:r>
            <a:r>
              <a:rPr sz="2500" spc="-25" dirty="0">
                <a:latin typeface="Times New Roman"/>
                <a:cs typeface="Times New Roman"/>
              </a:rPr>
              <a:t>d</a:t>
            </a:r>
            <a:r>
              <a:rPr sz="2500" dirty="0">
                <a:latin typeface="Times New Roman"/>
                <a:cs typeface="Times New Roman"/>
              </a:rPr>
              <a:t>i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n  </a:t>
            </a:r>
            <a:r>
              <a:rPr sz="2500" spc="-19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u</a:t>
            </a:r>
            <a:r>
              <a:rPr sz="2500" spc="14" dirty="0">
                <a:latin typeface="Times New Roman"/>
                <a:cs typeface="Times New Roman"/>
              </a:rPr>
              <a:t>r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l 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g</a:t>
            </a:r>
            <a:r>
              <a:rPr sz="2500" spc="14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i</a:t>
            </a:r>
            <a:r>
              <a:rPr sz="2500" spc="-10" dirty="0">
                <a:latin typeface="Times New Roman"/>
                <a:cs typeface="Times New Roman"/>
              </a:rPr>
              <a:t>c</a:t>
            </a:r>
            <a:r>
              <a:rPr sz="2500" dirty="0">
                <a:latin typeface="Times New Roman"/>
                <a:cs typeface="Times New Roman"/>
              </a:rPr>
              <a:t>ultu</a:t>
            </a:r>
            <a:r>
              <a:rPr sz="2500" spc="14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e</a:t>
            </a:r>
            <a:r>
              <a:rPr sz="2500" spc="-60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nvi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on</a:t>
            </a:r>
            <a:r>
              <a:rPr sz="2500" spc="-20" dirty="0">
                <a:latin typeface="Times New Roman"/>
                <a:cs typeface="Times New Roman"/>
              </a:rPr>
              <a:t>m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nt</a:t>
            </a:r>
            <a:r>
              <a:rPr sz="2500" b="1" u="heavy" dirty="0">
                <a:latin typeface="Times New Roman"/>
                <a:cs typeface="Times New Roman"/>
              </a:rPr>
              <a:t>.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90117" y="2674730"/>
            <a:ext cx="6852284" cy="26930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4924" marR="5080" indent="-342859" algn="just"/>
            <a:r>
              <a:rPr sz="2500" dirty="0">
                <a:latin typeface="Times New Roman"/>
                <a:cs typeface="Times New Roman"/>
              </a:rPr>
              <a:t>4. </a:t>
            </a:r>
            <a:r>
              <a:rPr sz="2500" spc="-219" dirty="0">
                <a:latin typeface="Times New Roman"/>
                <a:cs typeface="Times New Roman"/>
              </a:rPr>
              <a:t> </a:t>
            </a:r>
            <a:r>
              <a:rPr sz="2500" spc="-4" dirty="0">
                <a:solidFill>
                  <a:srgbClr val="C00000"/>
                </a:solidFill>
                <a:latin typeface="Times New Roman"/>
                <a:cs typeface="Times New Roman"/>
              </a:rPr>
              <a:t>D</a:t>
            </a:r>
            <a:r>
              <a:rPr sz="2500" spc="14" dirty="0">
                <a:solidFill>
                  <a:srgbClr val="C00000"/>
                </a:solidFill>
                <a:latin typeface="Times New Roman"/>
                <a:cs typeface="Times New Roman"/>
              </a:rPr>
              <a:t>r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on</a:t>
            </a:r>
            <a:r>
              <a:rPr sz="2500" spc="-10" dirty="0">
                <a:solidFill>
                  <a:srgbClr val="C00000"/>
                </a:solidFill>
                <a:latin typeface="Times New Roman"/>
                <a:cs typeface="Times New Roman"/>
              </a:rPr>
              <a:t>e</a:t>
            </a:r>
            <a:r>
              <a:rPr sz="2500" dirty="0">
                <a:solidFill>
                  <a:srgbClr val="C00000"/>
                </a:solidFill>
                <a:latin typeface="Times New Roman"/>
                <a:cs typeface="Times New Roman"/>
              </a:rPr>
              <a:t>: </a:t>
            </a:r>
            <a:r>
              <a:rPr sz="2500" spc="-2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500" spc="-4" dirty="0">
                <a:latin typeface="Times New Roman"/>
                <a:cs typeface="Times New Roman"/>
              </a:rPr>
              <a:t>D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one </a:t>
            </a:r>
            <a:r>
              <a:rPr sz="2500" spc="-230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n</a:t>
            </a:r>
            <a:r>
              <a:rPr sz="2500" spc="-20" dirty="0">
                <a:latin typeface="Times New Roman"/>
                <a:cs typeface="Times New Roman"/>
              </a:rPr>
              <a:t>t</a:t>
            </a:r>
            <a:r>
              <a:rPr sz="2500" spc="14" dirty="0">
                <a:latin typeface="Times New Roman"/>
                <a:cs typeface="Times New Roman"/>
              </a:rPr>
              <a:t>r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p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n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ur </a:t>
            </a:r>
            <a:r>
              <a:rPr sz="2500" spc="-2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is </a:t>
            </a:r>
            <a:r>
              <a:rPr sz="2500" spc="-21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one </a:t>
            </a:r>
            <a:r>
              <a:rPr sz="2500" spc="-230" dirty="0">
                <a:latin typeface="Times New Roman"/>
                <a:cs typeface="Times New Roman"/>
              </a:rPr>
              <a:t> </a:t>
            </a:r>
            <a:r>
              <a:rPr sz="2500" spc="-4" dirty="0">
                <a:latin typeface="Times New Roman"/>
                <a:cs typeface="Times New Roman"/>
              </a:rPr>
              <a:t>w</a:t>
            </a:r>
            <a:r>
              <a:rPr sz="2500" dirty="0">
                <a:latin typeface="Times New Roman"/>
                <a:cs typeface="Times New Roman"/>
              </a:rPr>
              <a:t>ho </a:t>
            </a:r>
            <a:r>
              <a:rPr sz="2500" spc="-219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f</a:t>
            </a:r>
            <a:r>
              <a:rPr sz="2500" dirty="0">
                <a:latin typeface="Times New Roman"/>
                <a:cs typeface="Times New Roman"/>
              </a:rPr>
              <a:t>ollo</a:t>
            </a:r>
            <a:r>
              <a:rPr sz="2500" spc="-4" dirty="0">
                <a:latin typeface="Times New Roman"/>
                <a:cs typeface="Times New Roman"/>
              </a:rPr>
              <a:t>w</a:t>
            </a:r>
            <a:r>
              <a:rPr sz="2500" dirty="0">
                <a:latin typeface="Times New Roman"/>
                <a:cs typeface="Times New Roman"/>
              </a:rPr>
              <a:t>s </a:t>
            </a:r>
            <a:r>
              <a:rPr sz="2500" spc="-215" dirty="0">
                <a:latin typeface="Times New Roman"/>
                <a:cs typeface="Times New Roman"/>
              </a:rPr>
              <a:t> </a:t>
            </a:r>
            <a:r>
              <a:rPr sz="2500" spc="-20" dirty="0">
                <a:latin typeface="Times New Roman"/>
                <a:cs typeface="Times New Roman"/>
              </a:rPr>
              <a:t>t</a:t>
            </a:r>
            <a:r>
              <a:rPr sz="2500" dirty="0">
                <a:latin typeface="Times New Roman"/>
                <a:cs typeface="Times New Roman"/>
              </a:rPr>
              <a:t>he t</a:t>
            </a:r>
            <a:r>
              <a:rPr sz="2500" spc="-10" dirty="0">
                <a:latin typeface="Times New Roman"/>
                <a:cs typeface="Times New Roman"/>
              </a:rPr>
              <a:t>ra</a:t>
            </a:r>
            <a:r>
              <a:rPr sz="2500" dirty="0">
                <a:latin typeface="Times New Roman"/>
                <a:cs typeface="Times New Roman"/>
              </a:rPr>
              <a:t>di</a:t>
            </a:r>
            <a:r>
              <a:rPr sz="2500" spc="-20" dirty="0">
                <a:latin typeface="Times New Roman"/>
                <a:cs typeface="Times New Roman"/>
              </a:rPr>
              <a:t>t</a:t>
            </a:r>
            <a:r>
              <a:rPr sz="2500" dirty="0">
                <a:latin typeface="Times New Roman"/>
                <a:cs typeface="Times New Roman"/>
              </a:rPr>
              <a:t>ion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l  </a:t>
            </a:r>
            <a:r>
              <a:rPr sz="2500" spc="170" dirty="0">
                <a:latin typeface="Times New Roman"/>
                <a:cs typeface="Times New Roman"/>
              </a:rPr>
              <a:t> </a:t>
            </a:r>
            <a:r>
              <a:rPr sz="2500" spc="-20" dirty="0">
                <a:latin typeface="Times New Roman"/>
                <a:cs typeface="Times New Roman"/>
              </a:rPr>
              <a:t>m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spc="25" dirty="0">
                <a:latin typeface="Times New Roman"/>
                <a:cs typeface="Times New Roman"/>
              </a:rPr>
              <a:t>t</a:t>
            </a:r>
            <a:r>
              <a:rPr sz="2500" dirty="0">
                <a:latin typeface="Times New Roman"/>
                <a:cs typeface="Times New Roman"/>
              </a:rPr>
              <a:t>hods  </a:t>
            </a:r>
            <a:r>
              <a:rPr sz="2500" spc="17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of  </a:t>
            </a:r>
            <a:r>
              <a:rPr sz="2500" spc="16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p</a:t>
            </a:r>
            <a:r>
              <a:rPr sz="2500" spc="14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odu</a:t>
            </a:r>
            <a:r>
              <a:rPr sz="2500" spc="-10" dirty="0">
                <a:latin typeface="Times New Roman"/>
                <a:cs typeface="Times New Roman"/>
              </a:rPr>
              <a:t>c</a:t>
            </a:r>
            <a:r>
              <a:rPr sz="2500" spc="-20" dirty="0">
                <a:latin typeface="Times New Roman"/>
                <a:cs typeface="Times New Roman"/>
              </a:rPr>
              <a:t>t</a:t>
            </a:r>
            <a:r>
              <a:rPr sz="2500" dirty="0">
                <a:latin typeface="Times New Roman"/>
                <a:cs typeface="Times New Roman"/>
              </a:rPr>
              <a:t>ion.  </a:t>
            </a:r>
            <a:r>
              <a:rPr sz="2500" spc="191" dirty="0">
                <a:latin typeface="Times New Roman"/>
                <a:cs typeface="Times New Roman"/>
              </a:rPr>
              <a:t> </a:t>
            </a:r>
            <a:r>
              <a:rPr sz="2500" spc="-30" dirty="0">
                <a:latin typeface="Times New Roman"/>
                <a:cs typeface="Times New Roman"/>
              </a:rPr>
              <a:t>T</a:t>
            </a:r>
            <a:r>
              <a:rPr sz="2500" dirty="0">
                <a:latin typeface="Times New Roman"/>
                <a:cs typeface="Times New Roman"/>
              </a:rPr>
              <a:t>h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e  </a:t>
            </a:r>
            <a:r>
              <a:rPr sz="2500" spc="15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is  </a:t>
            </a:r>
            <a:r>
              <a:rPr sz="2500" spc="17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 </a:t>
            </a:r>
            <a:r>
              <a:rPr sz="2500" spc="-10" dirty="0">
                <a:latin typeface="Times New Roman"/>
                <a:cs typeface="Times New Roman"/>
              </a:rPr>
              <a:t>“</a:t>
            </a:r>
            <a:r>
              <a:rPr sz="2500" spc="4" dirty="0">
                <a:latin typeface="Times New Roman"/>
                <a:cs typeface="Times New Roman"/>
              </a:rPr>
              <a:t>B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spc="-10" dirty="0">
                <a:latin typeface="Times New Roman"/>
                <a:cs typeface="Times New Roman"/>
              </a:rPr>
              <a:t>ree</a:t>
            </a:r>
            <a:r>
              <a:rPr sz="2500" dirty="0">
                <a:latin typeface="Times New Roman"/>
                <a:cs typeface="Times New Roman"/>
              </a:rPr>
              <a:t>”  </a:t>
            </a:r>
            <a:r>
              <a:rPr sz="2500" spc="-15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(</a:t>
            </a:r>
            <a:r>
              <a:rPr sz="2500" spc="-4" dirty="0">
                <a:latin typeface="Times New Roman"/>
                <a:cs typeface="Times New Roman"/>
              </a:rPr>
              <a:t>O</a:t>
            </a:r>
            <a:r>
              <a:rPr sz="2500" dirty="0">
                <a:latin typeface="Times New Roman"/>
                <a:cs typeface="Times New Roman"/>
              </a:rPr>
              <a:t>ld  </a:t>
            </a:r>
            <a:r>
              <a:rPr sz="2500" spc="-17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f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spc="-25" dirty="0">
                <a:latin typeface="Times New Roman"/>
                <a:cs typeface="Times New Roman"/>
              </a:rPr>
              <a:t>s</a:t>
            </a:r>
            <a:r>
              <a:rPr sz="2500" dirty="0">
                <a:latin typeface="Times New Roman"/>
                <a:cs typeface="Times New Roman"/>
              </a:rPr>
              <a:t>hion  </a:t>
            </a:r>
            <a:r>
              <a:rPr sz="2500" spc="-17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tob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spc="-10" dirty="0">
                <a:latin typeface="Times New Roman"/>
                <a:cs typeface="Times New Roman"/>
              </a:rPr>
              <a:t>cc</a:t>
            </a:r>
            <a:r>
              <a:rPr sz="2500" dirty="0">
                <a:latin typeface="Times New Roman"/>
                <a:cs typeface="Times New Roman"/>
              </a:rPr>
              <a:t>o  </a:t>
            </a:r>
            <a:r>
              <a:rPr sz="2500" spc="-170" dirty="0">
                <a:latin typeface="Times New Roman"/>
                <a:cs typeface="Times New Roman"/>
              </a:rPr>
              <a:t> </a:t>
            </a:r>
            <a:r>
              <a:rPr sz="2500" spc="-20" dirty="0">
                <a:latin typeface="Times New Roman"/>
                <a:cs typeface="Times New Roman"/>
              </a:rPr>
              <a:t>m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king  </a:t>
            </a:r>
            <a:r>
              <a:rPr sz="2500" spc="-14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p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o</a:t>
            </a:r>
            <a:r>
              <a:rPr sz="2500" spc="-10" dirty="0">
                <a:latin typeface="Times New Roman"/>
                <a:cs typeface="Times New Roman"/>
              </a:rPr>
              <a:t>c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ss) p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odu</a:t>
            </a:r>
            <a:r>
              <a:rPr sz="2500" spc="10" dirty="0">
                <a:latin typeface="Times New Roman"/>
                <a:cs typeface="Times New Roman"/>
              </a:rPr>
              <a:t>c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r </a:t>
            </a:r>
            <a:r>
              <a:rPr sz="2500" spc="-225" dirty="0">
                <a:latin typeface="Times New Roman"/>
                <a:cs typeface="Times New Roman"/>
              </a:rPr>
              <a:t> </a:t>
            </a:r>
            <a:r>
              <a:rPr sz="2500" spc="4" dirty="0">
                <a:latin typeface="Times New Roman"/>
                <a:cs typeface="Times New Roman"/>
              </a:rPr>
              <a:t>C</a:t>
            </a:r>
            <a:r>
              <a:rPr sz="2500" dirty="0">
                <a:latin typeface="Times New Roman"/>
                <a:cs typeface="Times New Roman"/>
              </a:rPr>
              <a:t>o</a:t>
            </a:r>
            <a:r>
              <a:rPr sz="2500" spc="-10" dirty="0">
                <a:latin typeface="Times New Roman"/>
                <a:cs typeface="Times New Roman"/>
              </a:rPr>
              <a:t>-</a:t>
            </a:r>
            <a:r>
              <a:rPr sz="2500" dirty="0">
                <a:latin typeface="Times New Roman"/>
                <a:cs typeface="Times New Roman"/>
              </a:rPr>
              <a:t>op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spc="-20" dirty="0">
                <a:latin typeface="Times New Roman"/>
                <a:cs typeface="Times New Roman"/>
              </a:rPr>
              <a:t>t</a:t>
            </a:r>
            <a:r>
              <a:rPr sz="2500" dirty="0">
                <a:latin typeface="Times New Roman"/>
                <a:cs typeface="Times New Roman"/>
              </a:rPr>
              <a:t>i</a:t>
            </a:r>
            <a:r>
              <a:rPr sz="2500" spc="-25" dirty="0">
                <a:latin typeface="Times New Roman"/>
                <a:cs typeface="Times New Roman"/>
              </a:rPr>
              <a:t>v</a:t>
            </a:r>
            <a:r>
              <a:rPr sz="2500" dirty="0">
                <a:latin typeface="Times New Roman"/>
                <a:cs typeface="Times New Roman"/>
              </a:rPr>
              <a:t>e </a:t>
            </a:r>
            <a:r>
              <a:rPr sz="2500" spc="-204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t </a:t>
            </a:r>
            <a:r>
              <a:rPr sz="2500" spc="-21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us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s </a:t>
            </a:r>
            <a:r>
              <a:rPr sz="2500" spc="-21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spc="-20" dirty="0">
                <a:latin typeface="Times New Roman"/>
                <a:cs typeface="Times New Roman"/>
              </a:rPr>
              <a:t>m</a:t>
            </a:r>
            <a:r>
              <a:rPr sz="2500" dirty="0">
                <a:latin typeface="Times New Roman"/>
                <a:cs typeface="Times New Roman"/>
              </a:rPr>
              <a:t>p</a:t>
            </a:r>
            <a:r>
              <a:rPr sz="2500" spc="25" dirty="0">
                <a:latin typeface="Times New Roman"/>
                <a:cs typeface="Times New Roman"/>
              </a:rPr>
              <a:t>l</a:t>
            </a:r>
            <a:r>
              <a:rPr sz="2500" dirty="0">
                <a:latin typeface="Times New Roman"/>
                <a:cs typeface="Times New Roman"/>
              </a:rPr>
              <a:t>oy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e </a:t>
            </a:r>
            <a:r>
              <a:rPr sz="2500" spc="-23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to </a:t>
            </a:r>
            <a:r>
              <a:rPr sz="2500" spc="-219" dirty="0">
                <a:latin typeface="Times New Roman"/>
                <a:cs typeface="Times New Roman"/>
              </a:rPr>
              <a:t> </a:t>
            </a:r>
            <a:r>
              <a:rPr sz="2500" spc="-20" dirty="0">
                <a:latin typeface="Times New Roman"/>
                <a:cs typeface="Times New Roman"/>
              </a:rPr>
              <a:t>m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ke the </a:t>
            </a:r>
            <a:r>
              <a:rPr sz="2500" spc="11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tob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spc="10" dirty="0">
                <a:latin typeface="Times New Roman"/>
                <a:cs typeface="Times New Roman"/>
              </a:rPr>
              <a:t>c</a:t>
            </a:r>
            <a:r>
              <a:rPr sz="2500" spc="-10" dirty="0">
                <a:latin typeface="Times New Roman"/>
                <a:cs typeface="Times New Roman"/>
              </a:rPr>
              <a:t>c</a:t>
            </a:r>
            <a:r>
              <a:rPr sz="2500" dirty="0">
                <a:latin typeface="Times New Roman"/>
                <a:cs typeface="Times New Roman"/>
              </a:rPr>
              <a:t>o </a:t>
            </a:r>
            <a:r>
              <a:rPr sz="2500" spc="1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by </a:t>
            </a:r>
            <a:r>
              <a:rPr sz="2500" spc="1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h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nd. </a:t>
            </a:r>
            <a:r>
              <a:rPr sz="2500" spc="120" dirty="0">
                <a:latin typeface="Times New Roman"/>
                <a:cs typeface="Times New Roman"/>
              </a:rPr>
              <a:t> </a:t>
            </a:r>
            <a:r>
              <a:rPr sz="2500" spc="-4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v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n </a:t>
            </a:r>
            <a:r>
              <a:rPr sz="2500" spc="1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though </a:t>
            </a:r>
            <a:r>
              <a:rPr sz="2500" spc="140" dirty="0">
                <a:latin typeface="Times New Roman"/>
                <a:cs typeface="Times New Roman"/>
              </a:rPr>
              <a:t> </a:t>
            </a:r>
            <a:r>
              <a:rPr sz="2500" spc="-20" dirty="0">
                <a:latin typeface="Times New Roman"/>
                <a:cs typeface="Times New Roman"/>
              </a:rPr>
              <a:t>i</a:t>
            </a:r>
            <a:r>
              <a:rPr sz="2500" dirty="0">
                <a:latin typeface="Times New Roman"/>
                <a:cs typeface="Times New Roman"/>
              </a:rPr>
              <a:t>t </a:t>
            </a:r>
            <a:r>
              <a:rPr sz="2500" spc="1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is </a:t>
            </a:r>
            <a:r>
              <a:rPr sz="2500" spc="1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 </a:t>
            </a:r>
            <a:r>
              <a:rPr sz="2500" spc="13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dying indust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y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but it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do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s not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stop th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m.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36753" y="1314559"/>
            <a:ext cx="278130" cy="279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9"/>
            <a:r>
              <a:rPr spc="-10" dirty="0">
                <a:latin typeface="Century Gothic"/>
                <a:cs typeface="Century Gothic"/>
              </a:rPr>
              <a:t>3</a:t>
            </a:r>
            <a:r>
              <a:rPr dirty="0">
                <a:latin typeface="Century Gothic"/>
                <a:cs typeface="Century Gothic"/>
              </a:rPr>
              <a:t>0</a:t>
            </a:r>
            <a:endParaRPr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1" y="457201"/>
            <a:ext cx="9144000" cy="6857999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0" y="6857999"/>
                </a:moveTo>
                <a:lnTo>
                  <a:pt x="9143999" y="6857999"/>
                </a:lnTo>
                <a:lnTo>
                  <a:pt x="914399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A5A5A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7201" y="681228"/>
            <a:ext cx="2145791" cy="66339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39937" y="776031"/>
            <a:ext cx="7978524" cy="671109"/>
          </a:xfrm>
          <a:prstGeom prst="rect">
            <a:avLst/>
          </a:prstGeom>
        </p:spPr>
        <p:txBody>
          <a:bodyPr vert="horz" wrap="square" lIns="0" tIns="160966" rIns="0" bIns="0" rtlCol="0">
            <a:spAutoFit/>
          </a:bodyPr>
          <a:lstStyle/>
          <a:p>
            <a:pPr marL="1401281"/>
            <a:r>
              <a:rPr sz="3200" spc="-4" dirty="0"/>
              <a:t>P</a:t>
            </a:r>
            <a:r>
              <a:rPr sz="3200" spc="4" dirty="0"/>
              <a:t>i</a:t>
            </a:r>
            <a:r>
              <a:rPr sz="3200" spc="-10" dirty="0"/>
              <a:t>tf</a:t>
            </a:r>
            <a:r>
              <a:rPr sz="3200" spc="30" dirty="0"/>
              <a:t>a</a:t>
            </a:r>
            <a:r>
              <a:rPr sz="3200" spc="-30" dirty="0"/>
              <a:t>l</a:t>
            </a:r>
            <a:r>
              <a:rPr sz="3200" spc="4" dirty="0"/>
              <a:t>l</a:t>
            </a:r>
            <a:r>
              <a:rPr sz="3200" dirty="0"/>
              <a:t>s</a:t>
            </a:r>
            <a:r>
              <a:rPr sz="3200" spc="-30" dirty="0"/>
              <a:t> </a:t>
            </a:r>
            <a:r>
              <a:rPr sz="3200" spc="30" dirty="0"/>
              <a:t>o</a:t>
            </a:r>
            <a:r>
              <a:rPr sz="3200" dirty="0"/>
              <a:t>f</a:t>
            </a:r>
            <a:r>
              <a:rPr sz="3200" spc="-45" dirty="0"/>
              <a:t> </a:t>
            </a:r>
            <a:r>
              <a:rPr sz="3200" spc="4" dirty="0"/>
              <a:t>B</a:t>
            </a:r>
            <a:r>
              <a:rPr sz="3200" spc="-14" dirty="0"/>
              <a:t>e</a:t>
            </a:r>
            <a:r>
              <a:rPr sz="3200" spc="4" dirty="0"/>
              <a:t>i</a:t>
            </a:r>
            <a:r>
              <a:rPr sz="3200" spc="10" dirty="0"/>
              <a:t>n</a:t>
            </a:r>
            <a:r>
              <a:rPr sz="3200" dirty="0"/>
              <a:t>g an</a:t>
            </a:r>
            <a:r>
              <a:rPr sz="3200" spc="-20" dirty="0"/>
              <a:t> </a:t>
            </a:r>
            <a:r>
              <a:rPr sz="3200" spc="-25" dirty="0"/>
              <a:t>E</a:t>
            </a:r>
            <a:r>
              <a:rPr sz="3200" spc="10" dirty="0"/>
              <a:t>n</a:t>
            </a:r>
            <a:r>
              <a:rPr sz="3200" spc="-10" dirty="0"/>
              <a:t>t</a:t>
            </a:r>
            <a:r>
              <a:rPr sz="3200" spc="-45" dirty="0"/>
              <a:t>r</a:t>
            </a:r>
            <a:r>
              <a:rPr sz="3200" spc="14" dirty="0"/>
              <a:t>e</a:t>
            </a:r>
            <a:r>
              <a:rPr sz="3200" spc="-20" dirty="0"/>
              <a:t>p</a:t>
            </a:r>
            <a:r>
              <a:rPr sz="3200" spc="-45" dirty="0"/>
              <a:t>r</a:t>
            </a:r>
            <a:r>
              <a:rPr sz="3200" spc="-14" dirty="0"/>
              <a:t>e</a:t>
            </a:r>
            <a:r>
              <a:rPr sz="3200" spc="10" dirty="0"/>
              <a:t>n</a:t>
            </a:r>
            <a:r>
              <a:rPr sz="3200" spc="-14" dirty="0"/>
              <a:t>e</a:t>
            </a:r>
            <a:r>
              <a:rPr sz="3200" spc="10" dirty="0"/>
              <a:t>u</a:t>
            </a:r>
            <a:r>
              <a:rPr sz="3200" dirty="0"/>
              <a:t>r</a:t>
            </a:r>
            <a:endParaRPr sz="3200"/>
          </a:p>
        </p:txBody>
      </p:sp>
      <p:sp>
        <p:nvSpPr>
          <p:cNvPr id="5" name="object 5"/>
          <p:cNvSpPr/>
          <p:nvPr/>
        </p:nvSpPr>
        <p:spPr>
          <a:xfrm>
            <a:off x="1676401" y="1524000"/>
            <a:ext cx="7409815" cy="5181600"/>
          </a:xfrm>
          <a:custGeom>
            <a:avLst/>
            <a:gdLst/>
            <a:ahLst/>
            <a:cxnLst/>
            <a:rect l="l" t="t" r="r" b="b"/>
            <a:pathLst>
              <a:path w="7409815" h="5181600">
                <a:moveTo>
                  <a:pt x="0" y="5181599"/>
                </a:moveTo>
                <a:lnTo>
                  <a:pt x="7409687" y="5181599"/>
                </a:lnTo>
                <a:lnTo>
                  <a:pt x="7409687" y="0"/>
                </a:lnTo>
                <a:lnTo>
                  <a:pt x="0" y="0"/>
                </a:lnTo>
                <a:lnTo>
                  <a:pt x="0" y="51815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676401" y="1524000"/>
            <a:ext cx="7409815" cy="5181600"/>
          </a:xfrm>
          <a:custGeom>
            <a:avLst/>
            <a:gdLst/>
            <a:ahLst/>
            <a:cxnLst/>
            <a:rect l="l" t="t" r="r" b="b"/>
            <a:pathLst>
              <a:path w="7409815" h="5181600">
                <a:moveTo>
                  <a:pt x="0" y="5181599"/>
                </a:moveTo>
                <a:lnTo>
                  <a:pt x="7409687" y="5181599"/>
                </a:lnTo>
                <a:lnTo>
                  <a:pt x="7409687" y="0"/>
                </a:lnTo>
                <a:lnTo>
                  <a:pt x="0" y="0"/>
                </a:lnTo>
                <a:lnTo>
                  <a:pt x="0" y="5181599"/>
                </a:lnTo>
                <a:close/>
              </a:path>
            </a:pathLst>
          </a:custGeom>
          <a:ln w="15239">
            <a:solidFill>
              <a:srgbClr val="71855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36752" y="1314559"/>
            <a:ext cx="8065134" cy="46038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9">
              <a:lnSpc>
                <a:spcPts val="2155"/>
              </a:lnSpc>
            </a:pPr>
            <a:r>
              <a:rPr spc="-10" dirty="0">
                <a:latin typeface="Century Gothic"/>
                <a:cs typeface="Century Gothic"/>
              </a:rPr>
              <a:t>3</a:t>
            </a:r>
            <a:r>
              <a:rPr dirty="0">
                <a:latin typeface="Century Gothic"/>
                <a:cs typeface="Century Gothic"/>
              </a:rPr>
              <a:t>1</a:t>
            </a:r>
            <a:endParaRPr>
              <a:latin typeface="Century Gothic"/>
              <a:cs typeface="Century Gothic"/>
            </a:endParaRPr>
          </a:p>
          <a:p>
            <a:pPr marL="1175247" marR="356193" indent="-342859">
              <a:lnSpc>
                <a:spcPts val="2880"/>
              </a:lnSpc>
              <a:spcBef>
                <a:spcPts val="90"/>
              </a:spcBef>
            </a:pPr>
            <a:r>
              <a:rPr sz="2500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2500" spc="-40" dirty="0">
                <a:solidFill>
                  <a:srgbClr val="A42F0F"/>
                </a:solidFill>
                <a:latin typeface="Times New Roman"/>
                <a:cs typeface="Times New Roman"/>
              </a:rPr>
              <a:t> </a:t>
            </a:r>
            <a:r>
              <a:rPr sz="2500" spc="4" dirty="0">
                <a:latin typeface="Times New Roman"/>
                <a:cs typeface="Times New Roman"/>
              </a:rPr>
              <a:t>C</a:t>
            </a:r>
            <a:r>
              <a:rPr sz="2500" dirty="0">
                <a:latin typeface="Times New Roman"/>
                <a:cs typeface="Times New Roman"/>
              </a:rPr>
              <a:t>on</a:t>
            </a:r>
            <a:r>
              <a:rPr sz="2500" spc="-25" dirty="0">
                <a:latin typeface="Times New Roman"/>
                <a:cs typeface="Times New Roman"/>
              </a:rPr>
              <a:t>s</a:t>
            </a:r>
            <a:r>
              <a:rPr sz="2500" dirty="0">
                <a:latin typeface="Times New Roman"/>
                <a:cs typeface="Times New Roman"/>
              </a:rPr>
              <a:t>t</a:t>
            </a:r>
            <a:r>
              <a:rPr sz="2500" spc="14" dirty="0">
                <a:latin typeface="Times New Roman"/>
                <a:cs typeface="Times New Roman"/>
              </a:rPr>
              <a:t>r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spc="25" dirty="0">
                <a:latin typeface="Times New Roman"/>
                <a:cs typeface="Times New Roman"/>
              </a:rPr>
              <a:t>i</a:t>
            </a:r>
            <a:r>
              <a:rPr sz="2500" dirty="0">
                <a:latin typeface="Times New Roman"/>
                <a:cs typeface="Times New Roman"/>
              </a:rPr>
              <a:t>n</a:t>
            </a:r>
            <a:r>
              <a:rPr sz="2500" spc="-20" dirty="0">
                <a:latin typeface="Times New Roman"/>
                <a:cs typeface="Times New Roman"/>
              </a:rPr>
              <a:t>t</a:t>
            </a:r>
            <a:r>
              <a:rPr sz="2500" dirty="0">
                <a:latin typeface="Times New Roman"/>
                <a:cs typeface="Times New Roman"/>
              </a:rPr>
              <a:t>s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of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spc="25" dirty="0">
                <a:latin typeface="Times New Roman"/>
                <a:cs typeface="Times New Roman"/>
              </a:rPr>
              <a:t>l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nd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spc="14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s,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l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bo</a:t>
            </a:r>
            <a:r>
              <a:rPr sz="2500" spc="14" dirty="0">
                <a:latin typeface="Times New Roman"/>
                <a:cs typeface="Times New Roman"/>
              </a:rPr>
              <a:t>r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spc="14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s,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Times New Roman"/>
                <a:cs typeface="Times New Roman"/>
              </a:rPr>
              <a:t>c</a:t>
            </a:r>
            <a:r>
              <a:rPr sz="2500" dirty="0">
                <a:latin typeface="Times New Roman"/>
                <a:cs typeface="Times New Roman"/>
              </a:rPr>
              <a:t>u</a:t>
            </a:r>
            <a:r>
              <a:rPr sz="2500" spc="-25" dirty="0">
                <a:latin typeface="Times New Roman"/>
                <a:cs typeface="Times New Roman"/>
              </a:rPr>
              <a:t>s</a:t>
            </a:r>
            <a:r>
              <a:rPr sz="2500" dirty="0">
                <a:latin typeface="Times New Roman"/>
                <a:cs typeface="Times New Roman"/>
              </a:rPr>
              <a:t>tom</a:t>
            </a:r>
            <a:r>
              <a:rPr sz="2500" spc="-10" dirty="0">
                <a:latin typeface="Times New Roman"/>
                <a:cs typeface="Times New Roman"/>
              </a:rPr>
              <a:t>er</a:t>
            </a:r>
            <a:r>
              <a:rPr sz="2500" dirty="0">
                <a:latin typeface="Times New Roman"/>
                <a:cs typeface="Times New Roman"/>
              </a:rPr>
              <a:t>s, suppli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s, 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nd d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bto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s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Times New Roman"/>
                <a:cs typeface="Times New Roman"/>
              </a:rPr>
              <a:t>c</a:t>
            </a:r>
            <a:r>
              <a:rPr sz="2500" dirty="0">
                <a:latin typeface="Times New Roman"/>
                <a:cs typeface="Times New Roman"/>
              </a:rPr>
              <a:t>u</a:t>
            </a:r>
            <a:r>
              <a:rPr sz="2500" spc="14" dirty="0">
                <a:latin typeface="Times New Roman"/>
                <a:cs typeface="Times New Roman"/>
              </a:rPr>
              <a:t>r</a:t>
            </a:r>
            <a:r>
              <a:rPr sz="2500" spc="-20" dirty="0">
                <a:latin typeface="Times New Roman"/>
                <a:cs typeface="Times New Roman"/>
              </a:rPr>
              <a:t>t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il</a:t>
            </a:r>
            <a:r>
              <a:rPr sz="2500" spc="-4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fr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dom of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spc="25" dirty="0">
                <a:latin typeface="Times New Roman"/>
                <a:cs typeface="Times New Roman"/>
              </a:rPr>
              <a:t>t</a:t>
            </a:r>
            <a:r>
              <a:rPr sz="2500" dirty="0">
                <a:latin typeface="Times New Roman"/>
                <a:cs typeface="Times New Roman"/>
              </a:rPr>
              <a:t>hought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nd </a:t>
            </a:r>
            <a:r>
              <a:rPr sz="2500" spc="-4" dirty="0">
                <a:latin typeface="Times New Roman"/>
                <a:cs typeface="Times New Roman"/>
              </a:rPr>
              <a:t>w</a:t>
            </a:r>
            <a:r>
              <a:rPr sz="2500" dirty="0">
                <a:latin typeface="Times New Roman"/>
                <a:cs typeface="Times New Roman"/>
              </a:rPr>
              <a:t>o</a:t>
            </a:r>
            <a:r>
              <a:rPr sz="2500" spc="14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k.</a:t>
            </a:r>
            <a:endParaRPr sz="2500">
              <a:latin typeface="Times New Roman"/>
              <a:cs typeface="Times New Roman"/>
            </a:endParaRPr>
          </a:p>
          <a:p>
            <a:pPr marL="1175247" marR="605084" indent="-342859">
              <a:spcBef>
                <a:spcPts val="900"/>
              </a:spcBef>
            </a:pPr>
            <a:r>
              <a:rPr sz="2500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2500" spc="-40" dirty="0">
                <a:solidFill>
                  <a:srgbClr val="A42F0F"/>
                </a:solidFill>
                <a:latin typeface="Times New Roman"/>
                <a:cs typeface="Times New Roman"/>
              </a:rPr>
              <a:t> </a:t>
            </a:r>
            <a:r>
              <a:rPr sz="2500" spc="-14" dirty="0">
                <a:latin typeface="Times New Roman"/>
                <a:cs typeface="Times New Roman"/>
              </a:rPr>
              <a:t>F</a:t>
            </a:r>
            <a:r>
              <a:rPr sz="2500" spc="14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ust</a:t>
            </a:r>
            <a:r>
              <a:rPr sz="2500" spc="14" dirty="0">
                <a:latin typeface="Times New Roman"/>
                <a:cs typeface="Times New Roman"/>
              </a:rPr>
              <a:t>r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tion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due</a:t>
            </a:r>
            <a:r>
              <a:rPr sz="2500" spc="1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to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v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il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b</a:t>
            </a:r>
            <a:r>
              <a:rPr sz="2500" spc="-20" dirty="0">
                <a:latin typeface="Times New Roman"/>
                <a:cs typeface="Times New Roman"/>
              </a:rPr>
              <a:t>i</a:t>
            </a:r>
            <a:r>
              <a:rPr sz="2500" dirty="0">
                <a:latin typeface="Times New Roman"/>
                <a:cs typeface="Times New Roman"/>
              </a:rPr>
              <a:t>li</a:t>
            </a:r>
            <a:r>
              <a:rPr sz="2500" spc="-20" dirty="0">
                <a:latin typeface="Times New Roman"/>
                <a:cs typeface="Times New Roman"/>
              </a:rPr>
              <a:t>t</a:t>
            </a:r>
            <a:r>
              <a:rPr sz="2500" dirty="0">
                <a:latin typeface="Times New Roman"/>
                <a:cs typeface="Times New Roman"/>
              </a:rPr>
              <a:t>y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of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li</a:t>
            </a:r>
            <a:r>
              <a:rPr sz="2500" spc="-20" dirty="0">
                <a:latin typeface="Times New Roman"/>
                <a:cs typeface="Times New Roman"/>
              </a:rPr>
              <a:t>m</a:t>
            </a:r>
            <a:r>
              <a:rPr sz="2500" dirty="0">
                <a:latin typeface="Times New Roman"/>
                <a:cs typeface="Times New Roman"/>
              </a:rPr>
              <a:t>it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d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Times New Roman"/>
                <a:cs typeface="Times New Roman"/>
              </a:rPr>
              <a:t>c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p</a:t>
            </a:r>
            <a:r>
              <a:rPr sz="2500" spc="25" dirty="0">
                <a:latin typeface="Times New Roman"/>
                <a:cs typeface="Times New Roman"/>
              </a:rPr>
              <a:t>i</a:t>
            </a:r>
            <a:r>
              <a:rPr sz="2500" spc="-20" dirty="0">
                <a:latin typeface="Times New Roman"/>
                <a:cs typeface="Times New Roman"/>
              </a:rPr>
              <a:t>t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l</a:t>
            </a:r>
            <a:r>
              <a:rPr sz="2500" spc="-4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nd oth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r</a:t>
            </a:r>
            <a:r>
              <a:rPr sz="2500" spc="-10" dirty="0">
                <a:latin typeface="Times New Roman"/>
                <a:cs typeface="Times New Roman"/>
              </a:rPr>
              <a:t> r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sou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spc="10" dirty="0">
                <a:latin typeface="Times New Roman"/>
                <a:cs typeface="Times New Roman"/>
              </a:rPr>
              <a:t>c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s.</a:t>
            </a:r>
            <a:endParaRPr sz="2500">
              <a:latin typeface="Times New Roman"/>
              <a:cs typeface="Times New Roman"/>
            </a:endParaRPr>
          </a:p>
          <a:p>
            <a:pPr marL="1175247" marR="5080" indent="-342859">
              <a:spcBef>
                <a:spcPts val="1005"/>
              </a:spcBef>
              <a:tabLst>
                <a:tab pos="7507997" algn="l"/>
              </a:tabLst>
            </a:pPr>
            <a:r>
              <a:rPr sz="2500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2500" spc="-40" dirty="0">
                <a:solidFill>
                  <a:srgbClr val="A42F0F"/>
                </a:solidFill>
                <a:latin typeface="Times New Roman"/>
                <a:cs typeface="Times New Roman"/>
              </a:rPr>
              <a:t> </a:t>
            </a:r>
            <a:r>
              <a:rPr sz="2500" spc="-230" dirty="0">
                <a:latin typeface="Times New Roman"/>
                <a:cs typeface="Times New Roman"/>
              </a:rPr>
              <a:t>W</a:t>
            </a:r>
            <a:r>
              <a:rPr sz="2500" dirty="0">
                <a:latin typeface="Times New Roman"/>
                <a:cs typeface="Times New Roman"/>
              </a:rPr>
              <a:t>o</a:t>
            </a:r>
            <a:r>
              <a:rPr sz="2500" spc="14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k</a:t>
            </a:r>
            <a:r>
              <a:rPr sz="2500" spc="-10" dirty="0">
                <a:latin typeface="Times New Roman"/>
                <a:cs typeface="Times New Roman"/>
              </a:rPr>
              <a:t>-</a:t>
            </a:r>
            <a:r>
              <a:rPr sz="2500" dirty="0">
                <a:latin typeface="Times New Roman"/>
                <a:cs typeface="Times New Roman"/>
              </a:rPr>
              <a:t>li</a:t>
            </a:r>
            <a:r>
              <a:rPr sz="2500" spc="14" dirty="0">
                <a:latin typeface="Times New Roman"/>
                <a:cs typeface="Times New Roman"/>
              </a:rPr>
              <a:t>f</a:t>
            </a:r>
            <a:r>
              <a:rPr sz="2500" dirty="0">
                <a:latin typeface="Times New Roman"/>
                <a:cs typeface="Times New Roman"/>
              </a:rPr>
              <a:t>e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b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l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n</a:t>
            </a:r>
            <a:r>
              <a:rPr sz="2500" spc="10" dirty="0">
                <a:latin typeface="Times New Roman"/>
                <a:cs typeface="Times New Roman"/>
              </a:rPr>
              <a:t>c</a:t>
            </a:r>
            <a:r>
              <a:rPr sz="2500" dirty="0">
                <a:latin typeface="Times New Roman"/>
                <a:cs typeface="Times New Roman"/>
              </a:rPr>
              <a:t>e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und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r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st</a:t>
            </a:r>
            <a:r>
              <a:rPr sz="2500" spc="14" dirty="0">
                <a:latin typeface="Times New Roman"/>
                <a:cs typeface="Times New Roman"/>
              </a:rPr>
              <a:t>r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ss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due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spc="25" dirty="0">
                <a:latin typeface="Times New Roman"/>
                <a:cs typeface="Times New Roman"/>
              </a:rPr>
              <a:t>t</a:t>
            </a:r>
            <a:r>
              <a:rPr sz="2500" dirty="0">
                <a:latin typeface="Times New Roman"/>
                <a:cs typeface="Times New Roman"/>
              </a:rPr>
              <a:t>o bu</a:t>
            </a:r>
            <a:r>
              <a:rPr sz="2500" spc="-25" dirty="0">
                <a:latin typeface="Times New Roman"/>
                <a:cs typeface="Times New Roman"/>
              </a:rPr>
              <a:t>s</a:t>
            </a:r>
            <a:r>
              <a:rPr sz="2500" dirty="0">
                <a:latin typeface="Times New Roman"/>
                <a:cs typeface="Times New Roman"/>
              </a:rPr>
              <a:t>y li</a:t>
            </a:r>
            <a:r>
              <a:rPr sz="2500" spc="-10" dirty="0">
                <a:latin typeface="Times New Roman"/>
                <a:cs typeface="Times New Roman"/>
              </a:rPr>
              <a:t>f</a:t>
            </a:r>
            <a:r>
              <a:rPr sz="2500" dirty="0">
                <a:latin typeface="Times New Roman"/>
                <a:cs typeface="Times New Roman"/>
              </a:rPr>
              <a:t>e</a:t>
            </a:r>
            <a:r>
              <a:rPr sz="2500" spc="-10" dirty="0">
                <a:latin typeface="Times New Roman"/>
                <a:cs typeface="Times New Roman"/>
              </a:rPr>
              <a:t> a</a:t>
            </a:r>
            <a:r>
              <a:rPr sz="2500" dirty="0">
                <a:latin typeface="Times New Roman"/>
                <a:cs typeface="Times New Roman"/>
              </a:rPr>
              <a:t>nd	long hou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s of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spc="-4" dirty="0">
                <a:latin typeface="Times New Roman"/>
                <a:cs typeface="Times New Roman"/>
              </a:rPr>
              <a:t>w</a:t>
            </a:r>
            <a:r>
              <a:rPr sz="2500" dirty="0">
                <a:latin typeface="Times New Roman"/>
                <a:cs typeface="Times New Roman"/>
              </a:rPr>
              <a:t>o</a:t>
            </a:r>
            <a:r>
              <a:rPr sz="2500" spc="14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k.</a:t>
            </a:r>
            <a:endParaRPr sz="2500">
              <a:latin typeface="Times New Roman"/>
              <a:cs typeface="Times New Roman"/>
            </a:endParaRPr>
          </a:p>
          <a:p>
            <a:pPr marL="832388">
              <a:spcBef>
                <a:spcPts val="994"/>
              </a:spcBef>
            </a:pPr>
            <a:r>
              <a:rPr sz="2500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2500" spc="-40" dirty="0">
                <a:solidFill>
                  <a:srgbClr val="A42F0F"/>
                </a:solidFill>
                <a:latin typeface="Times New Roman"/>
                <a:cs typeface="Times New Roman"/>
              </a:rPr>
              <a:t> </a:t>
            </a:r>
            <a:r>
              <a:rPr sz="2500" spc="-14" dirty="0">
                <a:latin typeface="Times New Roman"/>
                <a:cs typeface="Times New Roman"/>
              </a:rPr>
              <a:t>F</a:t>
            </a:r>
            <a:r>
              <a:rPr sz="2500" spc="14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ust</a:t>
            </a:r>
            <a:r>
              <a:rPr sz="2500" spc="14" dirty="0">
                <a:latin typeface="Times New Roman"/>
                <a:cs typeface="Times New Roman"/>
              </a:rPr>
              <a:t>r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tion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due</a:t>
            </a:r>
            <a:r>
              <a:rPr sz="2500" spc="1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to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non</a:t>
            </a:r>
            <a:r>
              <a:rPr sz="2500" spc="14" dirty="0">
                <a:latin typeface="Times New Roman"/>
                <a:cs typeface="Times New Roman"/>
              </a:rPr>
              <a:t>-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spc="10" dirty="0">
                <a:latin typeface="Times New Roman"/>
                <a:cs typeface="Times New Roman"/>
              </a:rPr>
              <a:t>c</a:t>
            </a:r>
            <a:r>
              <a:rPr sz="2500" dirty="0">
                <a:latin typeface="Times New Roman"/>
                <a:cs typeface="Times New Roman"/>
              </a:rPr>
              <a:t>hi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v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spc="-20" dirty="0">
                <a:latin typeface="Times New Roman"/>
                <a:cs typeface="Times New Roman"/>
              </a:rPr>
              <a:t>m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nt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of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spc="14" dirty="0">
                <a:latin typeface="Times New Roman"/>
                <a:cs typeface="Times New Roman"/>
              </a:rPr>
              <a:t>f</a:t>
            </a:r>
            <a:r>
              <a:rPr sz="2500" dirty="0">
                <a:latin typeface="Times New Roman"/>
                <a:cs typeface="Times New Roman"/>
              </a:rPr>
              <a:t>u</a:t>
            </a:r>
            <a:r>
              <a:rPr sz="2500" spc="-20" dirty="0">
                <a:latin typeface="Times New Roman"/>
                <a:cs typeface="Times New Roman"/>
              </a:rPr>
              <a:t>l</a:t>
            </a:r>
            <a:r>
              <a:rPr sz="2500" dirty="0">
                <a:latin typeface="Times New Roman"/>
                <a:cs typeface="Times New Roman"/>
              </a:rPr>
              <a:t>l obj</a:t>
            </a:r>
            <a:r>
              <a:rPr sz="2500" spc="-10" dirty="0">
                <a:latin typeface="Times New Roman"/>
                <a:cs typeface="Times New Roman"/>
              </a:rPr>
              <a:t>e</a:t>
            </a:r>
            <a:r>
              <a:rPr sz="2500" spc="10" dirty="0">
                <a:latin typeface="Times New Roman"/>
                <a:cs typeface="Times New Roman"/>
              </a:rPr>
              <a:t>c</a:t>
            </a:r>
            <a:r>
              <a:rPr sz="2500" dirty="0">
                <a:latin typeface="Times New Roman"/>
                <a:cs typeface="Times New Roman"/>
              </a:rPr>
              <a:t>t</a:t>
            </a:r>
            <a:r>
              <a:rPr sz="2500" spc="-20" dirty="0">
                <a:latin typeface="Times New Roman"/>
                <a:cs typeface="Times New Roman"/>
              </a:rPr>
              <a:t>i</a:t>
            </a:r>
            <a:r>
              <a:rPr sz="2500" dirty="0">
                <a:latin typeface="Times New Roman"/>
                <a:cs typeface="Times New Roman"/>
              </a:rPr>
              <a:t>v</a:t>
            </a:r>
            <a:r>
              <a:rPr sz="2500" spc="10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s.</a:t>
            </a:r>
            <a:endParaRPr sz="2500">
              <a:latin typeface="Times New Roman"/>
              <a:cs typeface="Times New Roman"/>
            </a:endParaRPr>
          </a:p>
          <a:p>
            <a:pPr marL="832388">
              <a:spcBef>
                <a:spcPts val="994"/>
              </a:spcBef>
            </a:pPr>
            <a:r>
              <a:rPr sz="2500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2500" spc="-40" dirty="0">
                <a:solidFill>
                  <a:srgbClr val="A42F0F"/>
                </a:solidFill>
                <a:latin typeface="Times New Roman"/>
                <a:cs typeface="Times New Roman"/>
              </a:rPr>
              <a:t> </a:t>
            </a:r>
            <a:r>
              <a:rPr sz="2500" spc="4" dirty="0">
                <a:latin typeface="Times New Roman"/>
                <a:cs typeface="Times New Roman"/>
              </a:rPr>
              <a:t>R</a:t>
            </a:r>
            <a:r>
              <a:rPr sz="2500" spc="-20" dirty="0">
                <a:latin typeface="Times New Roman"/>
                <a:cs typeface="Times New Roman"/>
              </a:rPr>
              <a:t>i</a:t>
            </a:r>
            <a:r>
              <a:rPr sz="2500" dirty="0">
                <a:latin typeface="Times New Roman"/>
                <a:cs typeface="Times New Roman"/>
              </a:rPr>
              <a:t>sk of</a:t>
            </a:r>
            <a:r>
              <a:rPr sz="2500" spc="14" dirty="0">
                <a:latin typeface="Times New Roman"/>
                <a:cs typeface="Times New Roman"/>
              </a:rPr>
              <a:t> </a:t>
            </a:r>
            <a:r>
              <a:rPr sz="2500" spc="-35" dirty="0">
                <a:latin typeface="Times New Roman"/>
                <a:cs typeface="Times New Roman"/>
              </a:rPr>
              <a:t>f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ilu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e</a:t>
            </a:r>
            <a:r>
              <a:rPr sz="2500" spc="-10" dirty="0">
                <a:latin typeface="Times New Roman"/>
                <a:cs typeface="Times New Roman"/>
              </a:rPr>
              <a:t> a</a:t>
            </a:r>
            <a:r>
              <a:rPr sz="2500" dirty="0">
                <a:latin typeface="Times New Roman"/>
                <a:cs typeface="Times New Roman"/>
              </a:rPr>
              <a:t>nd b</a:t>
            </a:r>
            <a:r>
              <a:rPr sz="2500" spc="1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nk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upt</a:t>
            </a:r>
            <a:r>
              <a:rPr sz="2500" spc="10" dirty="0">
                <a:latin typeface="Times New Roman"/>
                <a:cs typeface="Times New Roman"/>
              </a:rPr>
              <a:t>c</a:t>
            </a:r>
            <a:r>
              <a:rPr sz="2500" spc="-170" dirty="0">
                <a:latin typeface="Times New Roman"/>
                <a:cs typeface="Times New Roman"/>
              </a:rPr>
              <a:t>y</a:t>
            </a:r>
            <a:r>
              <a:rPr sz="2500" dirty="0">
                <a:latin typeface="Times New Roman"/>
                <a:cs typeface="Times New Roman"/>
              </a:rPr>
              <a:t>.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943601" y="4495801"/>
            <a:ext cx="3134867" cy="222961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1" y="457201"/>
            <a:ext cx="9144000" cy="6857999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0" y="6857999"/>
                </a:moveTo>
                <a:lnTo>
                  <a:pt x="9143999" y="6857999"/>
                </a:lnTo>
                <a:lnTo>
                  <a:pt x="914399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A5A5A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7201" y="681228"/>
            <a:ext cx="2145791" cy="66339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023010" y="784629"/>
            <a:ext cx="5443855" cy="10115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56515" marR="5080" indent="-844451"/>
            <a:r>
              <a:rPr sz="3200" b="1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32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3200" b="1" spc="10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3200" b="1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3200" b="1" spc="-14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3200" b="1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32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32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3200" b="1" spc="4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3200" b="1" spc="-2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3200" b="1" spc="2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3200" b="1" spc="-8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3200" b="1" spc="14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3200" b="1" spc="-20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3200" b="1" spc="-4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3200" b="1" spc="14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3200" b="1" spc="-2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3200" b="1" spc="14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3200" b="1" spc="-20" dirty="0">
                <a:solidFill>
                  <a:srgbClr val="252525"/>
                </a:solidFill>
                <a:latin typeface="Times New Roman"/>
                <a:cs typeface="Times New Roman"/>
              </a:rPr>
              <a:t>u</a:t>
            </a:r>
            <a:r>
              <a:rPr sz="3200" b="1" spc="14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3200" b="1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3200" b="1" spc="-20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3200" b="1" spc="4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3200" b="1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3200" b="1" spc="-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3200" b="1" spc="30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3200" b="1" dirty="0">
                <a:solidFill>
                  <a:srgbClr val="252525"/>
                </a:solidFill>
                <a:latin typeface="Times New Roman"/>
                <a:cs typeface="Times New Roman"/>
              </a:rPr>
              <a:t>n </a:t>
            </a:r>
            <a:r>
              <a:rPr sz="3200" b="1" spc="4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3200" b="1" spc="-14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3200" b="1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3200" b="1" spc="1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3200" b="1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32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3200" b="1" dirty="0">
                <a:solidFill>
                  <a:srgbClr val="252525"/>
                </a:solidFill>
                <a:latin typeface="Times New Roman"/>
                <a:cs typeface="Times New Roman"/>
              </a:rPr>
              <a:t>y</a:t>
            </a:r>
            <a:r>
              <a:rPr sz="3200" b="1" spc="-3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3200" b="1" spc="3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3200" b="1" spc="-2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3200" b="1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3200" b="1" spc="-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3200" b="1" spc="1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3200" b="1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3200" b="1" spc="-14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3200" b="1" spc="4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3200" b="1" spc="14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32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3200" b="1" dirty="0">
                <a:solidFill>
                  <a:srgbClr val="252525"/>
                </a:solidFill>
                <a:latin typeface="Times New Roman"/>
                <a:cs typeface="Times New Roman"/>
              </a:rPr>
              <a:t>y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057400" y="1828801"/>
            <a:ext cx="7086600" cy="5105400"/>
          </a:xfrm>
          <a:custGeom>
            <a:avLst/>
            <a:gdLst/>
            <a:ahLst/>
            <a:cxnLst/>
            <a:rect l="l" t="t" r="r" b="b"/>
            <a:pathLst>
              <a:path w="7086600" h="5105400">
                <a:moveTo>
                  <a:pt x="0" y="5105399"/>
                </a:moveTo>
                <a:lnTo>
                  <a:pt x="7086599" y="5105399"/>
                </a:lnTo>
                <a:lnTo>
                  <a:pt x="7086599" y="0"/>
                </a:lnTo>
                <a:lnTo>
                  <a:pt x="0" y="0"/>
                </a:lnTo>
                <a:lnTo>
                  <a:pt x="0" y="51053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057400" y="1828801"/>
            <a:ext cx="7086600" cy="5105400"/>
          </a:xfrm>
          <a:custGeom>
            <a:avLst/>
            <a:gdLst/>
            <a:ahLst/>
            <a:cxnLst/>
            <a:rect l="l" t="t" r="r" b="b"/>
            <a:pathLst>
              <a:path w="7086600" h="5105400">
                <a:moveTo>
                  <a:pt x="0" y="5105399"/>
                </a:moveTo>
                <a:lnTo>
                  <a:pt x="7086599" y="5105399"/>
                </a:lnTo>
                <a:lnTo>
                  <a:pt x="7086599" y="0"/>
                </a:lnTo>
                <a:lnTo>
                  <a:pt x="0" y="0"/>
                </a:lnTo>
                <a:lnTo>
                  <a:pt x="0" y="5105399"/>
                </a:lnTo>
                <a:close/>
              </a:path>
            </a:pathLst>
          </a:custGeom>
          <a:ln w="15239">
            <a:solidFill>
              <a:srgbClr val="71855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137679" y="1907121"/>
            <a:ext cx="6506209" cy="5144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9"/>
            <a:r>
              <a:rPr sz="2200" b="1" spc="-10" dirty="0">
                <a:latin typeface="Times New Roman"/>
                <a:cs typeface="Times New Roman"/>
              </a:rPr>
              <a:t>I</a:t>
            </a:r>
            <a:r>
              <a:rPr sz="2200" b="1" spc="-30" dirty="0">
                <a:latin typeface="Times New Roman"/>
                <a:cs typeface="Times New Roman"/>
              </a:rPr>
              <a:t>m</a:t>
            </a:r>
            <a:r>
              <a:rPr sz="2200" b="1" spc="-10" dirty="0">
                <a:latin typeface="Times New Roman"/>
                <a:cs typeface="Times New Roman"/>
              </a:rPr>
              <a:t>p</a:t>
            </a:r>
            <a:r>
              <a:rPr sz="2200" b="1" spc="-14" dirty="0">
                <a:latin typeface="Times New Roman"/>
                <a:cs typeface="Times New Roman"/>
              </a:rPr>
              <a:t>a</a:t>
            </a:r>
            <a:r>
              <a:rPr sz="2200" b="1" spc="-20" dirty="0">
                <a:latin typeface="Times New Roman"/>
                <a:cs typeface="Times New Roman"/>
              </a:rPr>
              <a:t>c</a:t>
            </a:r>
            <a:r>
              <a:rPr sz="2200" b="1" spc="-10" dirty="0">
                <a:latin typeface="Times New Roman"/>
                <a:cs typeface="Times New Roman"/>
              </a:rPr>
              <a:t>t</a:t>
            </a:r>
            <a:r>
              <a:rPr sz="2200" b="1" spc="10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of</a:t>
            </a:r>
            <a:r>
              <a:rPr sz="2200" b="1" spc="10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E</a:t>
            </a:r>
            <a:r>
              <a:rPr sz="2200" b="1" spc="-30" dirty="0">
                <a:latin typeface="Times New Roman"/>
                <a:cs typeface="Times New Roman"/>
              </a:rPr>
              <a:t>n</a:t>
            </a:r>
            <a:r>
              <a:rPr sz="2200" b="1" dirty="0">
                <a:latin typeface="Times New Roman"/>
                <a:cs typeface="Times New Roman"/>
              </a:rPr>
              <a:t>t</a:t>
            </a:r>
            <a:r>
              <a:rPr sz="2200" b="1" spc="-65" dirty="0">
                <a:latin typeface="Times New Roman"/>
                <a:cs typeface="Times New Roman"/>
              </a:rPr>
              <a:t>r</a:t>
            </a:r>
            <a:r>
              <a:rPr sz="2200" b="1" dirty="0">
                <a:latin typeface="Times New Roman"/>
                <a:cs typeface="Times New Roman"/>
              </a:rPr>
              <a:t>e</a:t>
            </a:r>
            <a:r>
              <a:rPr sz="2200" b="1" spc="-30" dirty="0">
                <a:latin typeface="Times New Roman"/>
                <a:cs typeface="Times New Roman"/>
              </a:rPr>
              <a:t>p</a:t>
            </a:r>
            <a:r>
              <a:rPr sz="2200" b="1" spc="-45" dirty="0">
                <a:latin typeface="Times New Roman"/>
                <a:cs typeface="Times New Roman"/>
              </a:rPr>
              <a:t>r</a:t>
            </a:r>
            <a:r>
              <a:rPr sz="2200" b="1" spc="-20" dirty="0">
                <a:latin typeface="Times New Roman"/>
                <a:cs typeface="Times New Roman"/>
              </a:rPr>
              <a:t>e</a:t>
            </a:r>
            <a:r>
              <a:rPr sz="2200" b="1" spc="-10" dirty="0">
                <a:latin typeface="Times New Roman"/>
                <a:cs typeface="Times New Roman"/>
              </a:rPr>
              <a:t>n</a:t>
            </a:r>
            <a:r>
              <a:rPr sz="2200" b="1" spc="-20" dirty="0">
                <a:latin typeface="Times New Roman"/>
                <a:cs typeface="Times New Roman"/>
              </a:rPr>
              <a:t>e</a:t>
            </a:r>
            <a:r>
              <a:rPr sz="2200" b="1" spc="-10" dirty="0">
                <a:latin typeface="Times New Roman"/>
                <a:cs typeface="Times New Roman"/>
              </a:rPr>
              <a:t>u</a:t>
            </a:r>
            <a:r>
              <a:rPr sz="2200" b="1" spc="-20" dirty="0">
                <a:latin typeface="Times New Roman"/>
                <a:cs typeface="Times New Roman"/>
              </a:rPr>
              <a:t>r</a:t>
            </a:r>
            <a:r>
              <a:rPr sz="2200" b="1" spc="-10" dirty="0">
                <a:latin typeface="Times New Roman"/>
                <a:cs typeface="Times New Roman"/>
              </a:rPr>
              <a:t>ship</a:t>
            </a:r>
            <a:r>
              <a:rPr sz="2200" b="1" spc="4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o</a:t>
            </a:r>
            <a:r>
              <a:rPr sz="2200" b="1" spc="-14" dirty="0">
                <a:latin typeface="Times New Roman"/>
                <a:cs typeface="Times New Roman"/>
              </a:rPr>
              <a:t>n </a:t>
            </a:r>
            <a:r>
              <a:rPr sz="2200" b="1" spc="-10" dirty="0">
                <a:latin typeface="Times New Roman"/>
                <a:cs typeface="Times New Roman"/>
              </a:rPr>
              <a:t>E</a:t>
            </a:r>
            <a:r>
              <a:rPr sz="2200" b="1" spc="-20" dirty="0">
                <a:latin typeface="Times New Roman"/>
                <a:cs typeface="Times New Roman"/>
              </a:rPr>
              <a:t>c</a:t>
            </a:r>
            <a:r>
              <a:rPr sz="2200" b="1" spc="-14" dirty="0">
                <a:latin typeface="Times New Roman"/>
                <a:cs typeface="Times New Roman"/>
              </a:rPr>
              <a:t>o</a:t>
            </a:r>
            <a:r>
              <a:rPr sz="2200" b="1" spc="-10" dirty="0">
                <a:latin typeface="Times New Roman"/>
                <a:cs typeface="Times New Roman"/>
              </a:rPr>
              <a:t>n</a:t>
            </a:r>
            <a:r>
              <a:rPr sz="2200" b="1" spc="-14" dirty="0">
                <a:latin typeface="Times New Roman"/>
                <a:cs typeface="Times New Roman"/>
              </a:rPr>
              <a:t>o</a:t>
            </a:r>
            <a:r>
              <a:rPr sz="2200" b="1" spc="-30" dirty="0">
                <a:latin typeface="Times New Roman"/>
                <a:cs typeface="Times New Roman"/>
              </a:rPr>
              <a:t>m</a:t>
            </a:r>
            <a:r>
              <a:rPr sz="2200" b="1" dirty="0">
                <a:latin typeface="Times New Roman"/>
                <a:cs typeface="Times New Roman"/>
              </a:rPr>
              <a:t>y</a:t>
            </a:r>
            <a:r>
              <a:rPr sz="2200" b="1" spc="-10" dirty="0">
                <a:latin typeface="Times New Roman"/>
                <a:cs typeface="Times New Roman"/>
              </a:rPr>
              <a:t>:</a:t>
            </a:r>
            <a:endParaRPr sz="2200">
              <a:latin typeface="Times New Roman"/>
              <a:cs typeface="Times New Roman"/>
            </a:endParaRPr>
          </a:p>
          <a:p>
            <a:pPr marL="527624" indent="-514924">
              <a:spcBef>
                <a:spcPts val="994"/>
              </a:spcBef>
              <a:buClr>
                <a:srgbClr val="A42F0F"/>
              </a:buClr>
              <a:buFont typeface="Times New Roman"/>
              <a:buAutoNum type="romanLcPeriod"/>
              <a:tabLst>
                <a:tab pos="528258" algn="l"/>
              </a:tabLst>
            </a:pPr>
            <a:r>
              <a:rPr sz="2200" spc="-20" dirty="0">
                <a:latin typeface="Times New Roman"/>
                <a:cs typeface="Times New Roman"/>
              </a:rPr>
              <a:t>I</a:t>
            </a:r>
            <a:r>
              <a:rPr sz="2200" spc="-40" dirty="0">
                <a:latin typeface="Times New Roman"/>
                <a:cs typeface="Times New Roman"/>
              </a:rPr>
              <a:t>m</a:t>
            </a:r>
            <a:r>
              <a:rPr sz="2200" dirty="0">
                <a:latin typeface="Times New Roman"/>
                <a:cs typeface="Times New Roman"/>
              </a:rPr>
              <a:t>p</a:t>
            </a:r>
            <a:r>
              <a:rPr sz="2200" spc="-20" dirty="0">
                <a:latin typeface="Times New Roman"/>
                <a:cs typeface="Times New Roman"/>
              </a:rPr>
              <a:t>r</a:t>
            </a:r>
            <a:r>
              <a:rPr sz="2200" spc="-14" dirty="0">
                <a:latin typeface="Times New Roman"/>
                <a:cs typeface="Times New Roman"/>
              </a:rPr>
              <a:t>o</a:t>
            </a:r>
            <a:r>
              <a:rPr sz="2200" dirty="0">
                <a:latin typeface="Times New Roman"/>
                <a:cs typeface="Times New Roman"/>
              </a:rPr>
              <a:t>v</a:t>
            </a:r>
            <a:r>
              <a:rPr sz="2200" spc="-20" dirty="0">
                <a:latin typeface="Times New Roman"/>
                <a:cs typeface="Times New Roman"/>
              </a:rPr>
              <a:t>e</a:t>
            </a:r>
            <a:r>
              <a:rPr sz="2200" spc="-40" dirty="0">
                <a:latin typeface="Times New Roman"/>
                <a:cs typeface="Times New Roman"/>
              </a:rPr>
              <a:t>m</a:t>
            </a:r>
            <a:r>
              <a:rPr sz="2200" spc="-20" dirty="0">
                <a:latin typeface="Times New Roman"/>
                <a:cs typeface="Times New Roman"/>
              </a:rPr>
              <a:t>e</a:t>
            </a:r>
            <a:r>
              <a:rPr sz="2200" spc="-10" dirty="0">
                <a:latin typeface="Times New Roman"/>
                <a:cs typeface="Times New Roman"/>
              </a:rPr>
              <a:t>nt</a:t>
            </a:r>
            <a:r>
              <a:rPr sz="2200" spc="4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in</a:t>
            </a:r>
            <a:r>
              <a:rPr sz="2200" spc="-4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living</a:t>
            </a:r>
            <a:r>
              <a:rPr sz="2200" spc="-4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st</a:t>
            </a:r>
            <a:r>
              <a:rPr sz="2200" spc="-20" dirty="0">
                <a:latin typeface="Times New Roman"/>
                <a:cs typeface="Times New Roman"/>
              </a:rPr>
              <a:t>a</a:t>
            </a:r>
            <a:r>
              <a:rPr sz="2200" spc="-14" dirty="0">
                <a:latin typeface="Times New Roman"/>
                <a:cs typeface="Times New Roman"/>
              </a:rPr>
              <a:t>n</a:t>
            </a:r>
            <a:r>
              <a:rPr sz="2200" dirty="0">
                <a:latin typeface="Times New Roman"/>
                <a:cs typeface="Times New Roman"/>
              </a:rPr>
              <a:t>d</a:t>
            </a:r>
            <a:r>
              <a:rPr sz="2200" spc="-20" dirty="0">
                <a:latin typeface="Times New Roman"/>
                <a:cs typeface="Times New Roman"/>
              </a:rPr>
              <a:t>ar</a:t>
            </a:r>
            <a:r>
              <a:rPr sz="2200" dirty="0">
                <a:latin typeface="Times New Roman"/>
                <a:cs typeface="Times New Roman"/>
              </a:rPr>
              <a:t>d</a:t>
            </a:r>
            <a:r>
              <a:rPr sz="2200" spc="-10" dirty="0">
                <a:latin typeface="Times New Roman"/>
                <a:cs typeface="Times New Roman"/>
              </a:rPr>
              <a:t>s</a:t>
            </a:r>
            <a:endParaRPr sz="2200">
              <a:latin typeface="Times New Roman"/>
              <a:cs typeface="Times New Roman"/>
            </a:endParaRPr>
          </a:p>
          <a:p>
            <a:pPr marL="527624" indent="-514924">
              <a:spcBef>
                <a:spcPts val="1005"/>
              </a:spcBef>
              <a:buClr>
                <a:srgbClr val="A42F0F"/>
              </a:buClr>
              <a:buFont typeface="Times New Roman"/>
              <a:buAutoNum type="romanLcPeriod"/>
              <a:tabLst>
                <a:tab pos="528258" algn="l"/>
              </a:tabLst>
            </a:pPr>
            <a:r>
              <a:rPr sz="2200" spc="-20" dirty="0">
                <a:latin typeface="Times New Roman"/>
                <a:cs typeface="Times New Roman"/>
              </a:rPr>
              <a:t>E</a:t>
            </a:r>
            <a:r>
              <a:rPr sz="2200" spc="-40" dirty="0">
                <a:latin typeface="Times New Roman"/>
                <a:cs typeface="Times New Roman"/>
              </a:rPr>
              <a:t>m</a:t>
            </a:r>
            <a:r>
              <a:rPr sz="2200" spc="-10" dirty="0">
                <a:latin typeface="Times New Roman"/>
                <a:cs typeface="Times New Roman"/>
              </a:rPr>
              <a:t>pl</a:t>
            </a:r>
            <a:r>
              <a:rPr sz="2200" dirty="0">
                <a:latin typeface="Times New Roman"/>
                <a:cs typeface="Times New Roman"/>
              </a:rPr>
              <a:t>o</a:t>
            </a:r>
            <a:r>
              <a:rPr sz="2200" spc="-14" dirty="0">
                <a:latin typeface="Times New Roman"/>
                <a:cs typeface="Times New Roman"/>
              </a:rPr>
              <a:t>ym</a:t>
            </a:r>
            <a:r>
              <a:rPr sz="2200" spc="-20" dirty="0">
                <a:latin typeface="Times New Roman"/>
                <a:cs typeface="Times New Roman"/>
              </a:rPr>
              <a:t>e</a:t>
            </a:r>
            <a:r>
              <a:rPr sz="2200" spc="-10" dirty="0">
                <a:latin typeface="Times New Roman"/>
                <a:cs typeface="Times New Roman"/>
              </a:rPr>
              <a:t>nt</a:t>
            </a:r>
            <a:r>
              <a:rPr sz="2200" spc="25" dirty="0">
                <a:latin typeface="Times New Roman"/>
                <a:cs typeface="Times New Roman"/>
              </a:rPr>
              <a:t> </a:t>
            </a:r>
            <a:r>
              <a:rPr sz="2200" spc="-14" dirty="0">
                <a:latin typeface="Times New Roman"/>
                <a:cs typeface="Times New Roman"/>
              </a:rPr>
              <a:t>g</a:t>
            </a:r>
            <a:r>
              <a:rPr sz="2200" dirty="0">
                <a:latin typeface="Times New Roman"/>
                <a:cs typeface="Times New Roman"/>
              </a:rPr>
              <a:t>e</a:t>
            </a:r>
            <a:r>
              <a:rPr sz="2200" spc="-14" dirty="0">
                <a:latin typeface="Times New Roman"/>
                <a:cs typeface="Times New Roman"/>
              </a:rPr>
              <a:t>n</a:t>
            </a:r>
            <a:r>
              <a:rPr sz="2200" spc="-20" dirty="0">
                <a:latin typeface="Times New Roman"/>
                <a:cs typeface="Times New Roman"/>
              </a:rPr>
              <a:t>e</a:t>
            </a:r>
            <a:r>
              <a:rPr sz="2200" dirty="0">
                <a:latin typeface="Times New Roman"/>
                <a:cs typeface="Times New Roman"/>
              </a:rPr>
              <a:t>r</a:t>
            </a:r>
            <a:r>
              <a:rPr sz="2200" spc="-20" dirty="0">
                <a:latin typeface="Times New Roman"/>
                <a:cs typeface="Times New Roman"/>
              </a:rPr>
              <a:t>a</a:t>
            </a:r>
            <a:r>
              <a:rPr sz="2200" spc="-10" dirty="0">
                <a:latin typeface="Times New Roman"/>
                <a:cs typeface="Times New Roman"/>
              </a:rPr>
              <a:t>tion</a:t>
            </a:r>
            <a:endParaRPr sz="2200">
              <a:latin typeface="Times New Roman"/>
              <a:cs typeface="Times New Roman"/>
            </a:endParaRPr>
          </a:p>
          <a:p>
            <a:pPr marL="527624" indent="-514924">
              <a:spcBef>
                <a:spcPts val="994"/>
              </a:spcBef>
              <a:buClr>
                <a:srgbClr val="A42F0F"/>
              </a:buClr>
              <a:buFont typeface="Times New Roman"/>
              <a:buAutoNum type="romanLcPeriod"/>
              <a:tabLst>
                <a:tab pos="528258" algn="l"/>
              </a:tabLst>
            </a:pPr>
            <a:r>
              <a:rPr sz="2200" spc="-20" dirty="0">
                <a:latin typeface="Times New Roman"/>
                <a:cs typeface="Times New Roman"/>
              </a:rPr>
              <a:t>Ma</a:t>
            </a:r>
            <a:r>
              <a:rPr sz="2200" dirty="0">
                <a:latin typeface="Times New Roman"/>
                <a:cs typeface="Times New Roman"/>
              </a:rPr>
              <a:t>n</a:t>
            </a:r>
            <a:r>
              <a:rPr sz="2200" spc="-20" dirty="0">
                <a:latin typeface="Times New Roman"/>
                <a:cs typeface="Times New Roman"/>
              </a:rPr>
              <a:t>a</a:t>
            </a:r>
            <a:r>
              <a:rPr sz="2200" spc="-10" dirty="0">
                <a:latin typeface="Times New Roman"/>
                <a:cs typeface="Times New Roman"/>
              </a:rPr>
              <a:t>ging</a:t>
            </a:r>
            <a:r>
              <a:rPr sz="2200" spc="-4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r</a:t>
            </a:r>
            <a:r>
              <a:rPr sz="2200" dirty="0">
                <a:latin typeface="Times New Roman"/>
                <a:cs typeface="Times New Roman"/>
              </a:rPr>
              <a:t>e</a:t>
            </a:r>
            <a:r>
              <a:rPr sz="2200" spc="-14" dirty="0">
                <a:latin typeface="Times New Roman"/>
                <a:cs typeface="Times New Roman"/>
              </a:rPr>
              <a:t>sou</a:t>
            </a:r>
            <a:r>
              <a:rPr sz="2200" spc="-20" dirty="0">
                <a:latin typeface="Times New Roman"/>
                <a:cs typeface="Times New Roman"/>
              </a:rPr>
              <a:t>r</a:t>
            </a:r>
            <a:r>
              <a:rPr sz="2200" dirty="0">
                <a:latin typeface="Times New Roman"/>
                <a:cs typeface="Times New Roman"/>
              </a:rPr>
              <a:t>c</a:t>
            </a:r>
            <a:r>
              <a:rPr sz="2200" spc="-20" dirty="0">
                <a:latin typeface="Times New Roman"/>
                <a:cs typeface="Times New Roman"/>
              </a:rPr>
              <a:t>e</a:t>
            </a:r>
            <a:r>
              <a:rPr sz="2200" spc="-10" dirty="0">
                <a:latin typeface="Times New Roman"/>
                <a:cs typeface="Times New Roman"/>
              </a:rPr>
              <a:t>s</a:t>
            </a:r>
            <a:endParaRPr sz="2200">
              <a:latin typeface="Times New Roman"/>
              <a:cs typeface="Times New Roman"/>
            </a:endParaRPr>
          </a:p>
          <a:p>
            <a:pPr marL="527624" indent="-514924">
              <a:spcBef>
                <a:spcPts val="994"/>
              </a:spcBef>
              <a:buClr>
                <a:srgbClr val="A42F0F"/>
              </a:buClr>
              <a:buFont typeface="Times New Roman"/>
              <a:buAutoNum type="romanLcPeriod"/>
              <a:tabLst>
                <a:tab pos="528258" algn="l"/>
              </a:tabLst>
            </a:pPr>
            <a:r>
              <a:rPr sz="2200" spc="-10" dirty="0">
                <a:latin typeface="Times New Roman"/>
                <a:cs typeface="Times New Roman"/>
              </a:rPr>
              <a:t>B</a:t>
            </a:r>
            <a:r>
              <a:rPr sz="2200" spc="-20" dirty="0">
                <a:latin typeface="Times New Roman"/>
                <a:cs typeface="Times New Roman"/>
              </a:rPr>
              <a:t>a</a:t>
            </a:r>
            <a:r>
              <a:rPr sz="2200" spc="-10" dirty="0">
                <a:latin typeface="Times New Roman"/>
                <a:cs typeface="Times New Roman"/>
              </a:rPr>
              <a:t>l</a:t>
            </a:r>
            <a:r>
              <a:rPr sz="2200" spc="-20" dirty="0">
                <a:latin typeface="Times New Roman"/>
                <a:cs typeface="Times New Roman"/>
              </a:rPr>
              <a:t>a</a:t>
            </a:r>
            <a:r>
              <a:rPr sz="2200" spc="-14" dirty="0">
                <a:latin typeface="Times New Roman"/>
                <a:cs typeface="Times New Roman"/>
              </a:rPr>
              <a:t>n</a:t>
            </a:r>
            <a:r>
              <a:rPr sz="2200" dirty="0">
                <a:latin typeface="Times New Roman"/>
                <a:cs typeface="Times New Roman"/>
              </a:rPr>
              <a:t>c</a:t>
            </a:r>
            <a:r>
              <a:rPr sz="2200" spc="-20" dirty="0">
                <a:latin typeface="Times New Roman"/>
                <a:cs typeface="Times New Roman"/>
              </a:rPr>
              <a:t>e</a:t>
            </a:r>
            <a:r>
              <a:rPr sz="2200" spc="-14" dirty="0">
                <a:latin typeface="Times New Roman"/>
                <a:cs typeface="Times New Roman"/>
              </a:rPr>
              <a:t>d</a:t>
            </a:r>
            <a:r>
              <a:rPr sz="2200" spc="-4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</a:t>
            </a:r>
            <a:r>
              <a:rPr sz="2200" spc="-20" dirty="0">
                <a:latin typeface="Times New Roman"/>
                <a:cs typeface="Times New Roman"/>
              </a:rPr>
              <a:t>e</a:t>
            </a:r>
            <a:r>
              <a:rPr sz="2200" spc="-10" dirty="0">
                <a:latin typeface="Times New Roman"/>
                <a:cs typeface="Times New Roman"/>
              </a:rPr>
              <a:t>gio</a:t>
            </a:r>
            <a:r>
              <a:rPr sz="2200" dirty="0">
                <a:latin typeface="Times New Roman"/>
                <a:cs typeface="Times New Roman"/>
              </a:rPr>
              <a:t>n</a:t>
            </a:r>
            <a:r>
              <a:rPr sz="2200" spc="-20" dirty="0">
                <a:latin typeface="Times New Roman"/>
                <a:cs typeface="Times New Roman"/>
              </a:rPr>
              <a:t>a</a:t>
            </a:r>
            <a:r>
              <a:rPr sz="2200" spc="-10" dirty="0">
                <a:latin typeface="Times New Roman"/>
                <a:cs typeface="Times New Roman"/>
              </a:rPr>
              <a:t>l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14" dirty="0">
                <a:latin typeface="Times New Roman"/>
                <a:cs typeface="Times New Roman"/>
              </a:rPr>
              <a:t>d</a:t>
            </a:r>
            <a:r>
              <a:rPr sz="2200" spc="-20" dirty="0">
                <a:latin typeface="Times New Roman"/>
                <a:cs typeface="Times New Roman"/>
              </a:rPr>
              <a:t>e</a:t>
            </a:r>
            <a:r>
              <a:rPr sz="2200" dirty="0">
                <a:latin typeface="Times New Roman"/>
                <a:cs typeface="Times New Roman"/>
              </a:rPr>
              <a:t>v</a:t>
            </a:r>
            <a:r>
              <a:rPr sz="2200" spc="-20" dirty="0">
                <a:latin typeface="Times New Roman"/>
                <a:cs typeface="Times New Roman"/>
              </a:rPr>
              <a:t>e</a:t>
            </a:r>
            <a:r>
              <a:rPr sz="2200" spc="-10" dirty="0">
                <a:latin typeface="Times New Roman"/>
                <a:cs typeface="Times New Roman"/>
              </a:rPr>
              <a:t>lop</a:t>
            </a:r>
            <a:r>
              <a:rPr sz="2200" spc="-40" dirty="0">
                <a:latin typeface="Times New Roman"/>
                <a:cs typeface="Times New Roman"/>
              </a:rPr>
              <a:t>m</a:t>
            </a:r>
            <a:r>
              <a:rPr sz="2200" dirty="0">
                <a:latin typeface="Times New Roman"/>
                <a:cs typeface="Times New Roman"/>
              </a:rPr>
              <a:t>e</a:t>
            </a:r>
            <a:r>
              <a:rPr sz="2200" spc="-10" dirty="0">
                <a:latin typeface="Times New Roman"/>
                <a:cs typeface="Times New Roman"/>
              </a:rPr>
              <a:t>nt</a:t>
            </a:r>
            <a:r>
              <a:rPr sz="2200" dirty="0">
                <a:latin typeface="Times New Roman"/>
                <a:cs typeface="Times New Roman"/>
              </a:rPr>
              <a:t> a</a:t>
            </a:r>
            <a:r>
              <a:rPr sz="2200" spc="-14" dirty="0">
                <a:latin typeface="Times New Roman"/>
                <a:cs typeface="Times New Roman"/>
              </a:rPr>
              <a:t>nd</a:t>
            </a:r>
            <a:r>
              <a:rPr sz="2200" spc="-4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ec</a:t>
            </a:r>
            <a:r>
              <a:rPr sz="2200" dirty="0">
                <a:latin typeface="Times New Roman"/>
                <a:cs typeface="Times New Roman"/>
              </a:rPr>
              <a:t>o</a:t>
            </a:r>
            <a:r>
              <a:rPr sz="2200" spc="-14" dirty="0">
                <a:latin typeface="Times New Roman"/>
                <a:cs typeface="Times New Roman"/>
              </a:rPr>
              <a:t>no</a:t>
            </a:r>
            <a:r>
              <a:rPr sz="2200" spc="-40" dirty="0">
                <a:latin typeface="Times New Roman"/>
                <a:cs typeface="Times New Roman"/>
              </a:rPr>
              <a:t>m</a:t>
            </a:r>
            <a:r>
              <a:rPr sz="2200" spc="-14" dirty="0">
                <a:latin typeface="Times New Roman"/>
                <a:cs typeface="Times New Roman"/>
              </a:rPr>
              <a:t>y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spc="-14" dirty="0">
                <a:latin typeface="Times New Roman"/>
                <a:cs typeface="Times New Roman"/>
              </a:rPr>
              <a:t>g</a:t>
            </a:r>
            <a:r>
              <a:rPr sz="2200" dirty="0">
                <a:latin typeface="Times New Roman"/>
                <a:cs typeface="Times New Roman"/>
              </a:rPr>
              <a:t>r</a:t>
            </a:r>
            <a:r>
              <a:rPr sz="2200" spc="-14" dirty="0">
                <a:latin typeface="Times New Roman"/>
                <a:cs typeface="Times New Roman"/>
              </a:rPr>
              <a:t>o</a:t>
            </a:r>
            <a:r>
              <a:rPr sz="2200" spc="-25" dirty="0">
                <a:latin typeface="Times New Roman"/>
                <a:cs typeface="Times New Roman"/>
              </a:rPr>
              <a:t>w</a:t>
            </a:r>
            <a:r>
              <a:rPr sz="2200" spc="-10" dirty="0">
                <a:latin typeface="Times New Roman"/>
                <a:cs typeface="Times New Roman"/>
              </a:rPr>
              <a:t>th</a:t>
            </a:r>
            <a:endParaRPr sz="2200">
              <a:latin typeface="Times New Roman"/>
              <a:cs typeface="Times New Roman"/>
            </a:endParaRPr>
          </a:p>
          <a:p>
            <a:pPr marL="527624" indent="-514924">
              <a:spcBef>
                <a:spcPts val="1005"/>
              </a:spcBef>
              <a:buClr>
                <a:srgbClr val="A42F0F"/>
              </a:buClr>
              <a:buFont typeface="Times New Roman"/>
              <a:buAutoNum type="romanLcPeriod"/>
              <a:tabLst>
                <a:tab pos="528258" algn="l"/>
              </a:tabLst>
            </a:pPr>
            <a:r>
              <a:rPr sz="2200" spc="-20" dirty="0">
                <a:latin typeface="Times New Roman"/>
                <a:cs typeface="Times New Roman"/>
              </a:rPr>
              <a:t>I</a:t>
            </a:r>
            <a:r>
              <a:rPr sz="2200" spc="-40" dirty="0">
                <a:latin typeface="Times New Roman"/>
                <a:cs typeface="Times New Roman"/>
              </a:rPr>
              <a:t>m</a:t>
            </a:r>
            <a:r>
              <a:rPr sz="2200" dirty="0">
                <a:latin typeface="Times New Roman"/>
                <a:cs typeface="Times New Roman"/>
              </a:rPr>
              <a:t>p</a:t>
            </a:r>
            <a:r>
              <a:rPr sz="2200" spc="-14" dirty="0">
                <a:latin typeface="Times New Roman"/>
                <a:cs typeface="Times New Roman"/>
              </a:rPr>
              <a:t>o</a:t>
            </a:r>
            <a:r>
              <a:rPr sz="2200" spc="-20" dirty="0">
                <a:latin typeface="Times New Roman"/>
                <a:cs typeface="Times New Roman"/>
              </a:rPr>
              <a:t>r</a:t>
            </a:r>
            <a:r>
              <a:rPr sz="2200" spc="-10" dirty="0">
                <a:latin typeface="Times New Roman"/>
                <a:cs typeface="Times New Roman"/>
              </a:rPr>
              <a:t>t</a:t>
            </a:r>
            <a:r>
              <a:rPr sz="2200" spc="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</a:t>
            </a:r>
            <a:r>
              <a:rPr sz="2200" spc="-14" dirty="0">
                <a:latin typeface="Times New Roman"/>
                <a:cs typeface="Times New Roman"/>
              </a:rPr>
              <a:t>xpo</a:t>
            </a:r>
            <a:r>
              <a:rPr sz="2200" dirty="0">
                <a:latin typeface="Times New Roman"/>
                <a:cs typeface="Times New Roman"/>
              </a:rPr>
              <a:t>r</a:t>
            </a:r>
            <a:r>
              <a:rPr sz="2200" spc="-10" dirty="0">
                <a:latin typeface="Times New Roman"/>
                <a:cs typeface="Times New Roman"/>
              </a:rPr>
              <a:t>t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14" dirty="0">
                <a:latin typeface="Times New Roman"/>
                <a:cs typeface="Times New Roman"/>
              </a:rPr>
              <a:t>p</a:t>
            </a:r>
            <a:r>
              <a:rPr sz="2200" dirty="0">
                <a:latin typeface="Times New Roman"/>
                <a:cs typeface="Times New Roman"/>
              </a:rPr>
              <a:t>r</a:t>
            </a:r>
            <a:r>
              <a:rPr sz="2200" spc="-14" dirty="0">
                <a:latin typeface="Times New Roman"/>
                <a:cs typeface="Times New Roman"/>
              </a:rPr>
              <a:t>o</a:t>
            </a:r>
            <a:r>
              <a:rPr sz="2200" spc="-40" dirty="0">
                <a:latin typeface="Times New Roman"/>
                <a:cs typeface="Times New Roman"/>
              </a:rPr>
              <a:t>m</a:t>
            </a:r>
            <a:r>
              <a:rPr sz="2200" spc="-10" dirty="0">
                <a:latin typeface="Times New Roman"/>
                <a:cs typeface="Times New Roman"/>
              </a:rPr>
              <a:t>otion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14" dirty="0">
                <a:latin typeface="Times New Roman"/>
                <a:cs typeface="Times New Roman"/>
              </a:rPr>
              <a:t>nd</a:t>
            </a:r>
            <a:r>
              <a:rPr sz="2200" spc="-4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ca</a:t>
            </a:r>
            <a:r>
              <a:rPr sz="2200" dirty="0">
                <a:latin typeface="Times New Roman"/>
                <a:cs typeface="Times New Roman"/>
              </a:rPr>
              <a:t>p</a:t>
            </a:r>
            <a:r>
              <a:rPr sz="2200" spc="-30" dirty="0">
                <a:latin typeface="Times New Roman"/>
                <a:cs typeface="Times New Roman"/>
              </a:rPr>
              <a:t>i</a:t>
            </a:r>
            <a:r>
              <a:rPr sz="2200" spc="-10" dirty="0">
                <a:latin typeface="Times New Roman"/>
                <a:cs typeface="Times New Roman"/>
              </a:rPr>
              <a:t>t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10" dirty="0">
                <a:latin typeface="Times New Roman"/>
                <a:cs typeface="Times New Roman"/>
              </a:rPr>
              <a:t>l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f</a:t>
            </a:r>
            <a:r>
              <a:rPr sz="2200" dirty="0">
                <a:latin typeface="Times New Roman"/>
                <a:cs typeface="Times New Roman"/>
              </a:rPr>
              <a:t>o</a:t>
            </a:r>
            <a:r>
              <a:rPr sz="2200" spc="-20" dirty="0">
                <a:latin typeface="Times New Roman"/>
                <a:cs typeface="Times New Roman"/>
              </a:rPr>
              <a:t>r</a:t>
            </a:r>
            <a:r>
              <a:rPr sz="2200" spc="-40" dirty="0">
                <a:latin typeface="Times New Roman"/>
                <a:cs typeface="Times New Roman"/>
              </a:rPr>
              <a:t>m</a:t>
            </a:r>
            <a:r>
              <a:rPr sz="2200" spc="-20" dirty="0">
                <a:latin typeface="Times New Roman"/>
                <a:cs typeface="Times New Roman"/>
              </a:rPr>
              <a:t>a</a:t>
            </a:r>
            <a:r>
              <a:rPr sz="2200" spc="-10" dirty="0">
                <a:latin typeface="Times New Roman"/>
                <a:cs typeface="Times New Roman"/>
              </a:rPr>
              <a:t>tion</a:t>
            </a:r>
            <a:endParaRPr sz="2200">
              <a:latin typeface="Times New Roman"/>
              <a:cs typeface="Times New Roman"/>
            </a:endParaRPr>
          </a:p>
          <a:p>
            <a:pPr marL="527624" indent="-514924">
              <a:spcBef>
                <a:spcPts val="994"/>
              </a:spcBef>
              <a:buClr>
                <a:srgbClr val="A42F0F"/>
              </a:buClr>
              <a:buFont typeface="Times New Roman"/>
              <a:buAutoNum type="romanLcPeriod"/>
              <a:tabLst>
                <a:tab pos="528258" algn="l"/>
              </a:tabLst>
            </a:pPr>
            <a:r>
              <a:rPr sz="2200" spc="-175" dirty="0">
                <a:latin typeface="Times New Roman"/>
                <a:cs typeface="Times New Roman"/>
              </a:rPr>
              <a:t>T</a:t>
            </a:r>
            <a:r>
              <a:rPr sz="2200" spc="-20" dirty="0">
                <a:latin typeface="Times New Roman"/>
                <a:cs typeface="Times New Roman"/>
              </a:rPr>
              <a:t>e</a:t>
            </a:r>
            <a:r>
              <a:rPr sz="2200" dirty="0">
                <a:latin typeface="Times New Roman"/>
                <a:cs typeface="Times New Roman"/>
              </a:rPr>
              <a:t>c</a:t>
            </a:r>
            <a:r>
              <a:rPr sz="2200" spc="-10" dirty="0">
                <a:latin typeface="Times New Roman"/>
                <a:cs typeface="Times New Roman"/>
              </a:rPr>
              <a:t>hnol</a:t>
            </a:r>
            <a:r>
              <a:rPr sz="2200" dirty="0">
                <a:latin typeface="Times New Roman"/>
                <a:cs typeface="Times New Roman"/>
              </a:rPr>
              <a:t>o</a:t>
            </a:r>
            <a:r>
              <a:rPr sz="2200" spc="-10" dirty="0">
                <a:latin typeface="Times New Roman"/>
                <a:cs typeface="Times New Roman"/>
              </a:rPr>
              <a:t>gi</a:t>
            </a:r>
            <a:r>
              <a:rPr sz="2200" spc="-20" dirty="0">
                <a:latin typeface="Times New Roman"/>
                <a:cs typeface="Times New Roman"/>
              </a:rPr>
              <a:t>ca</a:t>
            </a:r>
            <a:r>
              <a:rPr sz="2200" spc="-10" dirty="0">
                <a:latin typeface="Times New Roman"/>
                <a:cs typeface="Times New Roman"/>
              </a:rPr>
              <a:t>l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a</a:t>
            </a:r>
            <a:r>
              <a:rPr sz="2200" dirty="0">
                <a:latin typeface="Times New Roman"/>
                <a:cs typeface="Times New Roman"/>
              </a:rPr>
              <a:t>d</a:t>
            </a:r>
            <a:r>
              <a:rPr sz="2200" spc="-14" dirty="0">
                <a:latin typeface="Times New Roman"/>
                <a:cs typeface="Times New Roman"/>
              </a:rPr>
              <a:t>v</a:t>
            </a:r>
            <a:r>
              <a:rPr sz="2200" spc="-20" dirty="0">
                <a:latin typeface="Times New Roman"/>
                <a:cs typeface="Times New Roman"/>
              </a:rPr>
              <a:t>a</a:t>
            </a:r>
            <a:r>
              <a:rPr sz="2200" dirty="0">
                <a:latin typeface="Times New Roman"/>
                <a:cs typeface="Times New Roman"/>
              </a:rPr>
              <a:t>n</a:t>
            </a:r>
            <a:r>
              <a:rPr sz="2200" spc="-20" dirty="0">
                <a:latin typeface="Times New Roman"/>
                <a:cs typeface="Times New Roman"/>
              </a:rPr>
              <a:t>ce</a:t>
            </a:r>
            <a:r>
              <a:rPr sz="2200" spc="-40" dirty="0">
                <a:latin typeface="Times New Roman"/>
                <a:cs typeface="Times New Roman"/>
              </a:rPr>
              <a:t>m</a:t>
            </a:r>
            <a:r>
              <a:rPr sz="2200" spc="-20" dirty="0">
                <a:latin typeface="Times New Roman"/>
                <a:cs typeface="Times New Roman"/>
              </a:rPr>
              <a:t>e</a:t>
            </a:r>
            <a:r>
              <a:rPr sz="2200" dirty="0">
                <a:latin typeface="Times New Roman"/>
                <a:cs typeface="Times New Roman"/>
              </a:rPr>
              <a:t>n</a:t>
            </a:r>
            <a:r>
              <a:rPr sz="2200" spc="-10" dirty="0">
                <a:latin typeface="Times New Roman"/>
                <a:cs typeface="Times New Roman"/>
              </a:rPr>
              <a:t>t</a:t>
            </a:r>
            <a:endParaRPr sz="2200">
              <a:latin typeface="Times New Roman"/>
              <a:cs typeface="Times New Roman"/>
            </a:endParaRPr>
          </a:p>
          <a:p>
            <a:pPr marL="527624" indent="-514924">
              <a:spcBef>
                <a:spcPts val="994"/>
              </a:spcBef>
              <a:buClr>
                <a:srgbClr val="A42F0F"/>
              </a:buClr>
              <a:buFont typeface="Times New Roman"/>
              <a:buAutoNum type="romanLcPeriod"/>
              <a:tabLst>
                <a:tab pos="528258" algn="l"/>
              </a:tabLst>
            </a:pPr>
            <a:r>
              <a:rPr sz="2200" spc="-20" dirty="0">
                <a:latin typeface="Times New Roman"/>
                <a:cs typeface="Times New Roman"/>
              </a:rPr>
              <a:t>Ma</a:t>
            </a:r>
            <a:r>
              <a:rPr sz="2200" dirty="0">
                <a:latin typeface="Times New Roman"/>
                <a:cs typeface="Times New Roman"/>
              </a:rPr>
              <a:t>r</a:t>
            </a:r>
            <a:r>
              <a:rPr sz="2200" spc="-14" dirty="0">
                <a:latin typeface="Times New Roman"/>
                <a:cs typeface="Times New Roman"/>
              </a:rPr>
              <a:t>k</a:t>
            </a:r>
            <a:r>
              <a:rPr sz="2200" spc="-20" dirty="0">
                <a:latin typeface="Times New Roman"/>
                <a:cs typeface="Times New Roman"/>
              </a:rPr>
              <a:t>e</a:t>
            </a:r>
            <a:r>
              <a:rPr sz="2200" spc="-10" dirty="0">
                <a:latin typeface="Times New Roman"/>
                <a:cs typeface="Times New Roman"/>
              </a:rPr>
              <a:t>t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pl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20" dirty="0">
                <a:latin typeface="Times New Roman"/>
                <a:cs typeface="Times New Roman"/>
              </a:rPr>
              <a:t>c</a:t>
            </a:r>
            <a:r>
              <a:rPr sz="2200" spc="-10" dirty="0">
                <a:latin typeface="Times New Roman"/>
                <a:cs typeface="Times New Roman"/>
              </a:rPr>
              <a:t>e </a:t>
            </a:r>
            <a:r>
              <a:rPr sz="2200" dirty="0">
                <a:latin typeface="Times New Roman"/>
                <a:cs typeface="Times New Roman"/>
              </a:rPr>
              <a:t>c</a:t>
            </a:r>
            <a:r>
              <a:rPr sz="2200" spc="-14" dirty="0">
                <a:latin typeface="Times New Roman"/>
                <a:cs typeface="Times New Roman"/>
              </a:rPr>
              <a:t>h</a:t>
            </a:r>
            <a:r>
              <a:rPr sz="2200" spc="-20" dirty="0">
                <a:latin typeface="Times New Roman"/>
                <a:cs typeface="Times New Roman"/>
              </a:rPr>
              <a:t>a</a:t>
            </a:r>
            <a:r>
              <a:rPr sz="2200" spc="-14" dirty="0">
                <a:latin typeface="Times New Roman"/>
                <a:cs typeface="Times New Roman"/>
              </a:rPr>
              <a:t>n</a:t>
            </a:r>
            <a:r>
              <a:rPr sz="2200" dirty="0">
                <a:latin typeface="Times New Roman"/>
                <a:cs typeface="Times New Roman"/>
              </a:rPr>
              <a:t>g</a:t>
            </a:r>
            <a:r>
              <a:rPr sz="2200" spc="-10" dirty="0">
                <a:latin typeface="Times New Roman"/>
                <a:cs typeface="Times New Roman"/>
              </a:rPr>
              <a:t>e</a:t>
            </a:r>
            <a:endParaRPr sz="2200">
              <a:latin typeface="Times New Roman"/>
              <a:cs typeface="Times New Roman"/>
            </a:endParaRPr>
          </a:p>
          <a:p>
            <a:pPr marL="527624" indent="-514924">
              <a:spcBef>
                <a:spcPts val="1005"/>
              </a:spcBef>
              <a:buClr>
                <a:srgbClr val="A42F0F"/>
              </a:buClr>
              <a:buFont typeface="Times New Roman"/>
              <a:buAutoNum type="romanLcPeriod"/>
              <a:tabLst>
                <a:tab pos="528258" algn="l"/>
              </a:tabLst>
            </a:pPr>
            <a:r>
              <a:rPr sz="2200" spc="-10" dirty="0">
                <a:latin typeface="Times New Roman"/>
                <a:cs typeface="Times New Roman"/>
              </a:rPr>
              <a:t>Cont</a:t>
            </a:r>
            <a:r>
              <a:rPr sz="2200" spc="-20" dirty="0">
                <a:latin typeface="Times New Roman"/>
                <a:cs typeface="Times New Roman"/>
              </a:rPr>
              <a:t>r</a:t>
            </a:r>
            <a:r>
              <a:rPr sz="2200" spc="-10" dirty="0">
                <a:latin typeface="Times New Roman"/>
                <a:cs typeface="Times New Roman"/>
              </a:rPr>
              <a:t>i</a:t>
            </a:r>
            <a:r>
              <a:rPr sz="2200" dirty="0">
                <a:latin typeface="Times New Roman"/>
                <a:cs typeface="Times New Roman"/>
              </a:rPr>
              <a:t>b</a:t>
            </a:r>
            <a:r>
              <a:rPr sz="2200" spc="-10" dirty="0">
                <a:latin typeface="Times New Roman"/>
                <a:cs typeface="Times New Roman"/>
              </a:rPr>
              <a:t>ution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to</a:t>
            </a:r>
            <a:r>
              <a:rPr sz="2200" spc="-4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l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65" dirty="0">
                <a:latin typeface="Times New Roman"/>
                <a:cs typeface="Times New Roman"/>
              </a:rPr>
              <a:t>r</a:t>
            </a:r>
            <a:r>
              <a:rPr sz="2200" dirty="0">
                <a:latin typeface="Times New Roman"/>
                <a:cs typeface="Times New Roman"/>
              </a:rPr>
              <a:t>g</a:t>
            </a:r>
            <a:r>
              <a:rPr sz="2200" spc="-10" dirty="0">
                <a:latin typeface="Times New Roman"/>
                <a:cs typeface="Times New Roman"/>
              </a:rPr>
              <a:t>e busin</a:t>
            </a:r>
            <a:r>
              <a:rPr sz="2200" dirty="0">
                <a:latin typeface="Times New Roman"/>
                <a:cs typeface="Times New Roman"/>
              </a:rPr>
              <a:t>e</a:t>
            </a:r>
            <a:r>
              <a:rPr sz="2200" spc="-30" dirty="0">
                <a:latin typeface="Times New Roman"/>
                <a:cs typeface="Times New Roman"/>
              </a:rPr>
              <a:t>s</a:t>
            </a:r>
            <a:r>
              <a:rPr sz="2200" spc="-10" dirty="0">
                <a:latin typeface="Times New Roman"/>
                <a:cs typeface="Times New Roman"/>
              </a:rPr>
              <a:t>s</a:t>
            </a:r>
            <a:endParaRPr sz="2200">
              <a:latin typeface="Times New Roman"/>
              <a:cs typeface="Times New Roman"/>
            </a:endParaRPr>
          </a:p>
          <a:p>
            <a:pPr marL="527624" indent="-514924">
              <a:spcBef>
                <a:spcPts val="994"/>
              </a:spcBef>
              <a:buClr>
                <a:srgbClr val="A42F0F"/>
              </a:buClr>
              <a:buFont typeface="Times New Roman"/>
              <a:buAutoNum type="romanLcPeriod"/>
              <a:tabLst>
                <a:tab pos="528258" algn="l"/>
              </a:tabLst>
            </a:pPr>
            <a:r>
              <a:rPr sz="2200" spc="-10" dirty="0">
                <a:latin typeface="Times New Roman"/>
                <a:cs typeface="Times New Roman"/>
              </a:rPr>
              <a:t>P</a:t>
            </a:r>
            <a:r>
              <a:rPr sz="2200" spc="-20" dirty="0">
                <a:latin typeface="Times New Roman"/>
                <a:cs typeface="Times New Roman"/>
              </a:rPr>
              <a:t>r</a:t>
            </a:r>
            <a:r>
              <a:rPr sz="2200" spc="-14" dirty="0">
                <a:latin typeface="Times New Roman"/>
                <a:cs typeface="Times New Roman"/>
              </a:rPr>
              <a:t>o</a:t>
            </a:r>
            <a:r>
              <a:rPr sz="2200" dirty="0">
                <a:latin typeface="Times New Roman"/>
                <a:cs typeface="Times New Roman"/>
              </a:rPr>
              <a:t>v</a:t>
            </a:r>
            <a:r>
              <a:rPr sz="2200" spc="-30" dirty="0">
                <a:latin typeface="Times New Roman"/>
                <a:cs typeface="Times New Roman"/>
              </a:rPr>
              <a:t>i</a:t>
            </a:r>
            <a:r>
              <a:rPr sz="2200" dirty="0">
                <a:latin typeface="Times New Roman"/>
                <a:cs typeface="Times New Roman"/>
              </a:rPr>
              <a:t>d</a:t>
            </a:r>
            <a:r>
              <a:rPr sz="2200" spc="-20" dirty="0">
                <a:latin typeface="Times New Roman"/>
                <a:cs typeface="Times New Roman"/>
              </a:rPr>
              <a:t>e</a:t>
            </a:r>
            <a:r>
              <a:rPr sz="2200" spc="-10" dirty="0">
                <a:latin typeface="Times New Roman"/>
                <a:cs typeface="Times New Roman"/>
              </a:rPr>
              <a:t>s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i</a:t>
            </a:r>
            <a:r>
              <a:rPr sz="2200" dirty="0">
                <a:latin typeface="Times New Roman"/>
                <a:cs typeface="Times New Roman"/>
              </a:rPr>
              <a:t>n</a:t>
            </a:r>
            <a:r>
              <a:rPr sz="2200" spc="-30" dirty="0">
                <a:latin typeface="Times New Roman"/>
                <a:cs typeface="Times New Roman"/>
              </a:rPr>
              <a:t>t</a:t>
            </a:r>
            <a:r>
              <a:rPr sz="2200" dirty="0">
                <a:latin typeface="Times New Roman"/>
                <a:cs typeface="Times New Roman"/>
              </a:rPr>
              <a:t>e</a:t>
            </a:r>
            <a:r>
              <a:rPr sz="2200" spc="-20" dirty="0">
                <a:latin typeface="Times New Roman"/>
                <a:cs typeface="Times New Roman"/>
              </a:rPr>
              <a:t>r</a:t>
            </a:r>
            <a:r>
              <a:rPr sz="2200" spc="-14" dirty="0">
                <a:latin typeface="Times New Roman"/>
                <a:cs typeface="Times New Roman"/>
              </a:rPr>
              <a:t>n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30" dirty="0">
                <a:latin typeface="Times New Roman"/>
                <a:cs typeface="Times New Roman"/>
              </a:rPr>
              <a:t>t</a:t>
            </a:r>
            <a:r>
              <a:rPr sz="2200" spc="-10" dirty="0">
                <a:latin typeface="Times New Roman"/>
                <a:cs typeface="Times New Roman"/>
              </a:rPr>
              <a:t>i</a:t>
            </a:r>
            <a:r>
              <a:rPr sz="2200" dirty="0">
                <a:latin typeface="Times New Roman"/>
                <a:cs typeface="Times New Roman"/>
              </a:rPr>
              <a:t>o</a:t>
            </a:r>
            <a:r>
              <a:rPr sz="2200" spc="-14" dirty="0">
                <a:latin typeface="Times New Roman"/>
                <a:cs typeface="Times New Roman"/>
              </a:rPr>
              <a:t>n</a:t>
            </a:r>
            <a:r>
              <a:rPr sz="2200" spc="-20" dirty="0">
                <a:latin typeface="Times New Roman"/>
                <a:cs typeface="Times New Roman"/>
              </a:rPr>
              <a:t>a</a:t>
            </a:r>
            <a:r>
              <a:rPr sz="2200" spc="-10" dirty="0">
                <a:latin typeface="Times New Roman"/>
                <a:cs typeface="Times New Roman"/>
              </a:rPr>
              <a:t>l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14" dirty="0">
                <a:latin typeface="Times New Roman"/>
                <a:cs typeface="Times New Roman"/>
              </a:rPr>
              <a:t>o</a:t>
            </a:r>
            <a:r>
              <a:rPr sz="2200" dirty="0">
                <a:latin typeface="Times New Roman"/>
                <a:cs typeface="Times New Roman"/>
              </a:rPr>
              <a:t>p</a:t>
            </a:r>
            <a:r>
              <a:rPr sz="2200" spc="-14" dirty="0">
                <a:latin typeface="Times New Roman"/>
                <a:cs typeface="Times New Roman"/>
              </a:rPr>
              <a:t>po</a:t>
            </a:r>
            <a:r>
              <a:rPr sz="2200" dirty="0">
                <a:latin typeface="Times New Roman"/>
                <a:cs typeface="Times New Roman"/>
              </a:rPr>
              <a:t>r</a:t>
            </a:r>
            <a:r>
              <a:rPr sz="2200" spc="-30" dirty="0">
                <a:latin typeface="Times New Roman"/>
                <a:cs typeface="Times New Roman"/>
              </a:rPr>
              <a:t>t</a:t>
            </a:r>
            <a:r>
              <a:rPr sz="2200" dirty="0">
                <a:latin typeface="Times New Roman"/>
                <a:cs typeface="Times New Roman"/>
              </a:rPr>
              <a:t>u</a:t>
            </a:r>
            <a:r>
              <a:rPr sz="2200" spc="-10" dirty="0">
                <a:latin typeface="Times New Roman"/>
                <a:cs typeface="Times New Roman"/>
              </a:rPr>
              <a:t>niti</a:t>
            </a:r>
            <a:r>
              <a:rPr sz="2200" spc="-20" dirty="0">
                <a:latin typeface="Times New Roman"/>
                <a:cs typeface="Times New Roman"/>
              </a:rPr>
              <a:t>e</a:t>
            </a:r>
            <a:r>
              <a:rPr sz="2200" spc="-10" dirty="0">
                <a:latin typeface="Times New Roman"/>
                <a:cs typeface="Times New Roman"/>
              </a:rPr>
              <a:t>s</a:t>
            </a:r>
            <a:endParaRPr sz="2200">
              <a:latin typeface="Times New Roman"/>
              <a:cs typeface="Times New Roman"/>
            </a:endParaRPr>
          </a:p>
          <a:p>
            <a:pPr marL="527624" indent="-514924">
              <a:spcBef>
                <a:spcPts val="994"/>
              </a:spcBef>
              <a:buClr>
                <a:srgbClr val="A42F0F"/>
              </a:buClr>
              <a:buFont typeface="Times New Roman"/>
              <a:buAutoNum type="romanLcPeriod"/>
              <a:tabLst>
                <a:tab pos="528258" algn="l"/>
              </a:tabLst>
            </a:pPr>
            <a:r>
              <a:rPr sz="2200" spc="-10" dirty="0">
                <a:latin typeface="Times New Roman"/>
                <a:cs typeface="Times New Roman"/>
              </a:rPr>
              <a:t>S</a:t>
            </a:r>
            <a:r>
              <a:rPr sz="2200" spc="-14" dirty="0">
                <a:latin typeface="Times New Roman"/>
                <a:cs typeface="Times New Roman"/>
              </a:rPr>
              <a:t>o</a:t>
            </a:r>
            <a:r>
              <a:rPr sz="2200" spc="-20" dirty="0">
                <a:latin typeface="Times New Roman"/>
                <a:cs typeface="Times New Roman"/>
              </a:rPr>
              <a:t>c</a:t>
            </a:r>
            <a:r>
              <a:rPr sz="2200" spc="-10" dirty="0">
                <a:latin typeface="Times New Roman"/>
                <a:cs typeface="Times New Roman"/>
              </a:rPr>
              <a:t>i</a:t>
            </a:r>
            <a:r>
              <a:rPr sz="2200" spc="-20" dirty="0">
                <a:latin typeface="Times New Roman"/>
                <a:cs typeface="Times New Roman"/>
              </a:rPr>
              <a:t>a</a:t>
            </a:r>
            <a:r>
              <a:rPr sz="2200" spc="-10" dirty="0">
                <a:latin typeface="Times New Roman"/>
                <a:cs typeface="Times New Roman"/>
              </a:rPr>
              <a:t>l</a:t>
            </a:r>
            <a:r>
              <a:rPr sz="2200" dirty="0">
                <a:latin typeface="Times New Roman"/>
                <a:cs typeface="Times New Roman"/>
              </a:rPr>
              <a:t> a</a:t>
            </a:r>
            <a:r>
              <a:rPr sz="2200" spc="-14" dirty="0">
                <a:latin typeface="Times New Roman"/>
                <a:cs typeface="Times New Roman"/>
              </a:rPr>
              <a:t>nd</a:t>
            </a:r>
            <a:r>
              <a:rPr sz="2200" spc="-4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</a:t>
            </a:r>
            <a:r>
              <a:rPr sz="2200" spc="-30" dirty="0">
                <a:latin typeface="Times New Roman"/>
                <a:cs typeface="Times New Roman"/>
              </a:rPr>
              <a:t>t</a:t>
            </a:r>
            <a:r>
              <a:rPr sz="2200" dirty="0">
                <a:latin typeface="Times New Roman"/>
                <a:cs typeface="Times New Roman"/>
              </a:rPr>
              <a:t>h</a:t>
            </a:r>
            <a:r>
              <a:rPr sz="2200" spc="-10" dirty="0">
                <a:latin typeface="Times New Roman"/>
                <a:cs typeface="Times New Roman"/>
              </a:rPr>
              <a:t>i</a:t>
            </a:r>
            <a:r>
              <a:rPr sz="2200" spc="-20" dirty="0">
                <a:latin typeface="Times New Roman"/>
                <a:cs typeface="Times New Roman"/>
              </a:rPr>
              <a:t>ca</a:t>
            </a:r>
            <a:r>
              <a:rPr sz="2200" spc="-10" dirty="0">
                <a:latin typeface="Times New Roman"/>
                <a:cs typeface="Times New Roman"/>
              </a:rPr>
              <a:t>l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a</a:t>
            </a:r>
            <a:r>
              <a:rPr sz="2200" spc="-4" dirty="0">
                <a:latin typeface="Times New Roman"/>
                <a:cs typeface="Times New Roman"/>
              </a:rPr>
              <a:t>w</a:t>
            </a:r>
            <a:r>
              <a:rPr sz="2200" spc="-20" dirty="0">
                <a:latin typeface="Times New Roman"/>
                <a:cs typeface="Times New Roman"/>
              </a:rPr>
              <a:t>a</a:t>
            </a:r>
            <a:r>
              <a:rPr sz="2200" spc="-14" dirty="0">
                <a:latin typeface="Times New Roman"/>
                <a:cs typeface="Times New Roman"/>
              </a:rPr>
              <a:t>k</a:t>
            </a:r>
            <a:r>
              <a:rPr sz="2200" spc="-20" dirty="0">
                <a:latin typeface="Times New Roman"/>
                <a:cs typeface="Times New Roman"/>
              </a:rPr>
              <a:t>e</a:t>
            </a:r>
            <a:r>
              <a:rPr sz="2200" dirty="0">
                <a:latin typeface="Times New Roman"/>
                <a:cs typeface="Times New Roman"/>
              </a:rPr>
              <a:t>n</a:t>
            </a:r>
            <a:r>
              <a:rPr sz="2200" spc="-30" dirty="0">
                <a:latin typeface="Times New Roman"/>
                <a:cs typeface="Times New Roman"/>
              </a:rPr>
              <a:t>i</a:t>
            </a:r>
            <a:r>
              <a:rPr sz="2200" dirty="0">
                <a:latin typeface="Times New Roman"/>
                <a:cs typeface="Times New Roman"/>
              </a:rPr>
              <a:t>n</a:t>
            </a:r>
            <a:r>
              <a:rPr sz="2200" spc="-10" dirty="0">
                <a:latin typeface="Times New Roman"/>
                <a:cs typeface="Times New Roman"/>
              </a:rPr>
              <a:t>g.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36753" y="1314562"/>
            <a:ext cx="278130" cy="279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9"/>
            <a:r>
              <a:rPr spc="-10" dirty="0">
                <a:latin typeface="Century Gothic"/>
                <a:cs typeface="Century Gothic"/>
              </a:rPr>
              <a:t>3</a:t>
            </a:r>
            <a:r>
              <a:rPr dirty="0">
                <a:latin typeface="Century Gothic"/>
                <a:cs typeface="Century Gothic"/>
              </a:rPr>
              <a:t>2</a:t>
            </a:r>
            <a:endParaRPr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1" y="457201"/>
            <a:ext cx="9144000" cy="6857999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0" y="6857999"/>
                </a:moveTo>
                <a:lnTo>
                  <a:pt x="9143999" y="6857999"/>
                </a:lnTo>
                <a:lnTo>
                  <a:pt x="914399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A5A5A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7201" y="681228"/>
            <a:ext cx="2145791" cy="66339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752601" y="762000"/>
            <a:ext cx="7620000" cy="6324600"/>
          </a:xfrm>
          <a:custGeom>
            <a:avLst/>
            <a:gdLst/>
            <a:ahLst/>
            <a:cxnLst/>
            <a:rect l="l" t="t" r="r" b="b"/>
            <a:pathLst>
              <a:path w="7620000" h="6324600">
                <a:moveTo>
                  <a:pt x="0" y="6324599"/>
                </a:moveTo>
                <a:lnTo>
                  <a:pt x="7619999" y="6324599"/>
                </a:lnTo>
                <a:lnTo>
                  <a:pt x="7619999" y="0"/>
                </a:lnTo>
                <a:lnTo>
                  <a:pt x="0" y="0"/>
                </a:lnTo>
                <a:lnTo>
                  <a:pt x="0" y="63245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752601" y="762000"/>
            <a:ext cx="7620000" cy="6324600"/>
          </a:xfrm>
          <a:custGeom>
            <a:avLst/>
            <a:gdLst/>
            <a:ahLst/>
            <a:cxnLst/>
            <a:rect l="l" t="t" r="r" b="b"/>
            <a:pathLst>
              <a:path w="7620000" h="6324600">
                <a:moveTo>
                  <a:pt x="0" y="6324599"/>
                </a:moveTo>
                <a:lnTo>
                  <a:pt x="7619999" y="6324599"/>
                </a:lnTo>
                <a:lnTo>
                  <a:pt x="7619999" y="0"/>
                </a:lnTo>
                <a:lnTo>
                  <a:pt x="0" y="0"/>
                </a:lnTo>
                <a:lnTo>
                  <a:pt x="0" y="6324599"/>
                </a:lnTo>
                <a:close/>
              </a:path>
            </a:pathLst>
          </a:custGeom>
          <a:ln w="15239">
            <a:solidFill>
              <a:srgbClr val="71855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039937" y="776031"/>
            <a:ext cx="7978524" cy="3778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05086">
              <a:lnSpc>
                <a:spcPts val="2870"/>
              </a:lnSpc>
            </a:pPr>
            <a:r>
              <a:rPr sz="2500" dirty="0">
                <a:solidFill>
                  <a:srgbClr val="000000"/>
                </a:solidFill>
              </a:rPr>
              <a:t>I</a:t>
            </a:r>
            <a:r>
              <a:rPr sz="2500" spc="-10" dirty="0">
                <a:solidFill>
                  <a:srgbClr val="000000"/>
                </a:solidFill>
              </a:rPr>
              <a:t>m</a:t>
            </a:r>
            <a:r>
              <a:rPr sz="2500" spc="4" dirty="0">
                <a:solidFill>
                  <a:srgbClr val="000000"/>
                </a:solidFill>
              </a:rPr>
              <a:t>p</a:t>
            </a:r>
            <a:r>
              <a:rPr sz="2500" dirty="0">
                <a:solidFill>
                  <a:srgbClr val="000000"/>
                </a:solidFill>
              </a:rPr>
              <a:t>a</a:t>
            </a:r>
            <a:r>
              <a:rPr sz="2500" spc="-10" dirty="0">
                <a:solidFill>
                  <a:srgbClr val="000000"/>
                </a:solidFill>
              </a:rPr>
              <a:t>c</a:t>
            </a:r>
            <a:r>
              <a:rPr sz="2500" dirty="0">
                <a:solidFill>
                  <a:srgbClr val="000000"/>
                </a:solidFill>
              </a:rPr>
              <a:t>t</a:t>
            </a:r>
            <a:r>
              <a:rPr sz="2500" spc="-10" dirty="0">
                <a:solidFill>
                  <a:srgbClr val="000000"/>
                </a:solidFill>
              </a:rPr>
              <a:t> </a:t>
            </a:r>
            <a:r>
              <a:rPr sz="2500" dirty="0">
                <a:solidFill>
                  <a:srgbClr val="000000"/>
                </a:solidFill>
              </a:rPr>
              <a:t>of</a:t>
            </a:r>
            <a:r>
              <a:rPr sz="2500" spc="14" dirty="0">
                <a:solidFill>
                  <a:srgbClr val="000000"/>
                </a:solidFill>
              </a:rPr>
              <a:t> </a:t>
            </a:r>
            <a:r>
              <a:rPr sz="2500" spc="-20" dirty="0">
                <a:solidFill>
                  <a:srgbClr val="000000"/>
                </a:solidFill>
              </a:rPr>
              <a:t>E</a:t>
            </a:r>
            <a:r>
              <a:rPr sz="2500" spc="4" dirty="0">
                <a:solidFill>
                  <a:srgbClr val="000000"/>
                </a:solidFill>
              </a:rPr>
              <a:t>n</a:t>
            </a:r>
            <a:r>
              <a:rPr sz="2500" spc="-10" dirty="0">
                <a:solidFill>
                  <a:srgbClr val="000000"/>
                </a:solidFill>
              </a:rPr>
              <a:t>t</a:t>
            </a:r>
            <a:r>
              <a:rPr sz="2500" spc="-35" dirty="0">
                <a:solidFill>
                  <a:srgbClr val="000000"/>
                </a:solidFill>
              </a:rPr>
              <a:t>r</a:t>
            </a:r>
            <a:r>
              <a:rPr sz="2500" spc="-10" dirty="0">
                <a:solidFill>
                  <a:srgbClr val="000000"/>
                </a:solidFill>
              </a:rPr>
              <a:t>e</a:t>
            </a:r>
            <a:r>
              <a:rPr sz="2500" spc="4" dirty="0">
                <a:solidFill>
                  <a:srgbClr val="000000"/>
                </a:solidFill>
              </a:rPr>
              <a:t>p</a:t>
            </a:r>
            <a:r>
              <a:rPr sz="2500" spc="-60" dirty="0">
                <a:solidFill>
                  <a:srgbClr val="000000"/>
                </a:solidFill>
              </a:rPr>
              <a:t>r</a:t>
            </a:r>
            <a:r>
              <a:rPr sz="2500" spc="10" dirty="0">
                <a:solidFill>
                  <a:srgbClr val="000000"/>
                </a:solidFill>
              </a:rPr>
              <a:t>e</a:t>
            </a:r>
            <a:r>
              <a:rPr sz="2500" spc="-14" dirty="0">
                <a:solidFill>
                  <a:srgbClr val="000000"/>
                </a:solidFill>
              </a:rPr>
              <a:t>n</a:t>
            </a:r>
            <a:r>
              <a:rPr sz="2500" spc="10" dirty="0">
                <a:solidFill>
                  <a:srgbClr val="000000"/>
                </a:solidFill>
              </a:rPr>
              <a:t>e</a:t>
            </a:r>
            <a:r>
              <a:rPr sz="2500" spc="-14" dirty="0">
                <a:solidFill>
                  <a:srgbClr val="000000"/>
                </a:solidFill>
              </a:rPr>
              <a:t>u</a:t>
            </a:r>
            <a:r>
              <a:rPr sz="2500" spc="10" dirty="0">
                <a:solidFill>
                  <a:srgbClr val="000000"/>
                </a:solidFill>
              </a:rPr>
              <a:t>r</a:t>
            </a:r>
            <a:r>
              <a:rPr sz="2500" dirty="0">
                <a:solidFill>
                  <a:srgbClr val="000000"/>
                </a:solidFill>
              </a:rPr>
              <a:t>s</a:t>
            </a:r>
            <a:r>
              <a:rPr sz="2500" spc="4" dirty="0">
                <a:solidFill>
                  <a:srgbClr val="000000"/>
                </a:solidFill>
              </a:rPr>
              <a:t>h</a:t>
            </a:r>
            <a:r>
              <a:rPr sz="2500" spc="-20" dirty="0">
                <a:solidFill>
                  <a:srgbClr val="000000"/>
                </a:solidFill>
              </a:rPr>
              <a:t>i</a:t>
            </a:r>
            <a:r>
              <a:rPr sz="2500" dirty="0">
                <a:solidFill>
                  <a:srgbClr val="000000"/>
                </a:solidFill>
              </a:rPr>
              <a:t>p</a:t>
            </a:r>
            <a:r>
              <a:rPr sz="2500" spc="4" dirty="0">
                <a:solidFill>
                  <a:srgbClr val="000000"/>
                </a:solidFill>
              </a:rPr>
              <a:t> </a:t>
            </a:r>
            <a:r>
              <a:rPr sz="2500" dirty="0">
                <a:solidFill>
                  <a:srgbClr val="000000"/>
                </a:solidFill>
              </a:rPr>
              <a:t>on</a:t>
            </a:r>
            <a:r>
              <a:rPr sz="2500" spc="4" dirty="0">
                <a:solidFill>
                  <a:srgbClr val="000000"/>
                </a:solidFill>
              </a:rPr>
              <a:t> </a:t>
            </a:r>
            <a:r>
              <a:rPr sz="2500" spc="-14" dirty="0">
                <a:solidFill>
                  <a:srgbClr val="000000"/>
                </a:solidFill>
              </a:rPr>
              <a:t>S</a:t>
            </a:r>
            <a:r>
              <a:rPr sz="2500" dirty="0">
                <a:solidFill>
                  <a:srgbClr val="000000"/>
                </a:solidFill>
              </a:rPr>
              <a:t>o</a:t>
            </a:r>
            <a:r>
              <a:rPr sz="2500" spc="10" dirty="0">
                <a:solidFill>
                  <a:srgbClr val="000000"/>
                </a:solidFill>
              </a:rPr>
              <a:t>c</a:t>
            </a:r>
            <a:r>
              <a:rPr sz="2500" dirty="0">
                <a:solidFill>
                  <a:srgbClr val="000000"/>
                </a:solidFill>
              </a:rPr>
              <a:t>i</a:t>
            </a:r>
            <a:r>
              <a:rPr sz="2500" spc="-10" dirty="0">
                <a:solidFill>
                  <a:srgbClr val="000000"/>
                </a:solidFill>
              </a:rPr>
              <a:t>e</a:t>
            </a:r>
            <a:r>
              <a:rPr sz="2500" spc="14" dirty="0">
                <a:solidFill>
                  <a:srgbClr val="000000"/>
                </a:solidFill>
              </a:rPr>
              <a:t>t</a:t>
            </a:r>
            <a:r>
              <a:rPr sz="2500" dirty="0">
                <a:solidFill>
                  <a:srgbClr val="000000"/>
                </a:solidFill>
              </a:rPr>
              <a:t>y:</a:t>
            </a:r>
            <a:endParaRPr sz="2500"/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xfrm>
            <a:off x="775666" y="1202282"/>
            <a:ext cx="8507066" cy="55025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11440" marR="528258" indent="-342859">
              <a:lnSpc>
                <a:spcPct val="79800"/>
              </a:lnSpc>
            </a:pPr>
            <a:r>
              <a:rPr spc="-25" dirty="0">
                <a:latin typeface="Century Gothic"/>
                <a:cs typeface="Century Gothic"/>
              </a:rPr>
              <a:t>1</a:t>
            </a:r>
            <a:r>
              <a:rPr spc="-10" dirty="0">
                <a:latin typeface="Century Gothic"/>
                <a:cs typeface="Century Gothic"/>
              </a:rPr>
              <a:t>.</a:t>
            </a:r>
            <a:r>
              <a:rPr spc="20" dirty="0">
                <a:latin typeface="Century Gothic"/>
                <a:cs typeface="Century Gothic"/>
              </a:rPr>
              <a:t> </a:t>
            </a:r>
            <a:r>
              <a:rPr b="1" spc="-10" dirty="0"/>
              <a:t>E</a:t>
            </a:r>
            <a:r>
              <a:rPr b="1" spc="-30" dirty="0"/>
              <a:t>n</a:t>
            </a:r>
            <a:r>
              <a:rPr b="1" dirty="0"/>
              <a:t>t</a:t>
            </a:r>
            <a:r>
              <a:rPr b="1" spc="-65" dirty="0"/>
              <a:t>r</a:t>
            </a:r>
            <a:r>
              <a:rPr b="1" dirty="0">
                <a:latin typeface="Times New Roman"/>
                <a:cs typeface="Times New Roman"/>
              </a:rPr>
              <a:t>e</a:t>
            </a:r>
            <a:r>
              <a:rPr b="1" spc="-30" dirty="0"/>
              <a:t>p</a:t>
            </a:r>
            <a:r>
              <a:rPr b="1" spc="-45" dirty="0"/>
              <a:t>r</a:t>
            </a:r>
            <a:r>
              <a:rPr b="1" spc="-20" dirty="0"/>
              <a:t>e</a:t>
            </a:r>
            <a:r>
              <a:rPr b="1" spc="-10" dirty="0"/>
              <a:t>n</a:t>
            </a:r>
            <a:r>
              <a:rPr b="1" spc="-20" dirty="0"/>
              <a:t>e</a:t>
            </a:r>
            <a:r>
              <a:rPr b="1" spc="-10" dirty="0"/>
              <a:t>u</a:t>
            </a:r>
            <a:r>
              <a:rPr b="1" spc="-20" dirty="0"/>
              <a:t>r</a:t>
            </a:r>
            <a:r>
              <a:rPr b="1" spc="-10" dirty="0"/>
              <a:t>ship</a:t>
            </a:r>
            <a:r>
              <a:rPr b="1" spc="25" dirty="0"/>
              <a:t> </a:t>
            </a:r>
            <a:r>
              <a:rPr b="1" spc="-20" dirty="0"/>
              <a:t>c</a:t>
            </a:r>
            <a:r>
              <a:rPr b="1" spc="-65" dirty="0"/>
              <a:t>r</a:t>
            </a:r>
            <a:r>
              <a:rPr b="1" dirty="0">
                <a:latin typeface="Times New Roman"/>
                <a:cs typeface="Times New Roman"/>
              </a:rPr>
              <a:t>e</a:t>
            </a:r>
            <a:r>
              <a:rPr b="1" spc="-14" dirty="0"/>
              <a:t>a</a:t>
            </a:r>
            <a:r>
              <a:rPr b="1" spc="-20" dirty="0"/>
              <a:t>t</a:t>
            </a:r>
            <a:r>
              <a:rPr b="1" dirty="0">
                <a:latin typeface="Times New Roman"/>
                <a:cs typeface="Times New Roman"/>
              </a:rPr>
              <a:t>e</a:t>
            </a:r>
            <a:r>
              <a:rPr b="1" spc="-10" dirty="0"/>
              <a:t>s</a:t>
            </a:r>
            <a:r>
              <a:rPr b="1" dirty="0">
                <a:latin typeface="Times New Roman"/>
                <a:cs typeface="Times New Roman"/>
              </a:rPr>
              <a:t> </a:t>
            </a:r>
            <a:r>
              <a:rPr b="1" spc="-20" dirty="0"/>
              <a:t>e</a:t>
            </a:r>
            <a:r>
              <a:rPr b="1" spc="-30" dirty="0"/>
              <a:t>m</a:t>
            </a:r>
            <a:r>
              <a:rPr b="1" spc="-10" dirty="0"/>
              <a:t>p</a:t>
            </a:r>
            <a:r>
              <a:rPr b="1" spc="-30" dirty="0"/>
              <a:t>l</a:t>
            </a:r>
            <a:r>
              <a:rPr b="1" dirty="0"/>
              <a:t>o</a:t>
            </a:r>
            <a:r>
              <a:rPr b="1" spc="-14" dirty="0"/>
              <a:t>y</a:t>
            </a:r>
            <a:r>
              <a:rPr b="1" spc="-30" dirty="0"/>
              <a:t>m</a:t>
            </a:r>
            <a:r>
              <a:rPr b="1" spc="-20" dirty="0"/>
              <a:t>e</a:t>
            </a:r>
            <a:r>
              <a:rPr b="1" spc="-10" dirty="0"/>
              <a:t>n</a:t>
            </a:r>
            <a:r>
              <a:rPr b="1" spc="-20" dirty="0"/>
              <a:t>t</a:t>
            </a:r>
            <a:r>
              <a:rPr b="1" spc="-10" dirty="0"/>
              <a:t>:</a:t>
            </a:r>
            <a:r>
              <a:rPr b="1" spc="45" dirty="0"/>
              <a:t> </a:t>
            </a:r>
            <a:r>
              <a:rPr spc="-20" dirty="0"/>
              <a:t>T</a:t>
            </a:r>
            <a:r>
              <a:rPr spc="-14" dirty="0"/>
              <a:t>he</a:t>
            </a:r>
            <a:r>
              <a:rPr spc="10" dirty="0"/>
              <a:t> </a:t>
            </a:r>
            <a:r>
              <a:rPr spc="-20" dirty="0"/>
              <a:t>e</a:t>
            </a:r>
            <a:r>
              <a:rPr spc="-10" dirty="0"/>
              <a:t>xist</a:t>
            </a:r>
            <a:r>
              <a:rPr spc="-20" dirty="0"/>
              <a:t>e</a:t>
            </a:r>
            <a:r>
              <a:rPr spc="-14" dirty="0"/>
              <a:t>n</a:t>
            </a:r>
            <a:r>
              <a:rPr dirty="0"/>
              <a:t>c</a:t>
            </a:r>
            <a:r>
              <a:rPr spc="-10" dirty="0"/>
              <a:t>e</a:t>
            </a:r>
            <a:r>
              <a:rPr spc="10" dirty="0"/>
              <a:t> </a:t>
            </a:r>
            <a:r>
              <a:rPr spc="-10" dirty="0"/>
              <a:t>of b</a:t>
            </a:r>
            <a:r>
              <a:rPr dirty="0"/>
              <a:t>u</a:t>
            </a:r>
            <a:r>
              <a:rPr spc="-30" dirty="0"/>
              <a:t>s</a:t>
            </a:r>
            <a:r>
              <a:rPr spc="-10" dirty="0"/>
              <a:t>in</a:t>
            </a:r>
            <a:r>
              <a:rPr dirty="0"/>
              <a:t>e</a:t>
            </a:r>
            <a:r>
              <a:rPr spc="-10" dirty="0"/>
              <a:t>ss</a:t>
            </a:r>
            <a:r>
              <a:rPr spc="-25" dirty="0"/>
              <a:t> </a:t>
            </a:r>
            <a:r>
              <a:rPr spc="-20" dirty="0"/>
              <a:t>ac</a:t>
            </a:r>
            <a:r>
              <a:rPr spc="-10" dirty="0"/>
              <a:t>tiviti</a:t>
            </a:r>
            <a:r>
              <a:rPr spc="-20" dirty="0"/>
              <a:t>e</a:t>
            </a:r>
            <a:r>
              <a:rPr spc="-10" dirty="0"/>
              <a:t>s</a:t>
            </a:r>
            <a:r>
              <a:rPr dirty="0"/>
              <a:t> </a:t>
            </a:r>
            <a:r>
              <a:rPr spc="-10" dirty="0"/>
              <a:t>in</a:t>
            </a:r>
            <a:r>
              <a:rPr dirty="0"/>
              <a:t>f</a:t>
            </a:r>
            <a:r>
              <a:rPr spc="-10" dirty="0"/>
              <a:t>lu</a:t>
            </a:r>
            <a:r>
              <a:rPr spc="-20" dirty="0"/>
              <a:t>e</a:t>
            </a:r>
            <a:r>
              <a:rPr spc="-14" dirty="0"/>
              <a:t>n</a:t>
            </a:r>
            <a:r>
              <a:rPr dirty="0"/>
              <a:t>c</a:t>
            </a:r>
            <a:r>
              <a:rPr spc="-20" dirty="0"/>
              <a:t>e</a:t>
            </a:r>
            <a:r>
              <a:rPr spc="-10" dirty="0"/>
              <a:t>s</a:t>
            </a:r>
            <a:r>
              <a:rPr dirty="0"/>
              <a:t> </a:t>
            </a:r>
            <a:r>
              <a:rPr spc="-20" dirty="0"/>
              <a:t>e</a:t>
            </a:r>
            <a:r>
              <a:rPr spc="-40" dirty="0"/>
              <a:t>m</a:t>
            </a:r>
            <a:r>
              <a:rPr spc="-10" dirty="0"/>
              <a:t>pl</a:t>
            </a:r>
            <a:r>
              <a:rPr dirty="0"/>
              <a:t>o</a:t>
            </a:r>
            <a:r>
              <a:rPr spc="-14" dirty="0"/>
              <a:t>y</a:t>
            </a:r>
            <a:r>
              <a:rPr spc="-40" dirty="0"/>
              <a:t>m</a:t>
            </a:r>
            <a:r>
              <a:rPr dirty="0"/>
              <a:t>e</a:t>
            </a:r>
            <a:r>
              <a:rPr spc="-10" dirty="0"/>
              <a:t>nt.</a:t>
            </a:r>
            <a:r>
              <a:rPr spc="20" dirty="0"/>
              <a:t> </a:t>
            </a:r>
            <a:r>
              <a:rPr spc="-35" dirty="0"/>
              <a:t>B</a:t>
            </a:r>
            <a:r>
              <a:rPr dirty="0"/>
              <a:t>u</a:t>
            </a:r>
            <a:r>
              <a:rPr spc="-30" dirty="0"/>
              <a:t>s</a:t>
            </a:r>
            <a:r>
              <a:rPr spc="-10" dirty="0"/>
              <a:t>i</a:t>
            </a:r>
            <a:r>
              <a:rPr dirty="0"/>
              <a:t>n</a:t>
            </a:r>
            <a:r>
              <a:rPr spc="-20" dirty="0"/>
              <a:t>e</a:t>
            </a:r>
            <a:r>
              <a:rPr spc="-10" dirty="0"/>
              <a:t>ss </a:t>
            </a:r>
            <a:r>
              <a:rPr spc="-20" dirty="0"/>
              <a:t>e</a:t>
            </a:r>
            <a:r>
              <a:rPr spc="-10" dirty="0"/>
              <a:t>st</a:t>
            </a:r>
            <a:r>
              <a:rPr spc="-20" dirty="0"/>
              <a:t>a</a:t>
            </a:r>
            <a:r>
              <a:rPr spc="-10" dirty="0"/>
              <a:t>blish</a:t>
            </a:r>
            <a:r>
              <a:rPr spc="-40" dirty="0"/>
              <a:t>m</a:t>
            </a:r>
            <a:r>
              <a:rPr dirty="0"/>
              <a:t>e</a:t>
            </a:r>
            <a:r>
              <a:rPr spc="-10" dirty="0"/>
              <a:t>nts</a:t>
            </a:r>
            <a:r>
              <a:rPr dirty="0"/>
              <a:t> </a:t>
            </a:r>
            <a:r>
              <a:rPr spc="-14" dirty="0"/>
              <a:t>n</a:t>
            </a:r>
            <a:r>
              <a:rPr dirty="0"/>
              <a:t>e</a:t>
            </a:r>
            <a:r>
              <a:rPr spc="-20" dirty="0"/>
              <a:t>e</a:t>
            </a:r>
            <a:r>
              <a:rPr spc="-14" dirty="0"/>
              <a:t>d</a:t>
            </a:r>
            <a:r>
              <a:rPr spc="-4" dirty="0"/>
              <a:t> </a:t>
            </a:r>
            <a:r>
              <a:rPr dirty="0"/>
              <a:t>p</a:t>
            </a:r>
            <a:r>
              <a:rPr spc="-20" dirty="0"/>
              <a:t>e</a:t>
            </a:r>
            <a:r>
              <a:rPr spc="-10" dirty="0"/>
              <a:t>ople to</a:t>
            </a:r>
            <a:r>
              <a:rPr spc="-4" dirty="0"/>
              <a:t> w</a:t>
            </a:r>
            <a:r>
              <a:rPr spc="-14" dirty="0"/>
              <a:t>o</a:t>
            </a:r>
            <a:r>
              <a:rPr spc="-20" dirty="0"/>
              <a:t>r</a:t>
            </a:r>
            <a:r>
              <a:rPr spc="-14" dirty="0"/>
              <a:t>k</a:t>
            </a:r>
            <a:r>
              <a:rPr spc="-4" dirty="0"/>
              <a:t> </a:t>
            </a:r>
            <a:r>
              <a:rPr spc="-20" dirty="0"/>
              <a:t>f</a:t>
            </a:r>
            <a:r>
              <a:rPr dirty="0"/>
              <a:t>o</a:t>
            </a:r>
            <a:r>
              <a:rPr spc="-10" dirty="0"/>
              <a:t>r</a:t>
            </a:r>
            <a:r>
              <a:rPr spc="10" dirty="0"/>
              <a:t> </a:t>
            </a:r>
            <a:r>
              <a:rPr spc="-10" dirty="0"/>
              <a:t>th</a:t>
            </a:r>
            <a:r>
              <a:rPr spc="-20" dirty="0"/>
              <a:t>e</a:t>
            </a:r>
            <a:r>
              <a:rPr spc="-40" dirty="0"/>
              <a:t>m</a:t>
            </a:r>
            <a:r>
              <a:rPr spc="-10" dirty="0"/>
              <a:t>.</a:t>
            </a:r>
          </a:p>
          <a:p>
            <a:pPr marL="1412075" marR="230477" indent="-342859">
              <a:lnSpc>
                <a:spcPts val="2110"/>
              </a:lnSpc>
              <a:spcBef>
                <a:spcPts val="989"/>
              </a:spcBef>
              <a:buFont typeface="Times New Roman"/>
              <a:buAutoNum type="arabicPeriod" startAt="2"/>
              <a:tabLst>
                <a:tab pos="1349217" algn="l"/>
              </a:tabLst>
            </a:pPr>
            <a:r>
              <a:rPr b="1" spc="-10" dirty="0"/>
              <a:t>E</a:t>
            </a:r>
            <a:r>
              <a:rPr b="1" spc="-30" dirty="0"/>
              <a:t>n</a:t>
            </a:r>
            <a:r>
              <a:rPr b="1" dirty="0"/>
              <a:t>t</a:t>
            </a:r>
            <a:r>
              <a:rPr b="1" spc="-65" dirty="0"/>
              <a:t>r</a:t>
            </a:r>
            <a:r>
              <a:rPr b="1" dirty="0">
                <a:latin typeface="Times New Roman"/>
                <a:cs typeface="Times New Roman"/>
              </a:rPr>
              <a:t>e</a:t>
            </a:r>
            <a:r>
              <a:rPr b="1" spc="-30" dirty="0"/>
              <a:t>p</a:t>
            </a:r>
            <a:r>
              <a:rPr b="1" spc="-45" dirty="0"/>
              <a:t>r</a:t>
            </a:r>
            <a:r>
              <a:rPr b="1" spc="-20" dirty="0"/>
              <a:t>e</a:t>
            </a:r>
            <a:r>
              <a:rPr b="1" spc="-10" dirty="0"/>
              <a:t>n</a:t>
            </a:r>
            <a:r>
              <a:rPr b="1" spc="-20" dirty="0"/>
              <a:t>e</a:t>
            </a:r>
            <a:r>
              <a:rPr b="1" spc="-10" dirty="0"/>
              <a:t>u</a:t>
            </a:r>
            <a:r>
              <a:rPr b="1" spc="-20" dirty="0"/>
              <a:t>r</a:t>
            </a:r>
            <a:r>
              <a:rPr b="1" spc="-10" dirty="0"/>
              <a:t>ship</a:t>
            </a:r>
            <a:r>
              <a:rPr b="1" spc="25" dirty="0"/>
              <a:t> </a:t>
            </a:r>
            <a:r>
              <a:rPr b="1" spc="-30" dirty="0"/>
              <a:t>i</a:t>
            </a:r>
            <a:r>
              <a:rPr b="1" spc="-4" dirty="0"/>
              <a:t>m</a:t>
            </a:r>
            <a:r>
              <a:rPr b="1" spc="-30" dirty="0"/>
              <a:t>p</a:t>
            </a:r>
            <a:r>
              <a:rPr b="1" spc="-45" dirty="0"/>
              <a:t>r</a:t>
            </a:r>
            <a:r>
              <a:rPr b="1" spc="-14" dirty="0"/>
              <a:t>ov</a:t>
            </a:r>
            <a:r>
              <a:rPr b="1" dirty="0">
                <a:latin typeface="Times New Roman"/>
                <a:cs typeface="Times New Roman"/>
              </a:rPr>
              <a:t>e</a:t>
            </a:r>
            <a:r>
              <a:rPr b="1" spc="-10" dirty="0"/>
              <a:t>s</a:t>
            </a:r>
            <a:r>
              <a:rPr b="1" dirty="0">
                <a:latin typeface="Times New Roman"/>
                <a:cs typeface="Times New Roman"/>
              </a:rPr>
              <a:t> </a:t>
            </a:r>
            <a:r>
              <a:rPr b="1" spc="-20" dirty="0"/>
              <a:t>t</a:t>
            </a:r>
            <a:r>
              <a:rPr b="1" spc="-10" dirty="0"/>
              <a:t>he</a:t>
            </a:r>
            <a:r>
              <a:rPr b="1" spc="10" dirty="0"/>
              <a:t> </a:t>
            </a:r>
            <a:r>
              <a:rPr b="1" spc="-30" dirty="0"/>
              <a:t>q</a:t>
            </a:r>
            <a:r>
              <a:rPr b="1" spc="-10" dirty="0"/>
              <a:t>uali</a:t>
            </a:r>
            <a:r>
              <a:rPr b="1" spc="-20" dirty="0"/>
              <a:t>t</a:t>
            </a:r>
            <a:r>
              <a:rPr b="1" spc="-14" dirty="0"/>
              <a:t>y</a:t>
            </a:r>
            <a:r>
              <a:rPr b="1" spc="20" dirty="0"/>
              <a:t> </a:t>
            </a:r>
            <a:r>
              <a:rPr b="1" spc="-10" dirty="0"/>
              <a:t>of</a:t>
            </a:r>
            <a:r>
              <a:rPr b="1" spc="10" dirty="0"/>
              <a:t> </a:t>
            </a:r>
            <a:r>
              <a:rPr b="1" spc="-30" dirty="0"/>
              <a:t>l</a:t>
            </a:r>
            <a:r>
              <a:rPr b="1" spc="-10" dirty="0"/>
              <a:t>i</a:t>
            </a:r>
            <a:r>
              <a:rPr b="1" dirty="0"/>
              <a:t>f</a:t>
            </a:r>
            <a:r>
              <a:rPr b="1" spc="-20" dirty="0"/>
              <a:t>e</a:t>
            </a:r>
            <a:r>
              <a:rPr b="1" spc="-10" dirty="0"/>
              <a:t>:</a:t>
            </a:r>
            <a:r>
              <a:rPr b="1" spc="10" dirty="0"/>
              <a:t> </a:t>
            </a:r>
            <a:r>
              <a:rPr spc="-10" dirty="0"/>
              <a:t>P</a:t>
            </a:r>
            <a:r>
              <a:rPr spc="-20" dirty="0"/>
              <a:t>e</a:t>
            </a:r>
            <a:r>
              <a:rPr spc="-14" dirty="0"/>
              <a:t>o</a:t>
            </a:r>
            <a:r>
              <a:rPr dirty="0"/>
              <a:t>p</a:t>
            </a:r>
            <a:r>
              <a:rPr spc="-30" dirty="0"/>
              <a:t>l</a:t>
            </a:r>
            <a:r>
              <a:rPr spc="-10" dirty="0"/>
              <a:t>e</a:t>
            </a:r>
            <a:r>
              <a:rPr spc="10" dirty="0"/>
              <a:t> </a:t>
            </a:r>
            <a:r>
              <a:rPr spc="-14" dirty="0"/>
              <a:t>n</a:t>
            </a:r>
            <a:r>
              <a:rPr spc="-20" dirty="0"/>
              <a:t>e</a:t>
            </a:r>
            <a:r>
              <a:rPr dirty="0"/>
              <a:t>e</a:t>
            </a:r>
            <a:r>
              <a:rPr spc="-14" dirty="0"/>
              <a:t>d</a:t>
            </a:r>
            <a:r>
              <a:rPr spc="-10" dirty="0"/>
              <a:t> to</a:t>
            </a:r>
            <a:r>
              <a:rPr spc="-4" dirty="0"/>
              <a:t> </a:t>
            </a:r>
            <a:r>
              <a:rPr spc="-25" dirty="0"/>
              <a:t>w</a:t>
            </a:r>
            <a:r>
              <a:rPr dirty="0"/>
              <a:t>o</a:t>
            </a:r>
            <a:r>
              <a:rPr spc="-20" dirty="0"/>
              <a:t>r</a:t>
            </a:r>
            <a:r>
              <a:rPr spc="-14" dirty="0"/>
              <a:t>k</a:t>
            </a:r>
            <a:r>
              <a:rPr spc="-4" dirty="0"/>
              <a:t> </a:t>
            </a:r>
            <a:r>
              <a:rPr spc="-10" dirty="0"/>
              <a:t>in</a:t>
            </a:r>
            <a:r>
              <a:rPr spc="-4" dirty="0"/>
              <a:t> </a:t>
            </a:r>
            <a:r>
              <a:rPr spc="-14" dirty="0"/>
              <a:t>o</a:t>
            </a:r>
            <a:r>
              <a:rPr dirty="0"/>
              <a:t>r</a:t>
            </a:r>
            <a:r>
              <a:rPr spc="-14" dirty="0"/>
              <a:t>d</a:t>
            </a:r>
            <a:r>
              <a:rPr spc="-20" dirty="0"/>
              <a:t>e</a:t>
            </a:r>
            <a:r>
              <a:rPr spc="-10" dirty="0"/>
              <a:t>r</a:t>
            </a:r>
            <a:r>
              <a:rPr spc="10" dirty="0"/>
              <a:t> </a:t>
            </a:r>
            <a:r>
              <a:rPr spc="-10" dirty="0"/>
              <a:t>to</a:t>
            </a:r>
            <a:r>
              <a:rPr spc="-4" dirty="0"/>
              <a:t> </a:t>
            </a:r>
            <a:r>
              <a:rPr spc="-10" dirty="0"/>
              <a:t>su</a:t>
            </a:r>
            <a:r>
              <a:rPr spc="-20" dirty="0"/>
              <a:t>r</a:t>
            </a:r>
            <a:r>
              <a:rPr dirty="0"/>
              <a:t>v</a:t>
            </a:r>
            <a:r>
              <a:rPr spc="-10" dirty="0"/>
              <a:t>iv</a:t>
            </a:r>
            <a:r>
              <a:rPr spc="-20" dirty="0"/>
              <a:t>e</a:t>
            </a:r>
            <a:r>
              <a:rPr spc="-10" dirty="0"/>
              <a:t>,</a:t>
            </a:r>
            <a:r>
              <a:rPr spc="-4" dirty="0"/>
              <a:t> </a:t>
            </a:r>
            <a:r>
              <a:rPr spc="-20" dirty="0"/>
              <a:t>a</a:t>
            </a:r>
            <a:r>
              <a:rPr spc="-10" dirty="0"/>
              <a:t>tt</a:t>
            </a:r>
            <a:r>
              <a:rPr spc="-20" dirty="0"/>
              <a:t>e</a:t>
            </a:r>
            <a:r>
              <a:rPr spc="-14" dirty="0"/>
              <a:t>nd</a:t>
            </a:r>
            <a:r>
              <a:rPr spc="20" dirty="0"/>
              <a:t> </a:t>
            </a:r>
            <a:r>
              <a:rPr spc="-10" dirty="0"/>
              <a:t>to</a:t>
            </a:r>
            <a:r>
              <a:rPr spc="-4" dirty="0"/>
              <a:t> </a:t>
            </a:r>
            <a:r>
              <a:rPr spc="-30" dirty="0"/>
              <a:t>t</a:t>
            </a:r>
            <a:r>
              <a:rPr dirty="0"/>
              <a:t>h</a:t>
            </a:r>
            <a:r>
              <a:rPr spc="-20" dirty="0"/>
              <a:t>e</a:t>
            </a:r>
            <a:r>
              <a:rPr spc="-10" dirty="0"/>
              <a:t>ir</a:t>
            </a:r>
            <a:r>
              <a:rPr spc="10" dirty="0"/>
              <a:t> </a:t>
            </a:r>
            <a:r>
              <a:rPr spc="-14" dirty="0"/>
              <a:t>n</a:t>
            </a:r>
            <a:r>
              <a:rPr spc="-20" dirty="0"/>
              <a:t>e</a:t>
            </a:r>
            <a:r>
              <a:rPr dirty="0"/>
              <a:t>e</a:t>
            </a:r>
            <a:r>
              <a:rPr spc="-10" dirty="0"/>
              <a:t>ds,</a:t>
            </a:r>
            <a:r>
              <a:rPr spc="-25" dirty="0"/>
              <a:t> </a:t>
            </a:r>
            <a:r>
              <a:rPr dirty="0"/>
              <a:t>a</a:t>
            </a:r>
            <a:r>
              <a:rPr spc="-14" dirty="0"/>
              <a:t>nd</a:t>
            </a:r>
            <a:r>
              <a:rPr spc="-4" dirty="0"/>
              <a:t> </a:t>
            </a:r>
            <a:r>
              <a:rPr spc="-10" dirty="0"/>
              <a:t>s</a:t>
            </a:r>
            <a:r>
              <a:rPr spc="-20" dirty="0"/>
              <a:t>a</a:t>
            </a:r>
            <a:r>
              <a:rPr spc="-10" dirty="0"/>
              <a:t>ti</a:t>
            </a:r>
            <a:r>
              <a:rPr spc="-30" dirty="0"/>
              <a:t>s</a:t>
            </a:r>
            <a:r>
              <a:rPr dirty="0"/>
              <a:t>f</a:t>
            </a:r>
            <a:r>
              <a:rPr spc="-14" dirty="0"/>
              <a:t>y</a:t>
            </a:r>
            <a:r>
              <a:rPr spc="-10" dirty="0"/>
              <a:t> th</a:t>
            </a:r>
            <a:r>
              <a:rPr spc="-20" dirty="0"/>
              <a:t>e</a:t>
            </a:r>
            <a:r>
              <a:rPr spc="-10" dirty="0"/>
              <a:t>ir</a:t>
            </a:r>
            <a:r>
              <a:rPr spc="10" dirty="0"/>
              <a:t> </a:t>
            </a:r>
            <a:r>
              <a:rPr spc="-25" dirty="0"/>
              <a:t>w</a:t>
            </a:r>
            <a:r>
              <a:rPr spc="-20" dirty="0"/>
              <a:t>a</a:t>
            </a:r>
            <a:r>
              <a:rPr spc="-10" dirty="0"/>
              <a:t>nts.</a:t>
            </a:r>
          </a:p>
          <a:p>
            <a:pPr marL="1412075" marR="160001" indent="-342859">
              <a:lnSpc>
                <a:spcPts val="2110"/>
              </a:lnSpc>
              <a:spcBef>
                <a:spcPts val="994"/>
              </a:spcBef>
              <a:buFont typeface="Times New Roman"/>
              <a:buAutoNum type="arabicPeriod" startAt="2"/>
              <a:tabLst>
                <a:tab pos="1349217" algn="l"/>
              </a:tabLst>
            </a:pPr>
            <a:r>
              <a:rPr b="1" spc="-10" dirty="0"/>
              <a:t>E</a:t>
            </a:r>
            <a:r>
              <a:rPr b="1" spc="-30" dirty="0"/>
              <a:t>n</a:t>
            </a:r>
            <a:r>
              <a:rPr b="1" dirty="0"/>
              <a:t>t</a:t>
            </a:r>
            <a:r>
              <a:rPr b="1" spc="-65" dirty="0"/>
              <a:t>r</a:t>
            </a:r>
            <a:r>
              <a:rPr b="1" dirty="0">
                <a:latin typeface="Times New Roman"/>
                <a:cs typeface="Times New Roman"/>
              </a:rPr>
              <a:t>e</a:t>
            </a:r>
            <a:r>
              <a:rPr b="1" spc="-30" dirty="0"/>
              <a:t>p</a:t>
            </a:r>
            <a:r>
              <a:rPr b="1" spc="-45" dirty="0"/>
              <a:t>r</a:t>
            </a:r>
            <a:r>
              <a:rPr b="1" spc="-20" dirty="0"/>
              <a:t>e</a:t>
            </a:r>
            <a:r>
              <a:rPr b="1" spc="-10" dirty="0"/>
              <a:t>n</a:t>
            </a:r>
            <a:r>
              <a:rPr b="1" spc="-20" dirty="0"/>
              <a:t>e</a:t>
            </a:r>
            <a:r>
              <a:rPr b="1" spc="-10" dirty="0"/>
              <a:t>u</a:t>
            </a:r>
            <a:r>
              <a:rPr b="1" spc="-20" dirty="0"/>
              <a:t>r</a:t>
            </a:r>
            <a:r>
              <a:rPr b="1" spc="-10" dirty="0"/>
              <a:t>ship</a:t>
            </a:r>
            <a:r>
              <a:rPr b="1" spc="25" dirty="0"/>
              <a:t> </a:t>
            </a:r>
            <a:r>
              <a:rPr b="1" spc="-20" dirty="0"/>
              <a:t>c</a:t>
            </a:r>
            <a:r>
              <a:rPr b="1" spc="-14" dirty="0"/>
              <a:t>o</a:t>
            </a:r>
            <a:r>
              <a:rPr b="1" spc="-10" dirty="0"/>
              <a:t>n</a:t>
            </a:r>
            <a:r>
              <a:rPr b="1" spc="-20" dirty="0"/>
              <a:t>tr</a:t>
            </a:r>
            <a:r>
              <a:rPr b="1" spc="-10" dirty="0"/>
              <a:t>ibu</a:t>
            </a:r>
            <a:r>
              <a:rPr b="1" spc="-20" dirty="0"/>
              <a:t>te</a:t>
            </a:r>
            <a:r>
              <a:rPr b="1" spc="-10" dirty="0"/>
              <a:t>s</a:t>
            </a:r>
            <a:r>
              <a:rPr b="1" spc="20" dirty="0"/>
              <a:t> </a:t>
            </a:r>
            <a:r>
              <a:rPr b="1" spc="-20" dirty="0"/>
              <a:t>t</a:t>
            </a:r>
            <a:r>
              <a:rPr b="1" spc="-14" dirty="0"/>
              <a:t>o</a:t>
            </a:r>
            <a:r>
              <a:rPr b="1" spc="20" dirty="0"/>
              <a:t> </a:t>
            </a:r>
            <a:r>
              <a:rPr b="1" spc="-14" dirty="0"/>
              <a:t>a</a:t>
            </a:r>
            <a:r>
              <a:rPr b="1" spc="-4" dirty="0"/>
              <a:t> </a:t>
            </a:r>
            <a:r>
              <a:rPr b="1" spc="-30" dirty="0"/>
              <a:t>m</a:t>
            </a:r>
            <a:r>
              <a:rPr b="1" spc="-14" dirty="0"/>
              <a:t>o</a:t>
            </a:r>
            <a:r>
              <a:rPr b="1" spc="-45" dirty="0"/>
              <a:t>r</a:t>
            </a:r>
            <a:r>
              <a:rPr b="1" spc="-10" dirty="0"/>
              <a:t>e </a:t>
            </a:r>
            <a:r>
              <a:rPr b="1" dirty="0">
                <a:latin typeface="Times New Roman"/>
                <a:cs typeface="Times New Roman"/>
              </a:rPr>
              <a:t>e</a:t>
            </a:r>
            <a:r>
              <a:rPr b="1" spc="-30" dirty="0"/>
              <a:t>q</a:t>
            </a:r>
            <a:r>
              <a:rPr b="1" spc="-10" dirty="0"/>
              <a:t>ui</a:t>
            </a:r>
            <a:r>
              <a:rPr b="1" spc="-20" dirty="0"/>
              <a:t>t</a:t>
            </a:r>
            <a:r>
              <a:rPr b="1" dirty="0"/>
              <a:t>a</a:t>
            </a:r>
            <a:r>
              <a:rPr b="1" spc="-30" dirty="0"/>
              <a:t>b</a:t>
            </a:r>
            <a:r>
              <a:rPr b="1" spc="-10" dirty="0"/>
              <a:t>le di</a:t>
            </a:r>
            <a:r>
              <a:rPr b="1" spc="-30" dirty="0"/>
              <a:t>s</a:t>
            </a:r>
            <a:r>
              <a:rPr b="1" dirty="0"/>
              <a:t>t</a:t>
            </a:r>
            <a:r>
              <a:rPr b="1" spc="-20" dirty="0"/>
              <a:t>r</a:t>
            </a:r>
            <a:r>
              <a:rPr b="1" spc="-10" dirty="0"/>
              <a:t>ib</a:t>
            </a:r>
            <a:r>
              <a:rPr b="1" spc="-30" dirty="0"/>
              <a:t>u</a:t>
            </a:r>
            <a:r>
              <a:rPr b="1" dirty="0"/>
              <a:t>t</a:t>
            </a:r>
            <a:r>
              <a:rPr b="1" spc="-10" dirty="0"/>
              <a:t>ion</a:t>
            </a:r>
            <a:r>
              <a:rPr b="1" spc="4" dirty="0"/>
              <a:t> </a:t>
            </a:r>
            <a:r>
              <a:rPr b="1" dirty="0"/>
              <a:t>o</a:t>
            </a:r>
            <a:r>
              <a:rPr b="1" spc="-10" dirty="0"/>
              <a:t>f in</a:t>
            </a:r>
            <a:r>
              <a:rPr b="1" spc="-20" dirty="0"/>
              <a:t>c</a:t>
            </a:r>
            <a:r>
              <a:rPr b="1" spc="-14" dirty="0"/>
              <a:t>o</a:t>
            </a:r>
            <a:r>
              <a:rPr b="1" spc="-30" dirty="0"/>
              <a:t>m</a:t>
            </a:r>
            <a:r>
              <a:rPr b="1" spc="-20" dirty="0"/>
              <a:t>e</a:t>
            </a:r>
            <a:r>
              <a:rPr b="1" spc="-10" dirty="0"/>
              <a:t>:</a:t>
            </a:r>
            <a:r>
              <a:rPr b="1" spc="35" dirty="0"/>
              <a:t> </a:t>
            </a:r>
            <a:r>
              <a:rPr spc="-100" dirty="0"/>
              <a:t>W</a:t>
            </a:r>
            <a:r>
              <a:rPr spc="-10" dirty="0"/>
              <a:t>i</a:t>
            </a:r>
            <a:r>
              <a:rPr spc="-30" dirty="0"/>
              <a:t>t</a:t>
            </a:r>
            <a:r>
              <a:rPr spc="-14" dirty="0"/>
              <a:t>h</a:t>
            </a:r>
            <a:r>
              <a:rPr spc="-4" dirty="0"/>
              <a:t> </a:t>
            </a:r>
            <a:r>
              <a:rPr spc="-40" dirty="0"/>
              <a:t>m</a:t>
            </a:r>
            <a:r>
              <a:rPr dirty="0"/>
              <a:t>o</a:t>
            </a:r>
            <a:r>
              <a:rPr spc="-20" dirty="0"/>
              <a:t>r</a:t>
            </a:r>
            <a:r>
              <a:rPr spc="-10" dirty="0"/>
              <a:t>e</a:t>
            </a:r>
            <a:r>
              <a:rPr spc="10" dirty="0"/>
              <a:t> </a:t>
            </a:r>
            <a:r>
              <a:rPr dirty="0"/>
              <a:t>e</a:t>
            </a:r>
            <a:r>
              <a:rPr spc="-10" dirty="0"/>
              <a:t>nt</a:t>
            </a:r>
            <a:r>
              <a:rPr spc="-20" dirty="0"/>
              <a:t>re</a:t>
            </a:r>
            <a:r>
              <a:rPr dirty="0"/>
              <a:t>p</a:t>
            </a:r>
            <a:r>
              <a:rPr spc="-20" dirty="0"/>
              <a:t>re</a:t>
            </a:r>
            <a:r>
              <a:rPr dirty="0"/>
              <a:t>n</a:t>
            </a:r>
            <a:r>
              <a:rPr spc="-20" dirty="0"/>
              <a:t>e</a:t>
            </a:r>
            <a:r>
              <a:rPr spc="-14" dirty="0"/>
              <a:t>u</a:t>
            </a:r>
            <a:r>
              <a:rPr spc="-20" dirty="0"/>
              <a:t>r</a:t>
            </a:r>
            <a:r>
              <a:rPr spc="-10" dirty="0"/>
              <a:t>i</a:t>
            </a:r>
            <a:r>
              <a:rPr dirty="0"/>
              <a:t>a</a:t>
            </a:r>
            <a:r>
              <a:rPr spc="-10" dirty="0"/>
              <a:t>l</a:t>
            </a:r>
            <a:r>
              <a:rPr dirty="0"/>
              <a:t> </a:t>
            </a:r>
            <a:r>
              <a:rPr spc="-20" dirty="0"/>
              <a:t>a</a:t>
            </a:r>
            <a:r>
              <a:rPr dirty="0"/>
              <a:t>c</a:t>
            </a:r>
            <a:r>
              <a:rPr spc="-10" dirty="0"/>
              <a:t>t</a:t>
            </a:r>
            <a:r>
              <a:rPr spc="-30" dirty="0"/>
              <a:t>i</a:t>
            </a:r>
            <a:r>
              <a:rPr dirty="0"/>
              <a:t>v</a:t>
            </a:r>
            <a:r>
              <a:rPr spc="-10" dirty="0"/>
              <a:t>i</a:t>
            </a:r>
            <a:r>
              <a:rPr spc="-30" dirty="0"/>
              <a:t>t</a:t>
            </a:r>
            <a:r>
              <a:rPr spc="-10" dirty="0"/>
              <a:t>i</a:t>
            </a:r>
            <a:r>
              <a:rPr dirty="0"/>
              <a:t>e</a:t>
            </a:r>
            <a:r>
              <a:rPr spc="-10" dirty="0"/>
              <a:t>s p</a:t>
            </a:r>
            <a:r>
              <a:rPr dirty="0"/>
              <a:t>r</a:t>
            </a:r>
            <a:r>
              <a:rPr spc="-10" dirty="0"/>
              <a:t>ovid</a:t>
            </a:r>
            <a:r>
              <a:rPr dirty="0"/>
              <a:t>e</a:t>
            </a:r>
            <a:r>
              <a:rPr spc="-14" dirty="0"/>
              <a:t>d</a:t>
            </a:r>
            <a:r>
              <a:rPr spc="-25" dirty="0"/>
              <a:t> </a:t>
            </a:r>
            <a:r>
              <a:rPr spc="-10" dirty="0"/>
              <a:t>to</a:t>
            </a:r>
            <a:r>
              <a:rPr spc="-4" dirty="0"/>
              <a:t> </a:t>
            </a:r>
            <a:r>
              <a:rPr spc="-10" dirty="0"/>
              <a:t>the</a:t>
            </a:r>
            <a:r>
              <a:rPr spc="10" dirty="0"/>
              <a:t> </a:t>
            </a:r>
            <a:r>
              <a:rPr spc="-14" dirty="0"/>
              <a:t>p</a:t>
            </a:r>
            <a:r>
              <a:rPr spc="-20" dirty="0"/>
              <a:t>e</a:t>
            </a:r>
            <a:r>
              <a:rPr spc="-14" dirty="0"/>
              <a:t>o</a:t>
            </a:r>
            <a:r>
              <a:rPr dirty="0"/>
              <a:t>p</a:t>
            </a:r>
            <a:r>
              <a:rPr spc="-10" dirty="0"/>
              <a:t>le in</a:t>
            </a:r>
            <a:r>
              <a:rPr spc="-4" dirty="0"/>
              <a:t> </a:t>
            </a:r>
            <a:r>
              <a:rPr spc="-10" dirty="0"/>
              <a:t>the </a:t>
            </a:r>
            <a:r>
              <a:rPr dirty="0"/>
              <a:t>c</a:t>
            </a:r>
            <a:r>
              <a:rPr spc="-10" dirty="0"/>
              <a:t>ount</a:t>
            </a:r>
            <a:r>
              <a:rPr dirty="0"/>
              <a:t>r</a:t>
            </a:r>
            <a:r>
              <a:rPr spc="-14" dirty="0"/>
              <a:t>y</a:t>
            </a:r>
            <a:r>
              <a:rPr spc="-25" dirty="0"/>
              <a:t> </a:t>
            </a:r>
            <a:r>
              <a:rPr spc="-10" dirty="0"/>
              <a:t>sid</a:t>
            </a:r>
            <a:r>
              <a:rPr dirty="0"/>
              <a:t>e</a:t>
            </a:r>
            <a:r>
              <a:rPr spc="-30" dirty="0"/>
              <a:t>s</a:t>
            </a:r>
            <a:r>
              <a:rPr spc="-10" dirty="0"/>
              <a:t>,</a:t>
            </a:r>
            <a:r>
              <a:rPr spc="20" dirty="0"/>
              <a:t> </a:t>
            </a:r>
            <a:r>
              <a:rPr spc="-14" dirty="0"/>
              <a:t>n</a:t>
            </a:r>
            <a:r>
              <a:rPr spc="-20" dirty="0"/>
              <a:t>a</a:t>
            </a:r>
            <a:r>
              <a:rPr spc="-10" dirty="0"/>
              <a:t>tiv</a:t>
            </a:r>
            <a:r>
              <a:rPr dirty="0"/>
              <a:t>e</a:t>
            </a:r>
            <a:r>
              <a:rPr spc="-10" dirty="0"/>
              <a:t>s</a:t>
            </a:r>
            <a:r>
              <a:rPr spc="-25" dirty="0"/>
              <a:t> </a:t>
            </a:r>
            <a:r>
              <a:rPr spc="-14" dirty="0"/>
              <a:t>h</a:t>
            </a:r>
            <a:r>
              <a:rPr spc="-20" dirty="0"/>
              <a:t>a</a:t>
            </a:r>
            <a:r>
              <a:rPr dirty="0"/>
              <a:t>v</a:t>
            </a:r>
            <a:r>
              <a:rPr spc="-10" dirty="0"/>
              <a:t>e </a:t>
            </a:r>
            <a:r>
              <a:rPr spc="-40" dirty="0"/>
              <a:t>m</a:t>
            </a:r>
            <a:r>
              <a:rPr spc="-14" dirty="0"/>
              <a:t>o</a:t>
            </a:r>
            <a:r>
              <a:rPr dirty="0"/>
              <a:t>r</a:t>
            </a:r>
            <a:r>
              <a:rPr spc="-10" dirty="0"/>
              <a:t>e </a:t>
            </a:r>
            <a:r>
              <a:rPr spc="-25" dirty="0"/>
              <a:t>w</a:t>
            </a:r>
            <a:r>
              <a:rPr spc="-14" dirty="0"/>
              <a:t>o</a:t>
            </a:r>
            <a:r>
              <a:rPr dirty="0"/>
              <a:t>r</a:t>
            </a:r>
            <a:r>
              <a:rPr spc="-14" dirty="0"/>
              <a:t>k</a:t>
            </a:r>
            <a:r>
              <a:rPr spc="-4" dirty="0"/>
              <a:t> </a:t>
            </a:r>
            <a:r>
              <a:rPr spc="-14" dirty="0"/>
              <a:t>o</a:t>
            </a:r>
            <a:r>
              <a:rPr dirty="0"/>
              <a:t>p</a:t>
            </a:r>
            <a:r>
              <a:rPr spc="-14" dirty="0"/>
              <a:t>po</a:t>
            </a:r>
            <a:r>
              <a:rPr dirty="0"/>
              <a:t>r</a:t>
            </a:r>
            <a:r>
              <a:rPr spc="-30" dirty="0"/>
              <a:t>t</a:t>
            </a:r>
            <a:r>
              <a:rPr dirty="0"/>
              <a:t>u</a:t>
            </a:r>
            <a:r>
              <a:rPr spc="-10" dirty="0"/>
              <a:t>niti</a:t>
            </a:r>
            <a:r>
              <a:rPr spc="-20" dirty="0"/>
              <a:t>e</a:t>
            </a:r>
            <a:r>
              <a:rPr spc="-10" dirty="0"/>
              <a:t>s</a:t>
            </a:r>
            <a:r>
              <a:rPr spc="-25" dirty="0"/>
              <a:t> </a:t>
            </a:r>
            <a:r>
              <a:rPr spc="-10" dirty="0"/>
              <a:t>thus,</a:t>
            </a:r>
            <a:r>
              <a:rPr spc="-4" dirty="0"/>
              <a:t> </a:t>
            </a:r>
            <a:r>
              <a:rPr spc="-10" dirty="0"/>
              <a:t>dis</a:t>
            </a:r>
            <a:r>
              <a:rPr spc="-20" dirty="0"/>
              <a:t>c</a:t>
            </a:r>
            <a:r>
              <a:rPr spc="-14" dirty="0"/>
              <a:t>ou</a:t>
            </a:r>
            <a:r>
              <a:rPr dirty="0"/>
              <a:t>r</a:t>
            </a:r>
            <a:r>
              <a:rPr spc="-20" dirty="0"/>
              <a:t>a</a:t>
            </a:r>
            <a:r>
              <a:rPr spc="-10" dirty="0"/>
              <a:t>ging</a:t>
            </a:r>
            <a:r>
              <a:rPr spc="-4" dirty="0"/>
              <a:t> </a:t>
            </a:r>
            <a:r>
              <a:rPr spc="-10" dirty="0"/>
              <a:t>th</a:t>
            </a:r>
            <a:r>
              <a:rPr dirty="0"/>
              <a:t>e</a:t>
            </a:r>
            <a:r>
              <a:rPr spc="-20" dirty="0"/>
              <a:t>m</a:t>
            </a:r>
            <a:r>
              <a:rPr dirty="0"/>
              <a:t> </a:t>
            </a:r>
            <a:r>
              <a:rPr spc="-20" dirty="0"/>
              <a:t>f</a:t>
            </a:r>
            <a:r>
              <a:rPr dirty="0"/>
              <a:t>r</a:t>
            </a:r>
            <a:r>
              <a:rPr spc="-14" dirty="0"/>
              <a:t>om</a:t>
            </a:r>
            <a:r>
              <a:rPr dirty="0"/>
              <a:t> </a:t>
            </a:r>
            <a:r>
              <a:rPr spc="-20" dirty="0"/>
              <a:t>r</a:t>
            </a:r>
            <a:r>
              <a:rPr dirty="0"/>
              <a:t>e</a:t>
            </a:r>
            <a:r>
              <a:rPr spc="-10" dirty="0"/>
              <a:t>s</a:t>
            </a:r>
            <a:r>
              <a:rPr spc="-20" dirty="0"/>
              <a:t>e</a:t>
            </a:r>
            <a:r>
              <a:rPr spc="-10" dirty="0"/>
              <a:t>tt</a:t>
            </a:r>
            <a:r>
              <a:rPr spc="-30" dirty="0"/>
              <a:t>l</a:t>
            </a:r>
            <a:r>
              <a:rPr spc="-10" dirty="0"/>
              <a:t>i</a:t>
            </a:r>
            <a:r>
              <a:rPr dirty="0"/>
              <a:t>n</a:t>
            </a:r>
            <a:r>
              <a:rPr spc="-14" dirty="0"/>
              <a:t>g</a:t>
            </a:r>
            <a:r>
              <a:rPr spc="-4" dirty="0"/>
              <a:t> </a:t>
            </a:r>
            <a:r>
              <a:rPr spc="-10" dirty="0"/>
              <a:t>in oth</a:t>
            </a:r>
            <a:r>
              <a:rPr dirty="0"/>
              <a:t>e</a:t>
            </a:r>
            <a:r>
              <a:rPr spc="-10" dirty="0"/>
              <a:t>r pl</a:t>
            </a:r>
            <a:r>
              <a:rPr dirty="0"/>
              <a:t>a</a:t>
            </a:r>
            <a:r>
              <a:rPr spc="-20" dirty="0"/>
              <a:t>ce</a:t>
            </a:r>
            <a:r>
              <a:rPr spc="-10" dirty="0"/>
              <a:t>s.</a:t>
            </a:r>
          </a:p>
          <a:p>
            <a:pPr marL="1412075" marR="41905" indent="-342859">
              <a:lnSpc>
                <a:spcPts val="2110"/>
              </a:lnSpc>
              <a:spcBef>
                <a:spcPts val="994"/>
              </a:spcBef>
              <a:buFont typeface="Times New Roman"/>
              <a:buAutoNum type="arabicPeriod" startAt="2"/>
              <a:tabLst>
                <a:tab pos="1349217" algn="l"/>
              </a:tabLst>
            </a:pPr>
            <a:r>
              <a:rPr b="1" spc="-10" dirty="0"/>
              <a:t>E</a:t>
            </a:r>
            <a:r>
              <a:rPr b="1" spc="-30" dirty="0"/>
              <a:t>n</a:t>
            </a:r>
            <a:r>
              <a:rPr b="1" dirty="0"/>
              <a:t>t</a:t>
            </a:r>
            <a:r>
              <a:rPr b="1" spc="-65" dirty="0"/>
              <a:t>r</a:t>
            </a:r>
            <a:r>
              <a:rPr b="1" dirty="0">
                <a:latin typeface="Times New Roman"/>
                <a:cs typeface="Times New Roman"/>
              </a:rPr>
              <a:t>e</a:t>
            </a:r>
            <a:r>
              <a:rPr b="1" spc="-30" dirty="0"/>
              <a:t>p</a:t>
            </a:r>
            <a:r>
              <a:rPr b="1" spc="-45" dirty="0"/>
              <a:t>r</a:t>
            </a:r>
            <a:r>
              <a:rPr b="1" spc="-20" dirty="0"/>
              <a:t>e</a:t>
            </a:r>
            <a:r>
              <a:rPr b="1" spc="-10" dirty="0"/>
              <a:t>n</a:t>
            </a:r>
            <a:r>
              <a:rPr b="1" spc="-20" dirty="0"/>
              <a:t>e</a:t>
            </a:r>
            <a:r>
              <a:rPr b="1" spc="-10" dirty="0"/>
              <a:t>u</a:t>
            </a:r>
            <a:r>
              <a:rPr b="1" spc="-20" dirty="0"/>
              <a:t>r</a:t>
            </a:r>
            <a:r>
              <a:rPr b="1" spc="-10" dirty="0"/>
              <a:t>ship</a:t>
            </a:r>
            <a:r>
              <a:rPr b="1" spc="25" dirty="0"/>
              <a:t> </a:t>
            </a:r>
            <a:r>
              <a:rPr b="1" spc="-30" dirty="0"/>
              <a:t>u</a:t>
            </a:r>
            <a:r>
              <a:rPr b="1" dirty="0"/>
              <a:t>t</a:t>
            </a:r>
            <a:r>
              <a:rPr b="1" spc="-10" dirty="0"/>
              <a:t>i</a:t>
            </a:r>
            <a:r>
              <a:rPr b="1" spc="-30" dirty="0"/>
              <a:t>l</a:t>
            </a:r>
            <a:r>
              <a:rPr b="1" spc="-10" dirty="0"/>
              <a:t>i</a:t>
            </a:r>
            <a:r>
              <a:rPr b="1" spc="-20" dirty="0"/>
              <a:t>ze</a:t>
            </a:r>
            <a:r>
              <a:rPr b="1" spc="-10" dirty="0"/>
              <a:t>s</a:t>
            </a:r>
            <a:r>
              <a:rPr b="1" spc="20" dirty="0"/>
              <a:t> </a:t>
            </a:r>
            <a:r>
              <a:rPr b="1" spc="-45" dirty="0"/>
              <a:t>r</a:t>
            </a:r>
            <a:r>
              <a:rPr b="1" spc="-20" dirty="0"/>
              <a:t>e</a:t>
            </a:r>
            <a:r>
              <a:rPr b="1" spc="-10" dirty="0"/>
              <a:t>sou</a:t>
            </a:r>
            <a:r>
              <a:rPr b="1" spc="-45" dirty="0"/>
              <a:t>r</a:t>
            </a:r>
            <a:r>
              <a:rPr b="1" spc="-20" dirty="0"/>
              <a:t>ce</a:t>
            </a:r>
            <a:r>
              <a:rPr b="1" spc="-10" dirty="0"/>
              <a:t>s:</a:t>
            </a:r>
            <a:r>
              <a:rPr b="1" dirty="0">
                <a:latin typeface="Times New Roman"/>
                <a:cs typeface="Times New Roman"/>
              </a:rPr>
              <a:t> </a:t>
            </a:r>
            <a:r>
              <a:rPr spc="-209" dirty="0"/>
              <a:t>W</a:t>
            </a:r>
            <a:r>
              <a:rPr spc="-10" dirty="0"/>
              <a:t>e</a:t>
            </a:r>
            <a:r>
              <a:rPr spc="10" dirty="0"/>
              <a:t> </a:t>
            </a:r>
            <a:r>
              <a:rPr spc="-40" dirty="0"/>
              <a:t>m</a:t>
            </a:r>
            <a:r>
              <a:rPr spc="-20" dirty="0"/>
              <a:t>a</a:t>
            </a:r>
            <a:r>
              <a:rPr spc="-14" dirty="0"/>
              <a:t>y</a:t>
            </a:r>
            <a:r>
              <a:rPr spc="40" dirty="0"/>
              <a:t> </a:t>
            </a:r>
            <a:r>
              <a:rPr spc="-10" dirty="0"/>
              <a:t>use</a:t>
            </a:r>
            <a:r>
              <a:rPr spc="-35" dirty="0"/>
              <a:t> </a:t>
            </a:r>
            <a:r>
              <a:rPr dirty="0"/>
              <a:t>o</a:t>
            </a:r>
            <a:r>
              <a:rPr spc="-10" dirty="0"/>
              <a:t>ur</a:t>
            </a:r>
            <a:r>
              <a:rPr spc="10" dirty="0"/>
              <a:t> </a:t>
            </a:r>
            <a:r>
              <a:rPr spc="-14" dirty="0"/>
              <a:t>o</a:t>
            </a:r>
            <a:r>
              <a:rPr spc="-25" dirty="0"/>
              <a:t>w</a:t>
            </a:r>
            <a:r>
              <a:rPr spc="-14" dirty="0"/>
              <a:t>n</a:t>
            </a:r>
            <a:r>
              <a:rPr spc="-10" dirty="0"/>
              <a:t> n</a:t>
            </a:r>
            <a:r>
              <a:rPr dirty="0"/>
              <a:t>a</a:t>
            </a:r>
            <a:r>
              <a:rPr spc="-30" dirty="0"/>
              <a:t>t</a:t>
            </a:r>
            <a:r>
              <a:rPr dirty="0"/>
              <a:t>u</a:t>
            </a:r>
            <a:r>
              <a:rPr spc="-20" dirty="0"/>
              <a:t>ra</a:t>
            </a:r>
            <a:r>
              <a:rPr spc="-10" dirty="0"/>
              <a:t>l</a:t>
            </a:r>
            <a:r>
              <a:rPr dirty="0"/>
              <a:t> r</a:t>
            </a:r>
            <a:r>
              <a:rPr spc="-20" dirty="0"/>
              <a:t>e</a:t>
            </a:r>
            <a:r>
              <a:rPr spc="-14" dirty="0"/>
              <a:t>sou</a:t>
            </a:r>
            <a:r>
              <a:rPr dirty="0"/>
              <a:t>r</a:t>
            </a:r>
            <a:r>
              <a:rPr spc="-20" dirty="0"/>
              <a:t>ce</a:t>
            </a:r>
            <a:r>
              <a:rPr spc="-10" dirty="0"/>
              <a:t>s,</a:t>
            </a:r>
            <a:r>
              <a:rPr spc="20" dirty="0"/>
              <a:t> </a:t>
            </a:r>
            <a:r>
              <a:rPr spc="-20" dirty="0"/>
              <a:t>a</a:t>
            </a:r>
            <a:r>
              <a:rPr spc="-14" dirty="0"/>
              <a:t>nd</a:t>
            </a:r>
            <a:r>
              <a:rPr spc="-4" dirty="0"/>
              <a:t> </a:t>
            </a:r>
            <a:r>
              <a:rPr spc="-14" dirty="0"/>
              <a:t>p</a:t>
            </a:r>
            <a:r>
              <a:rPr dirty="0"/>
              <a:t>r</a:t>
            </a:r>
            <a:r>
              <a:rPr spc="-14" dirty="0"/>
              <a:t>o</a:t>
            </a:r>
            <a:r>
              <a:rPr spc="-20" dirty="0"/>
              <a:t>ce</a:t>
            </a:r>
            <a:r>
              <a:rPr spc="-10" dirty="0"/>
              <a:t>ss</a:t>
            </a:r>
            <a:r>
              <a:rPr dirty="0"/>
              <a:t> </a:t>
            </a:r>
            <a:r>
              <a:rPr spc="-20" dirty="0"/>
              <a:t>a</a:t>
            </a:r>
            <a:r>
              <a:rPr dirty="0"/>
              <a:t>n</a:t>
            </a:r>
            <a:r>
              <a:rPr spc="-14" dirty="0"/>
              <a:t>d</a:t>
            </a:r>
            <a:r>
              <a:rPr spc="-4" dirty="0"/>
              <a:t> </a:t>
            </a:r>
            <a:r>
              <a:rPr spc="-20" dirty="0"/>
              <a:t>c</a:t>
            </a:r>
            <a:r>
              <a:rPr spc="-14" dirty="0"/>
              <a:t>on</a:t>
            </a:r>
            <a:r>
              <a:rPr dirty="0"/>
              <a:t>v</a:t>
            </a:r>
            <a:r>
              <a:rPr spc="-20" dirty="0"/>
              <a:t>er</a:t>
            </a:r>
            <a:r>
              <a:rPr spc="-10" dirty="0"/>
              <a:t>t</a:t>
            </a:r>
            <a:r>
              <a:rPr dirty="0"/>
              <a:t> </a:t>
            </a:r>
            <a:r>
              <a:rPr spc="-10" dirty="0"/>
              <a:t>th</a:t>
            </a:r>
            <a:r>
              <a:rPr dirty="0"/>
              <a:t>e</a:t>
            </a:r>
            <a:r>
              <a:rPr spc="-20" dirty="0"/>
              <a:t>m</a:t>
            </a:r>
            <a:r>
              <a:rPr dirty="0"/>
              <a:t> </a:t>
            </a:r>
            <a:r>
              <a:rPr spc="-10" dirty="0"/>
              <a:t>to</a:t>
            </a:r>
            <a:r>
              <a:rPr spc="-4" dirty="0"/>
              <a:t> </a:t>
            </a:r>
            <a:r>
              <a:rPr spc="-40" dirty="0"/>
              <a:t>m</a:t>
            </a:r>
            <a:r>
              <a:rPr spc="-14" dirty="0"/>
              <a:t>o</a:t>
            </a:r>
            <a:r>
              <a:rPr spc="-20" dirty="0"/>
              <a:t>r</a:t>
            </a:r>
            <a:r>
              <a:rPr spc="-10" dirty="0"/>
              <a:t>e</a:t>
            </a:r>
            <a:r>
              <a:rPr spc="30" dirty="0"/>
              <a:t> </a:t>
            </a:r>
            <a:r>
              <a:rPr spc="-10" dirty="0"/>
              <a:t>us</a:t>
            </a:r>
            <a:r>
              <a:rPr spc="-20" dirty="0"/>
              <a:t>e</a:t>
            </a:r>
            <a:r>
              <a:rPr dirty="0"/>
              <a:t>f</a:t>
            </a:r>
            <a:r>
              <a:rPr spc="-10" dirty="0"/>
              <a:t>ul thin</a:t>
            </a:r>
            <a:r>
              <a:rPr dirty="0"/>
              <a:t>g</a:t>
            </a:r>
            <a:r>
              <a:rPr spc="-30" dirty="0"/>
              <a:t>s</a:t>
            </a:r>
            <a:r>
              <a:rPr spc="-10" dirty="0"/>
              <a:t>.</a:t>
            </a:r>
          </a:p>
          <a:p>
            <a:pPr marL="1412075" marR="5080" indent="-342859">
              <a:lnSpc>
                <a:spcPts val="2110"/>
              </a:lnSpc>
              <a:spcBef>
                <a:spcPts val="1009"/>
              </a:spcBef>
              <a:buFont typeface="Times New Roman"/>
              <a:buAutoNum type="arabicPeriod" startAt="2"/>
              <a:tabLst>
                <a:tab pos="1349217" algn="l"/>
              </a:tabLst>
            </a:pPr>
            <a:r>
              <a:rPr b="1" spc="-10" dirty="0"/>
              <a:t>E</a:t>
            </a:r>
            <a:r>
              <a:rPr b="1" spc="-30" dirty="0"/>
              <a:t>n</a:t>
            </a:r>
            <a:r>
              <a:rPr b="1" dirty="0"/>
              <a:t>t</a:t>
            </a:r>
            <a:r>
              <a:rPr b="1" spc="-65" dirty="0"/>
              <a:t>r</a:t>
            </a:r>
            <a:r>
              <a:rPr b="1" dirty="0">
                <a:latin typeface="Times New Roman"/>
                <a:cs typeface="Times New Roman"/>
              </a:rPr>
              <a:t>e</a:t>
            </a:r>
            <a:r>
              <a:rPr b="1" spc="-30" dirty="0"/>
              <a:t>p</a:t>
            </a:r>
            <a:r>
              <a:rPr b="1" spc="-45" dirty="0"/>
              <a:t>r</a:t>
            </a:r>
            <a:r>
              <a:rPr b="1" spc="-20" dirty="0"/>
              <a:t>e</a:t>
            </a:r>
            <a:r>
              <a:rPr b="1" spc="-10" dirty="0"/>
              <a:t>n</a:t>
            </a:r>
            <a:r>
              <a:rPr b="1" spc="-20" dirty="0"/>
              <a:t>e</a:t>
            </a:r>
            <a:r>
              <a:rPr b="1" spc="-10" dirty="0"/>
              <a:t>u</a:t>
            </a:r>
            <a:r>
              <a:rPr b="1" spc="-20" dirty="0"/>
              <a:t>r</a:t>
            </a:r>
            <a:r>
              <a:rPr b="1" spc="-10" dirty="0"/>
              <a:t>ship</a:t>
            </a:r>
            <a:r>
              <a:rPr b="1" spc="25" dirty="0"/>
              <a:t> </a:t>
            </a:r>
            <a:r>
              <a:rPr b="1" spc="-30" dirty="0"/>
              <a:t>b</a:t>
            </a:r>
            <a:r>
              <a:rPr b="1" dirty="0">
                <a:latin typeface="Times New Roman"/>
                <a:cs typeface="Times New Roman"/>
              </a:rPr>
              <a:t>r</a:t>
            </a:r>
            <a:r>
              <a:rPr b="1" spc="-30" dirty="0"/>
              <a:t>i</a:t>
            </a:r>
            <a:r>
              <a:rPr b="1" spc="-10" dirty="0"/>
              <a:t>ngs</a:t>
            </a:r>
            <a:r>
              <a:rPr b="1" dirty="0">
                <a:latin typeface="Times New Roman"/>
                <a:cs typeface="Times New Roman"/>
              </a:rPr>
              <a:t> </a:t>
            </a:r>
            <a:r>
              <a:rPr b="1" spc="-10" dirty="0"/>
              <a:t>so</a:t>
            </a:r>
            <a:r>
              <a:rPr b="1" dirty="0">
                <a:latin typeface="Times New Roman"/>
                <a:cs typeface="Times New Roman"/>
              </a:rPr>
              <a:t>c</a:t>
            </a:r>
            <a:r>
              <a:rPr b="1" spc="-10" dirty="0"/>
              <a:t>ial</a:t>
            </a:r>
            <a:r>
              <a:rPr b="1" spc="-20" dirty="0"/>
              <a:t> </a:t>
            </a:r>
            <a:r>
              <a:rPr b="1" spc="-10" dirty="0"/>
              <a:t>b</a:t>
            </a:r>
            <a:r>
              <a:rPr b="1" spc="-20" dirty="0"/>
              <a:t>e</a:t>
            </a:r>
            <a:r>
              <a:rPr b="1" spc="-10" dirty="0"/>
              <a:t>n</a:t>
            </a:r>
            <a:r>
              <a:rPr b="1" spc="-20" dirty="0"/>
              <a:t>e</a:t>
            </a:r>
            <a:r>
              <a:rPr b="1" dirty="0"/>
              <a:t>f</a:t>
            </a:r>
            <a:r>
              <a:rPr b="1" spc="-10" dirty="0"/>
              <a:t>i</a:t>
            </a:r>
            <a:r>
              <a:rPr b="1" spc="-20" dirty="0"/>
              <a:t>t</a:t>
            </a:r>
            <a:r>
              <a:rPr b="1" spc="-10" dirty="0"/>
              <a:t>s</a:t>
            </a:r>
            <a:r>
              <a:rPr b="1" dirty="0">
                <a:latin typeface="Times New Roman"/>
                <a:cs typeface="Times New Roman"/>
              </a:rPr>
              <a:t> </a:t>
            </a:r>
            <a:r>
              <a:rPr b="1" dirty="0"/>
              <a:t>t</a:t>
            </a:r>
            <a:r>
              <a:rPr b="1" spc="-30" dirty="0"/>
              <a:t>h</a:t>
            </a:r>
            <a:r>
              <a:rPr b="1" spc="-45" dirty="0"/>
              <a:t>r</a:t>
            </a:r>
            <a:r>
              <a:rPr b="1" spc="-14" dirty="0"/>
              <a:t>o</a:t>
            </a:r>
            <a:r>
              <a:rPr b="1" spc="-10" dirty="0"/>
              <a:t>u</a:t>
            </a:r>
            <a:r>
              <a:rPr b="1" spc="-14" dirty="0"/>
              <a:t>gh</a:t>
            </a:r>
            <a:r>
              <a:rPr b="1" spc="4" dirty="0"/>
              <a:t> </a:t>
            </a:r>
            <a:r>
              <a:rPr b="1" dirty="0"/>
              <a:t>t</a:t>
            </a:r>
            <a:r>
              <a:rPr b="1" spc="-30" dirty="0"/>
              <a:t>h</a:t>
            </a:r>
            <a:r>
              <a:rPr b="1" spc="-10" dirty="0"/>
              <a:t>e g</a:t>
            </a:r>
            <a:r>
              <a:rPr b="1" dirty="0"/>
              <a:t>o</a:t>
            </a:r>
            <a:r>
              <a:rPr b="1" spc="-14" dirty="0"/>
              <a:t>v</a:t>
            </a:r>
            <a:r>
              <a:rPr b="1" spc="-20" dirty="0"/>
              <a:t>er</a:t>
            </a:r>
            <a:r>
              <a:rPr b="1" spc="-10" dirty="0"/>
              <a:t>n</a:t>
            </a:r>
            <a:r>
              <a:rPr b="1" spc="-30" dirty="0"/>
              <a:t>m</a:t>
            </a:r>
            <a:r>
              <a:rPr b="1" spc="-20" dirty="0"/>
              <a:t>e</a:t>
            </a:r>
            <a:r>
              <a:rPr b="1" spc="-10" dirty="0"/>
              <a:t>n</a:t>
            </a:r>
            <a:r>
              <a:rPr b="1" spc="-20" dirty="0"/>
              <a:t>t</a:t>
            </a:r>
            <a:r>
              <a:rPr b="1" spc="-10" dirty="0"/>
              <a:t>:</a:t>
            </a:r>
            <a:r>
              <a:rPr b="1" spc="35" dirty="0"/>
              <a:t> </a:t>
            </a:r>
            <a:r>
              <a:rPr spc="-20" dirty="0"/>
              <a:t>T</a:t>
            </a:r>
            <a:r>
              <a:rPr spc="-14" dirty="0"/>
              <a:t>he</a:t>
            </a:r>
            <a:r>
              <a:rPr spc="10" dirty="0"/>
              <a:t> </a:t>
            </a:r>
            <a:r>
              <a:rPr spc="-20" dirty="0"/>
              <a:t>re</a:t>
            </a:r>
            <a:r>
              <a:rPr spc="-10" dirty="0"/>
              <a:t>s</a:t>
            </a:r>
            <a:r>
              <a:rPr dirty="0"/>
              <a:t>o</a:t>
            </a:r>
            <a:r>
              <a:rPr spc="-14" dirty="0"/>
              <a:t>u</a:t>
            </a:r>
            <a:r>
              <a:rPr spc="-20" dirty="0"/>
              <a:t>rc</a:t>
            </a:r>
            <a:r>
              <a:rPr dirty="0"/>
              <a:t>e</a:t>
            </a:r>
            <a:r>
              <a:rPr spc="-10" dirty="0"/>
              <a:t>s</a:t>
            </a:r>
            <a:r>
              <a:rPr dirty="0"/>
              <a:t> </a:t>
            </a:r>
            <a:r>
              <a:rPr spc="-20" dirty="0"/>
              <a:t>c</a:t>
            </a:r>
            <a:r>
              <a:rPr dirty="0"/>
              <a:t>o</a:t>
            </a:r>
            <a:r>
              <a:rPr spc="-10" dirty="0"/>
              <a:t>l</a:t>
            </a:r>
            <a:r>
              <a:rPr spc="-30" dirty="0"/>
              <a:t>l</a:t>
            </a:r>
            <a:r>
              <a:rPr dirty="0"/>
              <a:t>e</a:t>
            </a:r>
            <a:r>
              <a:rPr spc="-20" dirty="0"/>
              <a:t>c</a:t>
            </a:r>
            <a:r>
              <a:rPr spc="-10" dirty="0"/>
              <a:t>t</a:t>
            </a:r>
            <a:r>
              <a:rPr spc="-20" dirty="0"/>
              <a:t>e</a:t>
            </a:r>
            <a:r>
              <a:rPr spc="-14" dirty="0"/>
              <a:t>d</a:t>
            </a:r>
            <a:r>
              <a:rPr spc="-4" dirty="0"/>
              <a:t> </a:t>
            </a:r>
            <a:r>
              <a:rPr dirty="0"/>
              <a:t>b</a:t>
            </a:r>
            <a:r>
              <a:rPr spc="-14" dirty="0"/>
              <a:t>y</a:t>
            </a:r>
            <a:r>
              <a:rPr spc="-4" dirty="0"/>
              <a:t> </a:t>
            </a:r>
            <a:r>
              <a:rPr spc="-30" dirty="0"/>
              <a:t>t</a:t>
            </a:r>
            <a:r>
              <a:rPr dirty="0"/>
              <a:t>h</a:t>
            </a:r>
            <a:r>
              <a:rPr spc="-10" dirty="0"/>
              <a:t>e </a:t>
            </a:r>
            <a:r>
              <a:rPr spc="-14" dirty="0"/>
              <a:t>g</a:t>
            </a:r>
            <a:r>
              <a:rPr dirty="0"/>
              <a:t>o</a:t>
            </a:r>
            <a:r>
              <a:rPr spc="-14" dirty="0"/>
              <a:t>v</a:t>
            </a:r>
            <a:r>
              <a:rPr spc="-20" dirty="0"/>
              <a:t>e</a:t>
            </a:r>
            <a:r>
              <a:rPr dirty="0"/>
              <a:t>r</a:t>
            </a:r>
            <a:r>
              <a:rPr spc="-14" dirty="0"/>
              <a:t>n</a:t>
            </a:r>
            <a:r>
              <a:rPr spc="-40" dirty="0"/>
              <a:t>m</a:t>
            </a:r>
            <a:r>
              <a:rPr spc="-20" dirty="0"/>
              <a:t>e</a:t>
            </a:r>
            <a:r>
              <a:rPr spc="-10" dirty="0"/>
              <a:t>nt</a:t>
            </a:r>
            <a:r>
              <a:rPr spc="25" dirty="0"/>
              <a:t> </a:t>
            </a:r>
            <a:r>
              <a:rPr spc="-20" dirty="0"/>
              <a:t>a</a:t>
            </a:r>
            <a:r>
              <a:rPr dirty="0"/>
              <a:t>r</a:t>
            </a:r>
            <a:r>
              <a:rPr spc="-10" dirty="0"/>
              <a:t>e giv</a:t>
            </a:r>
            <a:r>
              <a:rPr dirty="0"/>
              <a:t>e</a:t>
            </a:r>
            <a:r>
              <a:rPr spc="-14" dirty="0"/>
              <a:t>n</a:t>
            </a:r>
            <a:r>
              <a:rPr spc="-4" dirty="0"/>
              <a:t> </a:t>
            </a:r>
            <a:r>
              <a:rPr spc="-14" dirty="0"/>
              <a:t>b</a:t>
            </a:r>
            <a:r>
              <a:rPr spc="-20" dirty="0"/>
              <a:t>ac</a:t>
            </a:r>
            <a:r>
              <a:rPr spc="-14" dirty="0"/>
              <a:t>k</a:t>
            </a:r>
            <a:r>
              <a:rPr spc="20" dirty="0"/>
              <a:t> </a:t>
            </a:r>
            <a:r>
              <a:rPr spc="-10" dirty="0"/>
              <a:t>to</a:t>
            </a:r>
            <a:r>
              <a:rPr spc="-25" dirty="0"/>
              <a:t> </a:t>
            </a:r>
            <a:r>
              <a:rPr spc="-10" dirty="0"/>
              <a:t>t</a:t>
            </a:r>
            <a:r>
              <a:rPr dirty="0"/>
              <a:t>h</a:t>
            </a:r>
            <a:r>
              <a:rPr spc="-10" dirty="0"/>
              <a:t>e </a:t>
            </a:r>
            <a:r>
              <a:rPr spc="-14" dirty="0"/>
              <a:t>p</a:t>
            </a:r>
            <a:r>
              <a:rPr dirty="0"/>
              <a:t>e</a:t>
            </a:r>
            <a:r>
              <a:rPr spc="-10" dirty="0"/>
              <a:t>ople in</a:t>
            </a:r>
            <a:r>
              <a:rPr spc="-4" dirty="0"/>
              <a:t> </a:t>
            </a:r>
            <a:r>
              <a:rPr spc="-10" dirty="0"/>
              <a:t>the</a:t>
            </a:r>
            <a:r>
              <a:rPr spc="10" dirty="0"/>
              <a:t> </a:t>
            </a:r>
            <a:r>
              <a:rPr spc="-20" dirty="0"/>
              <a:t>f</a:t>
            </a:r>
            <a:r>
              <a:rPr spc="-14" dirty="0"/>
              <a:t>o</a:t>
            </a:r>
            <a:r>
              <a:rPr dirty="0"/>
              <a:t>r</a:t>
            </a:r>
            <a:r>
              <a:rPr spc="-20" dirty="0"/>
              <a:t>m</a:t>
            </a:r>
            <a:r>
              <a:rPr dirty="0"/>
              <a:t> </a:t>
            </a:r>
            <a:r>
              <a:rPr spc="-10" dirty="0"/>
              <a:t>of</a:t>
            </a:r>
            <a:r>
              <a:rPr spc="10" dirty="0"/>
              <a:t> </a:t>
            </a:r>
            <a:r>
              <a:rPr spc="-30" dirty="0"/>
              <a:t>s</a:t>
            </a:r>
            <a:r>
              <a:rPr dirty="0"/>
              <a:t>e</a:t>
            </a:r>
            <a:r>
              <a:rPr spc="-20" dirty="0"/>
              <a:t>r</a:t>
            </a:r>
            <a:r>
              <a:rPr spc="-10" dirty="0"/>
              <a:t>vi</a:t>
            </a:r>
            <a:r>
              <a:rPr spc="-20" dirty="0"/>
              <a:t>c</a:t>
            </a:r>
            <a:r>
              <a:rPr dirty="0"/>
              <a:t>e</a:t>
            </a:r>
            <a:r>
              <a:rPr spc="-30" dirty="0"/>
              <a:t>s</a:t>
            </a:r>
            <a:r>
              <a:rPr spc="-10" dirty="0"/>
              <a:t>,</a:t>
            </a:r>
            <a:r>
              <a:rPr spc="20" dirty="0"/>
              <a:t> </a:t>
            </a:r>
            <a:r>
              <a:rPr spc="-10" dirty="0"/>
              <a:t>in</a:t>
            </a:r>
            <a:r>
              <a:rPr spc="-20" dirty="0"/>
              <a:t>f</a:t>
            </a:r>
            <a:r>
              <a:rPr dirty="0"/>
              <a:t>r</a:t>
            </a:r>
            <a:r>
              <a:rPr spc="-20" dirty="0"/>
              <a:t>a</a:t>
            </a:r>
            <a:r>
              <a:rPr spc="-10" dirty="0"/>
              <a:t>s</a:t>
            </a:r>
            <a:r>
              <a:rPr spc="-30" dirty="0"/>
              <a:t>t</a:t>
            </a:r>
            <a:r>
              <a:rPr dirty="0"/>
              <a:t>r</a:t>
            </a:r>
            <a:r>
              <a:rPr spc="-14" dirty="0"/>
              <a:t>u</a:t>
            </a:r>
            <a:r>
              <a:rPr spc="-20" dirty="0"/>
              <a:t>c</a:t>
            </a:r>
            <a:r>
              <a:rPr spc="-10" dirty="0"/>
              <a:t>tu</a:t>
            </a:r>
            <a:r>
              <a:rPr dirty="0"/>
              <a:t>r</a:t>
            </a:r>
            <a:r>
              <a:rPr spc="-10" dirty="0"/>
              <a:t>e p</a:t>
            </a:r>
            <a:r>
              <a:rPr dirty="0"/>
              <a:t>r</a:t>
            </a:r>
            <a:r>
              <a:rPr spc="-10" dirty="0"/>
              <a:t>oj</a:t>
            </a:r>
            <a:r>
              <a:rPr spc="-20" dirty="0"/>
              <a:t>ec</a:t>
            </a:r>
            <a:r>
              <a:rPr spc="-10" dirty="0"/>
              <a:t>ts,</a:t>
            </a:r>
            <a:r>
              <a:rPr spc="-4" dirty="0"/>
              <a:t> </a:t>
            </a:r>
            <a:r>
              <a:rPr spc="-10" dirty="0"/>
              <a:t>s</a:t>
            </a:r>
            <a:r>
              <a:rPr spc="-20" dirty="0"/>
              <a:t>c</a:t>
            </a:r>
            <a:r>
              <a:rPr dirty="0"/>
              <a:t>h</a:t>
            </a:r>
            <a:r>
              <a:rPr spc="-10" dirty="0"/>
              <a:t>ool</a:t>
            </a:r>
            <a:r>
              <a:rPr dirty="0"/>
              <a:t> </a:t>
            </a:r>
            <a:r>
              <a:rPr spc="-10" dirty="0"/>
              <a:t>buildin</a:t>
            </a:r>
            <a:r>
              <a:rPr dirty="0"/>
              <a:t>g</a:t>
            </a:r>
            <a:r>
              <a:rPr spc="-30" dirty="0"/>
              <a:t>s</a:t>
            </a:r>
            <a:r>
              <a:rPr spc="-10" dirty="0"/>
              <a:t>,</a:t>
            </a:r>
            <a:r>
              <a:rPr spc="-25" dirty="0"/>
              <a:t> </a:t>
            </a:r>
            <a:r>
              <a:rPr dirty="0"/>
              <a:t>a</a:t>
            </a:r>
            <a:r>
              <a:rPr spc="-14" dirty="0"/>
              <a:t>nd</a:t>
            </a:r>
            <a:r>
              <a:rPr spc="-4" dirty="0"/>
              <a:t> </a:t>
            </a:r>
            <a:r>
              <a:rPr spc="-40" dirty="0"/>
              <a:t>m</a:t>
            </a:r>
            <a:r>
              <a:rPr spc="-20" dirty="0"/>
              <a:t>a</a:t>
            </a:r>
            <a:r>
              <a:rPr spc="-10" dirty="0"/>
              <a:t>int</a:t>
            </a:r>
            <a:r>
              <a:rPr spc="-20" dirty="0"/>
              <a:t>e</a:t>
            </a:r>
            <a:r>
              <a:rPr dirty="0"/>
              <a:t>n</a:t>
            </a:r>
            <a:r>
              <a:rPr spc="-20" dirty="0"/>
              <a:t>a</a:t>
            </a:r>
            <a:r>
              <a:rPr spc="-14" dirty="0"/>
              <a:t>n</a:t>
            </a:r>
            <a:r>
              <a:rPr dirty="0"/>
              <a:t>c</a:t>
            </a:r>
            <a:r>
              <a:rPr spc="-10" dirty="0"/>
              <a:t>e</a:t>
            </a:r>
            <a:r>
              <a:rPr spc="10" dirty="0"/>
              <a:t> </a:t>
            </a:r>
            <a:r>
              <a:rPr spc="-10" dirty="0"/>
              <a:t>of</a:t>
            </a:r>
            <a:r>
              <a:rPr spc="10" dirty="0"/>
              <a:t> </a:t>
            </a:r>
            <a:r>
              <a:rPr spc="-14" dirty="0"/>
              <a:t>p</a:t>
            </a:r>
            <a:r>
              <a:rPr spc="-20" dirty="0"/>
              <a:t>e</a:t>
            </a:r>
            <a:r>
              <a:rPr dirty="0"/>
              <a:t>a</a:t>
            </a:r>
            <a:r>
              <a:rPr spc="-20" dirty="0"/>
              <a:t>c</a:t>
            </a:r>
            <a:r>
              <a:rPr spc="-10" dirty="0"/>
              <a:t>e</a:t>
            </a:r>
            <a:r>
              <a:rPr spc="10" dirty="0"/>
              <a:t> </a:t>
            </a:r>
            <a:r>
              <a:rPr spc="-20" dirty="0"/>
              <a:t>a</a:t>
            </a:r>
            <a:r>
              <a:rPr spc="-14" dirty="0"/>
              <a:t>nd</a:t>
            </a:r>
            <a:r>
              <a:rPr spc="-4" dirty="0"/>
              <a:t> </a:t>
            </a:r>
            <a:r>
              <a:rPr spc="-14" dirty="0"/>
              <a:t>o</a:t>
            </a:r>
            <a:r>
              <a:rPr dirty="0"/>
              <a:t>r</a:t>
            </a:r>
            <a:r>
              <a:rPr spc="-14" dirty="0"/>
              <a:t>d</a:t>
            </a:r>
            <a:r>
              <a:rPr spc="-20" dirty="0"/>
              <a:t>e</a:t>
            </a:r>
            <a:r>
              <a:rPr spc="-130" dirty="0"/>
              <a:t>r</a:t>
            </a:r>
            <a:r>
              <a:rPr spc="-10" dirty="0"/>
              <a:t>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36753" y="1314563"/>
            <a:ext cx="278130" cy="279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9"/>
            <a:r>
              <a:rPr spc="-10" dirty="0">
                <a:latin typeface="Century Gothic"/>
                <a:cs typeface="Century Gothic"/>
              </a:rPr>
              <a:t>3</a:t>
            </a:r>
            <a:r>
              <a:rPr dirty="0">
                <a:latin typeface="Century Gothic"/>
                <a:cs typeface="Century Gothic"/>
              </a:rPr>
              <a:t>3</a:t>
            </a:r>
            <a:endParaRPr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1" y="457201"/>
            <a:ext cx="9144000" cy="6857999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0" y="6857999"/>
                </a:moveTo>
                <a:lnTo>
                  <a:pt x="9143999" y="6857999"/>
                </a:lnTo>
                <a:lnTo>
                  <a:pt x="914399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A5A5A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7201" y="681228"/>
            <a:ext cx="2145791" cy="66339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39937" y="776031"/>
            <a:ext cx="7978524" cy="8720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31756" marR="5080" indent="1482551"/>
            <a:r>
              <a:rPr spc="-20" dirty="0"/>
              <a:t>O</a:t>
            </a:r>
            <a:r>
              <a:rPr spc="-25" dirty="0"/>
              <a:t>PP</a:t>
            </a:r>
            <a:r>
              <a:rPr spc="-50" dirty="0"/>
              <a:t>O</a:t>
            </a:r>
            <a:r>
              <a:rPr spc="-114" dirty="0"/>
              <a:t>R</a:t>
            </a:r>
            <a:r>
              <a:rPr spc="-40" dirty="0"/>
              <a:t>T</a:t>
            </a:r>
            <a:r>
              <a:rPr spc="-4" dirty="0"/>
              <a:t>U</a:t>
            </a:r>
            <a:r>
              <a:rPr spc="-35" dirty="0"/>
              <a:t>N</a:t>
            </a:r>
            <a:r>
              <a:rPr spc="-14" dirty="0"/>
              <a:t>I</a:t>
            </a:r>
            <a:r>
              <a:rPr spc="-40" dirty="0"/>
              <a:t>T</a:t>
            </a:r>
            <a:r>
              <a:rPr spc="-14" dirty="0"/>
              <a:t>IE</a:t>
            </a:r>
            <a:r>
              <a:rPr spc="-20" dirty="0"/>
              <a:t>S</a:t>
            </a:r>
            <a:r>
              <a:rPr spc="35" dirty="0"/>
              <a:t> </a:t>
            </a:r>
            <a:r>
              <a:rPr spc="-25" dirty="0"/>
              <a:t>F</a:t>
            </a:r>
            <a:r>
              <a:rPr spc="-20" dirty="0"/>
              <a:t>O</a:t>
            </a:r>
            <a:r>
              <a:rPr spc="-25" dirty="0"/>
              <a:t>R</a:t>
            </a:r>
            <a:r>
              <a:rPr spc="-10" dirty="0"/>
              <a:t> </a:t>
            </a:r>
            <a:r>
              <a:rPr spc="-14" dirty="0"/>
              <a:t>E</a:t>
            </a:r>
            <a:r>
              <a:rPr spc="-35" dirty="0"/>
              <a:t>N</a:t>
            </a:r>
            <a:r>
              <a:rPr spc="-40" dirty="0"/>
              <a:t>T</a:t>
            </a:r>
            <a:r>
              <a:rPr spc="-35" dirty="0"/>
              <a:t>R</a:t>
            </a:r>
            <a:r>
              <a:rPr spc="-14" dirty="0"/>
              <a:t>E</a:t>
            </a:r>
            <a:r>
              <a:rPr spc="-25" dirty="0"/>
              <a:t>P</a:t>
            </a:r>
            <a:r>
              <a:rPr spc="-35" dirty="0"/>
              <a:t>R</a:t>
            </a:r>
            <a:r>
              <a:rPr spc="-40" dirty="0"/>
              <a:t>E</a:t>
            </a:r>
            <a:r>
              <a:rPr spc="-35" dirty="0"/>
              <a:t>N</a:t>
            </a:r>
            <a:r>
              <a:rPr spc="-14" dirty="0"/>
              <a:t>E</a:t>
            </a:r>
            <a:r>
              <a:rPr spc="-4" dirty="0"/>
              <a:t>U</a:t>
            </a:r>
            <a:r>
              <a:rPr spc="-35" dirty="0"/>
              <a:t>R</a:t>
            </a:r>
            <a:r>
              <a:rPr spc="-20" dirty="0"/>
              <a:t>S</a:t>
            </a:r>
            <a:r>
              <a:rPr spc="65" dirty="0"/>
              <a:t> </a:t>
            </a:r>
            <a:r>
              <a:rPr spc="-20" dirty="0"/>
              <a:t>IN</a:t>
            </a:r>
            <a:r>
              <a:rPr spc="-10" dirty="0"/>
              <a:t> </a:t>
            </a:r>
            <a:r>
              <a:rPr spc="-14" dirty="0"/>
              <a:t>I</a:t>
            </a:r>
            <a:r>
              <a:rPr spc="-4" dirty="0"/>
              <a:t>N</a:t>
            </a:r>
            <a:r>
              <a:rPr spc="-35" dirty="0"/>
              <a:t>D</a:t>
            </a:r>
            <a:r>
              <a:rPr spc="-20" dirty="0"/>
              <a:t>IA</a:t>
            </a:r>
            <a:r>
              <a:rPr spc="-150" dirty="0"/>
              <a:t> </a:t>
            </a:r>
            <a:r>
              <a:rPr spc="-25" dirty="0"/>
              <a:t>&amp;</a:t>
            </a:r>
            <a:r>
              <a:rPr spc="-150" dirty="0"/>
              <a:t> </a:t>
            </a:r>
            <a:r>
              <a:rPr spc="-35" dirty="0"/>
              <a:t>A</a:t>
            </a:r>
            <a:r>
              <a:rPr spc="-14" dirty="0"/>
              <a:t>B</a:t>
            </a:r>
            <a:r>
              <a:rPr spc="-35" dirty="0"/>
              <a:t>R</a:t>
            </a:r>
            <a:r>
              <a:rPr spc="-50" dirty="0"/>
              <a:t>O</a:t>
            </a:r>
            <a:r>
              <a:rPr spc="-35" dirty="0"/>
              <a:t>A</a:t>
            </a:r>
            <a:r>
              <a:rPr spc="-25" dirty="0"/>
              <a:t>D</a:t>
            </a:r>
          </a:p>
        </p:txBody>
      </p:sp>
      <p:sp>
        <p:nvSpPr>
          <p:cNvPr id="5" name="object 5"/>
          <p:cNvSpPr/>
          <p:nvPr/>
        </p:nvSpPr>
        <p:spPr>
          <a:xfrm>
            <a:off x="2057401" y="1905000"/>
            <a:ext cx="1447800" cy="4876800"/>
          </a:xfrm>
          <a:custGeom>
            <a:avLst/>
            <a:gdLst/>
            <a:ahLst/>
            <a:cxnLst/>
            <a:rect l="l" t="t" r="r" b="b"/>
            <a:pathLst>
              <a:path w="1447800" h="4876800">
                <a:moveTo>
                  <a:pt x="0" y="4876799"/>
                </a:moveTo>
                <a:lnTo>
                  <a:pt x="1447799" y="4876799"/>
                </a:lnTo>
                <a:lnTo>
                  <a:pt x="1447799" y="0"/>
                </a:lnTo>
                <a:lnTo>
                  <a:pt x="0" y="0"/>
                </a:lnTo>
                <a:lnTo>
                  <a:pt x="0" y="48767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057401" y="1905001"/>
            <a:ext cx="1447799" cy="48767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36753" y="1314559"/>
            <a:ext cx="278130" cy="279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9"/>
            <a:r>
              <a:rPr spc="-10" dirty="0">
                <a:latin typeface="Century Gothic"/>
                <a:cs typeface="Century Gothic"/>
              </a:rPr>
              <a:t>3</a:t>
            </a:r>
            <a:r>
              <a:rPr dirty="0">
                <a:latin typeface="Century Gothic"/>
                <a:cs typeface="Century Gothic"/>
              </a:rPr>
              <a:t>4</a:t>
            </a:r>
            <a:endParaRPr>
              <a:latin typeface="Century Gothic"/>
              <a:cs typeface="Century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00800" y="3581401"/>
            <a:ext cx="2743200" cy="279050"/>
          </a:xfrm>
          <a:prstGeom prst="rect">
            <a:avLst/>
          </a:prstGeom>
          <a:solidFill>
            <a:srgbClr val="FFFFFF"/>
          </a:solidFill>
          <a:ln w="15239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542227"/>
            <a:r>
              <a:rPr b="1" dirty="0">
                <a:latin typeface="Times New Roman"/>
                <a:cs typeface="Times New Roman"/>
              </a:rPr>
              <a:t>O</a:t>
            </a:r>
            <a:r>
              <a:rPr b="1" spc="10" dirty="0">
                <a:latin typeface="Times New Roman"/>
                <a:cs typeface="Times New Roman"/>
              </a:rPr>
              <a:t>r</a:t>
            </a:r>
            <a:r>
              <a:rPr b="1" dirty="0">
                <a:latin typeface="Times New Roman"/>
                <a:cs typeface="Times New Roman"/>
              </a:rPr>
              <a:t>ga</a:t>
            </a:r>
            <a:r>
              <a:rPr b="1" spc="-14" dirty="0">
                <a:latin typeface="Times New Roman"/>
                <a:cs typeface="Times New Roman"/>
              </a:rPr>
              <a:t>n</a:t>
            </a:r>
            <a:r>
              <a:rPr b="1" dirty="0">
                <a:latin typeface="Times New Roman"/>
                <a:cs typeface="Times New Roman"/>
              </a:rPr>
              <a:t>ic</a:t>
            </a:r>
            <a:r>
              <a:rPr b="1" spc="-10" dirty="0">
                <a:latin typeface="Times New Roman"/>
                <a:cs typeface="Times New Roman"/>
              </a:rPr>
              <a:t> f</a:t>
            </a:r>
            <a:r>
              <a:rPr b="1" dirty="0">
                <a:latin typeface="Times New Roman"/>
                <a:cs typeface="Times New Roman"/>
              </a:rPr>
              <a:t>a</a:t>
            </a:r>
            <a:r>
              <a:rPr b="1" spc="10" dirty="0">
                <a:latin typeface="Times New Roman"/>
                <a:cs typeface="Times New Roman"/>
              </a:rPr>
              <a:t>r</a:t>
            </a:r>
            <a:r>
              <a:rPr b="1" spc="-10" dirty="0">
                <a:latin typeface="Times New Roman"/>
                <a:cs typeface="Times New Roman"/>
              </a:rPr>
              <a:t>m</a:t>
            </a:r>
            <a:r>
              <a:rPr b="1" dirty="0">
                <a:latin typeface="Times New Roman"/>
                <a:cs typeface="Times New Roman"/>
              </a:rPr>
              <a:t>i</a:t>
            </a:r>
            <a:r>
              <a:rPr b="1" spc="-4" dirty="0">
                <a:latin typeface="Times New Roman"/>
                <a:cs typeface="Times New Roman"/>
              </a:rPr>
              <a:t>n</a:t>
            </a:r>
            <a:r>
              <a:rPr dirty="0">
                <a:latin typeface="Times New Roman"/>
                <a:cs typeface="Times New Roman"/>
              </a:rPr>
              <a:t>g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400800" y="2971800"/>
            <a:ext cx="2743200" cy="488339"/>
          </a:xfrm>
          <a:prstGeom prst="rect">
            <a:avLst/>
          </a:prstGeom>
          <a:solidFill>
            <a:srgbClr val="FFFFFF"/>
          </a:solidFill>
          <a:ln w="15239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76516" marR="256510" indent="-710482"/>
            <a:r>
              <a:rPr sz="1600" b="1" spc="-130" dirty="0">
                <a:latin typeface="Times New Roman"/>
                <a:cs typeface="Times New Roman"/>
              </a:rPr>
              <a:t>A</a:t>
            </a:r>
            <a:r>
              <a:rPr sz="1600" b="1" spc="-10" dirty="0">
                <a:latin typeface="Times New Roman"/>
                <a:cs typeface="Times New Roman"/>
              </a:rPr>
              <a:t>y</a:t>
            </a:r>
            <a:r>
              <a:rPr sz="1600" b="1" spc="-4" dirty="0">
                <a:latin typeface="Times New Roman"/>
                <a:cs typeface="Times New Roman"/>
              </a:rPr>
              <a:t>u</a:t>
            </a:r>
            <a:r>
              <a:rPr sz="1600" b="1" spc="-20" dirty="0">
                <a:latin typeface="Times New Roman"/>
                <a:cs typeface="Times New Roman"/>
              </a:rPr>
              <a:t>r</a:t>
            </a:r>
            <a:r>
              <a:rPr sz="1600" b="1" spc="-10" dirty="0">
                <a:latin typeface="Times New Roman"/>
                <a:cs typeface="Times New Roman"/>
              </a:rPr>
              <a:t>v</a:t>
            </a:r>
            <a:r>
              <a:rPr sz="1600" b="1" spc="-4" dirty="0">
                <a:latin typeface="Times New Roman"/>
                <a:cs typeface="Times New Roman"/>
              </a:rPr>
              <a:t>e</a:t>
            </a:r>
            <a:r>
              <a:rPr sz="1600" b="1" spc="-20" dirty="0">
                <a:latin typeface="Times New Roman"/>
                <a:cs typeface="Times New Roman"/>
              </a:rPr>
              <a:t>d</a:t>
            </a:r>
            <a:r>
              <a:rPr sz="1600" b="1" spc="-10" dirty="0">
                <a:latin typeface="Times New Roman"/>
                <a:cs typeface="Times New Roman"/>
              </a:rPr>
              <a:t>a</a:t>
            </a:r>
            <a:r>
              <a:rPr sz="1600" b="1" spc="14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a</a:t>
            </a:r>
            <a:r>
              <a:rPr sz="1600" b="1" spc="-4" dirty="0">
                <a:latin typeface="Times New Roman"/>
                <a:cs typeface="Times New Roman"/>
              </a:rPr>
              <a:t>n</a:t>
            </a:r>
            <a:r>
              <a:rPr sz="1600" b="1" spc="-10" dirty="0">
                <a:latin typeface="Times New Roman"/>
                <a:cs typeface="Times New Roman"/>
              </a:rPr>
              <a:t>d</a:t>
            </a:r>
            <a:r>
              <a:rPr sz="1600" b="1" spc="-14" dirty="0">
                <a:latin typeface="Times New Roman"/>
                <a:cs typeface="Times New Roman"/>
              </a:rPr>
              <a:t> t</a:t>
            </a:r>
            <a:r>
              <a:rPr sz="1600" b="1" spc="-4" dirty="0">
                <a:latin typeface="Times New Roman"/>
                <a:cs typeface="Times New Roman"/>
              </a:rPr>
              <a:t>r</a:t>
            </a:r>
            <a:r>
              <a:rPr sz="1600" b="1" spc="-10" dirty="0">
                <a:latin typeface="Times New Roman"/>
                <a:cs typeface="Times New Roman"/>
              </a:rPr>
              <a:t>a</a:t>
            </a:r>
            <a:r>
              <a:rPr sz="1600" b="1" spc="-4" dirty="0">
                <a:latin typeface="Times New Roman"/>
                <a:cs typeface="Times New Roman"/>
              </a:rPr>
              <a:t>d</a:t>
            </a:r>
            <a:r>
              <a:rPr sz="1600" b="1" spc="-20" dirty="0">
                <a:latin typeface="Times New Roman"/>
                <a:cs typeface="Times New Roman"/>
              </a:rPr>
              <a:t>i</a:t>
            </a:r>
            <a:r>
              <a:rPr sz="1600" b="1" spc="-14" dirty="0">
                <a:latin typeface="Times New Roman"/>
                <a:cs typeface="Times New Roman"/>
              </a:rPr>
              <a:t>t</a:t>
            </a:r>
            <a:r>
              <a:rPr sz="1600" b="1" spc="-4" dirty="0">
                <a:latin typeface="Times New Roman"/>
                <a:cs typeface="Times New Roman"/>
              </a:rPr>
              <a:t>i</a:t>
            </a:r>
            <a:r>
              <a:rPr sz="1600" b="1" dirty="0">
                <a:latin typeface="Times New Roman"/>
                <a:cs typeface="Times New Roman"/>
              </a:rPr>
              <a:t>o</a:t>
            </a:r>
            <a:r>
              <a:rPr sz="1600" b="1" spc="-20" dirty="0">
                <a:latin typeface="Times New Roman"/>
                <a:cs typeface="Times New Roman"/>
              </a:rPr>
              <a:t>n</a:t>
            </a:r>
            <a:r>
              <a:rPr sz="1600" b="1" dirty="0">
                <a:latin typeface="Times New Roman"/>
                <a:cs typeface="Times New Roman"/>
              </a:rPr>
              <a:t>a</a:t>
            </a:r>
            <a:r>
              <a:rPr sz="1600" b="1" spc="-4" dirty="0">
                <a:latin typeface="Times New Roman"/>
                <a:cs typeface="Times New Roman"/>
              </a:rPr>
              <a:t>l </a:t>
            </a:r>
            <a:r>
              <a:rPr sz="1600" b="1" spc="-40" dirty="0">
                <a:latin typeface="Times New Roman"/>
                <a:cs typeface="Times New Roman"/>
              </a:rPr>
              <a:t>m</a:t>
            </a:r>
            <a:r>
              <a:rPr sz="1600" b="1" spc="-20" dirty="0">
                <a:latin typeface="Times New Roman"/>
                <a:cs typeface="Times New Roman"/>
              </a:rPr>
              <a:t>e</a:t>
            </a:r>
            <a:r>
              <a:rPr sz="1600" b="1" spc="-4" dirty="0">
                <a:latin typeface="Times New Roman"/>
                <a:cs typeface="Times New Roman"/>
              </a:rPr>
              <a:t>di</a:t>
            </a:r>
            <a:r>
              <a:rPr sz="1600" b="1" spc="-20" dirty="0">
                <a:latin typeface="Times New Roman"/>
                <a:cs typeface="Times New Roman"/>
              </a:rPr>
              <a:t>c</a:t>
            </a:r>
            <a:r>
              <a:rPr sz="1600" b="1" spc="-4" dirty="0">
                <a:latin typeface="Times New Roman"/>
                <a:cs typeface="Times New Roman"/>
              </a:rPr>
              <a:t>in</a:t>
            </a:r>
            <a:r>
              <a:rPr sz="1600" b="1" spc="-10" dirty="0">
                <a:latin typeface="Times New Roman"/>
                <a:cs typeface="Times New Roman"/>
              </a:rPr>
              <a:t>e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400800" y="2438401"/>
            <a:ext cx="2743200" cy="279050"/>
          </a:xfrm>
          <a:prstGeom prst="rect">
            <a:avLst/>
          </a:prstGeom>
          <a:solidFill>
            <a:srgbClr val="FFFFFF"/>
          </a:solidFill>
          <a:ln w="15239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89844"/>
            <a:r>
              <a:rPr b="1" spc="-4" dirty="0">
                <a:latin typeface="Times New Roman"/>
                <a:cs typeface="Times New Roman"/>
              </a:rPr>
              <a:t>C</a:t>
            </a:r>
            <a:r>
              <a:rPr b="1" dirty="0">
                <a:latin typeface="Times New Roman"/>
                <a:cs typeface="Times New Roman"/>
              </a:rPr>
              <a:t>o</a:t>
            </a:r>
            <a:r>
              <a:rPr b="1" spc="10" dirty="0">
                <a:latin typeface="Times New Roman"/>
                <a:cs typeface="Times New Roman"/>
              </a:rPr>
              <a:t>r</a:t>
            </a:r>
            <a:r>
              <a:rPr b="1" spc="-14" dirty="0">
                <a:latin typeface="Times New Roman"/>
                <a:cs typeface="Times New Roman"/>
              </a:rPr>
              <a:t>p</a:t>
            </a:r>
            <a:r>
              <a:rPr b="1" dirty="0">
                <a:latin typeface="Times New Roman"/>
                <a:cs typeface="Times New Roman"/>
              </a:rPr>
              <a:t>o</a:t>
            </a:r>
            <a:r>
              <a:rPr b="1" spc="10" dirty="0">
                <a:latin typeface="Times New Roman"/>
                <a:cs typeface="Times New Roman"/>
              </a:rPr>
              <a:t>r</a:t>
            </a:r>
            <a:r>
              <a:rPr b="1" dirty="0">
                <a:latin typeface="Times New Roman"/>
                <a:cs typeface="Times New Roman"/>
              </a:rPr>
              <a:t>a</a:t>
            </a:r>
            <a:r>
              <a:rPr b="1" spc="-10" dirty="0">
                <a:latin typeface="Times New Roman"/>
                <a:cs typeface="Times New Roman"/>
              </a:rPr>
              <a:t>t</a:t>
            </a:r>
            <a:r>
              <a:rPr b="1" dirty="0">
                <a:latin typeface="Times New Roman"/>
                <a:cs typeface="Times New Roman"/>
              </a:rPr>
              <a:t>e</a:t>
            </a:r>
            <a:r>
              <a:rPr b="1" spc="-10" dirty="0">
                <a:latin typeface="Times New Roman"/>
                <a:cs typeface="Times New Roman"/>
              </a:rPr>
              <a:t> </a:t>
            </a:r>
            <a:r>
              <a:rPr b="1" spc="4" dirty="0">
                <a:latin typeface="Times New Roman"/>
                <a:cs typeface="Times New Roman"/>
              </a:rPr>
              <a:t>d</a:t>
            </a:r>
            <a:r>
              <a:rPr b="1" spc="-10" dirty="0">
                <a:latin typeface="Times New Roman"/>
                <a:cs typeface="Times New Roman"/>
              </a:rPr>
              <a:t>e</a:t>
            </a:r>
            <a:r>
              <a:rPr b="1" spc="10" dirty="0">
                <a:latin typeface="Times New Roman"/>
                <a:cs typeface="Times New Roman"/>
              </a:rPr>
              <a:t>m</a:t>
            </a:r>
            <a:r>
              <a:rPr b="1" dirty="0">
                <a:latin typeface="Times New Roman"/>
                <a:cs typeface="Times New Roman"/>
              </a:rPr>
              <a:t>a</a:t>
            </a:r>
            <a:r>
              <a:rPr b="1" spc="-14" dirty="0">
                <a:latin typeface="Times New Roman"/>
                <a:cs typeface="Times New Roman"/>
              </a:rPr>
              <a:t>nd</a:t>
            </a:r>
            <a:r>
              <a:rPr b="1" dirty="0">
                <a:latin typeface="Times New Roman"/>
                <a:cs typeface="Times New Roman"/>
              </a:rPr>
              <a:t>s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400800" y="4191001"/>
            <a:ext cx="2743200" cy="279050"/>
          </a:xfrm>
          <a:prstGeom prst="rect">
            <a:avLst/>
          </a:prstGeom>
          <a:solidFill>
            <a:srgbClr val="FFFFFF"/>
          </a:solidFill>
          <a:ln w="15239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905" algn="ctr"/>
            <a:r>
              <a:rPr b="1" spc="10" dirty="0">
                <a:latin typeface="Times New Roman"/>
                <a:cs typeface="Times New Roman"/>
              </a:rPr>
              <a:t>M</a:t>
            </a:r>
            <a:r>
              <a:rPr b="1" spc="-10" dirty="0">
                <a:latin typeface="Times New Roman"/>
                <a:cs typeface="Times New Roman"/>
              </a:rPr>
              <a:t>e</a:t>
            </a:r>
            <a:r>
              <a:rPr b="1" spc="4" dirty="0">
                <a:latin typeface="Times New Roman"/>
                <a:cs typeface="Times New Roman"/>
              </a:rPr>
              <a:t>d</a:t>
            </a:r>
            <a:r>
              <a:rPr b="1" dirty="0">
                <a:latin typeface="Times New Roman"/>
                <a:cs typeface="Times New Roman"/>
              </a:rPr>
              <a:t>ia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400800" y="4724401"/>
            <a:ext cx="2743200" cy="279050"/>
          </a:xfrm>
          <a:prstGeom prst="rect">
            <a:avLst/>
          </a:prstGeom>
          <a:solidFill>
            <a:srgbClr val="FFFFFF"/>
          </a:solidFill>
          <a:ln w="15239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73975"/>
            <a:r>
              <a:rPr b="1" spc="-4" dirty="0">
                <a:latin typeface="Times New Roman"/>
                <a:cs typeface="Times New Roman"/>
              </a:rPr>
              <a:t>F</a:t>
            </a:r>
            <a:r>
              <a:rPr b="1" dirty="0">
                <a:latin typeface="Times New Roman"/>
                <a:cs typeface="Times New Roman"/>
              </a:rPr>
              <a:t>lo</a:t>
            </a:r>
            <a:r>
              <a:rPr b="1" spc="10" dirty="0">
                <a:latin typeface="Times New Roman"/>
                <a:cs typeface="Times New Roman"/>
              </a:rPr>
              <a:t>r</a:t>
            </a:r>
            <a:r>
              <a:rPr b="1" dirty="0">
                <a:latin typeface="Times New Roman"/>
                <a:cs typeface="Times New Roman"/>
              </a:rPr>
              <a:t>i</a:t>
            </a:r>
            <a:r>
              <a:rPr b="1" spc="10" dirty="0">
                <a:latin typeface="Times New Roman"/>
                <a:cs typeface="Times New Roman"/>
              </a:rPr>
              <a:t>c</a:t>
            </a:r>
            <a:r>
              <a:rPr b="1" spc="-14" dirty="0">
                <a:latin typeface="Times New Roman"/>
                <a:cs typeface="Times New Roman"/>
              </a:rPr>
              <a:t>u</a:t>
            </a:r>
            <a:r>
              <a:rPr b="1" dirty="0">
                <a:latin typeface="Times New Roman"/>
                <a:cs typeface="Times New Roman"/>
              </a:rPr>
              <a:t>l</a:t>
            </a:r>
            <a:r>
              <a:rPr b="1" spc="-10" dirty="0">
                <a:latin typeface="Times New Roman"/>
                <a:cs typeface="Times New Roman"/>
              </a:rPr>
              <a:t>t</a:t>
            </a:r>
            <a:r>
              <a:rPr b="1" spc="4" dirty="0">
                <a:latin typeface="Times New Roman"/>
                <a:cs typeface="Times New Roman"/>
              </a:rPr>
              <a:t>u</a:t>
            </a:r>
            <a:r>
              <a:rPr b="1" spc="-45" dirty="0">
                <a:latin typeface="Times New Roman"/>
                <a:cs typeface="Times New Roman"/>
              </a:rPr>
              <a:t>r</a:t>
            </a:r>
            <a:r>
              <a:rPr b="1" dirty="0">
                <a:latin typeface="Times New Roman"/>
                <a:cs typeface="Times New Roman"/>
              </a:rPr>
              <a:t>e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400800" y="1905002"/>
            <a:ext cx="2743200" cy="279050"/>
          </a:xfrm>
          <a:prstGeom prst="rect">
            <a:avLst/>
          </a:prstGeom>
          <a:solidFill>
            <a:srgbClr val="FFFFFF"/>
          </a:solidFill>
          <a:ln w="15239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569529"/>
            <a:r>
              <a:rPr b="1" spc="-4" dirty="0">
                <a:latin typeface="Times New Roman"/>
                <a:cs typeface="Times New Roman"/>
              </a:rPr>
              <a:t>F</a:t>
            </a:r>
            <a:r>
              <a:rPr b="1" dirty="0">
                <a:latin typeface="Times New Roman"/>
                <a:cs typeface="Times New Roman"/>
              </a:rPr>
              <a:t>ood</a:t>
            </a:r>
            <a:r>
              <a:rPr b="1" spc="-14" dirty="0">
                <a:latin typeface="Times New Roman"/>
                <a:cs typeface="Times New Roman"/>
              </a:rPr>
              <a:t> </a:t>
            </a:r>
            <a:r>
              <a:rPr b="1" spc="14" dirty="0">
                <a:latin typeface="Times New Roman"/>
                <a:cs typeface="Times New Roman"/>
              </a:rPr>
              <a:t>P</a:t>
            </a:r>
            <a:r>
              <a:rPr b="1" spc="-45" dirty="0">
                <a:latin typeface="Times New Roman"/>
                <a:cs typeface="Times New Roman"/>
              </a:rPr>
              <a:t>r</a:t>
            </a:r>
            <a:r>
              <a:rPr b="1" dirty="0">
                <a:latin typeface="Times New Roman"/>
                <a:cs typeface="Times New Roman"/>
              </a:rPr>
              <a:t>o</a:t>
            </a:r>
            <a:r>
              <a:rPr b="1" spc="10" dirty="0">
                <a:latin typeface="Times New Roman"/>
                <a:cs typeface="Times New Roman"/>
              </a:rPr>
              <a:t>ce</a:t>
            </a:r>
            <a:r>
              <a:rPr b="1" spc="-20" dirty="0">
                <a:latin typeface="Times New Roman"/>
                <a:cs typeface="Times New Roman"/>
              </a:rPr>
              <a:t>s</a:t>
            </a:r>
            <a:r>
              <a:rPr b="1" dirty="0">
                <a:latin typeface="Times New Roman"/>
                <a:cs typeface="Times New Roman"/>
              </a:rPr>
              <a:t>si</a:t>
            </a:r>
            <a:r>
              <a:rPr b="1" spc="-14" dirty="0">
                <a:latin typeface="Times New Roman"/>
                <a:cs typeface="Times New Roman"/>
              </a:rPr>
              <a:t>n</a:t>
            </a:r>
            <a:r>
              <a:rPr b="1" dirty="0">
                <a:latin typeface="Times New Roman"/>
                <a:cs typeface="Times New Roman"/>
              </a:rPr>
              <a:t>g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400800" y="6400801"/>
            <a:ext cx="2743200" cy="279050"/>
          </a:xfrm>
          <a:prstGeom prst="rect">
            <a:avLst/>
          </a:prstGeom>
          <a:solidFill>
            <a:srgbClr val="FFFFFF"/>
          </a:solidFill>
          <a:ln w="15239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53972"/>
            <a:r>
              <a:rPr b="1" spc="-4" dirty="0">
                <a:latin typeface="Times New Roman"/>
                <a:cs typeface="Times New Roman"/>
              </a:rPr>
              <a:t>R</a:t>
            </a:r>
            <a:r>
              <a:rPr b="1" spc="10" dirty="0">
                <a:latin typeface="Times New Roman"/>
                <a:cs typeface="Times New Roman"/>
              </a:rPr>
              <a:t>e</a:t>
            </a:r>
            <a:r>
              <a:rPr b="1" spc="-10" dirty="0">
                <a:latin typeface="Times New Roman"/>
                <a:cs typeface="Times New Roman"/>
              </a:rPr>
              <a:t>c</a:t>
            </a:r>
            <a:r>
              <a:rPr b="1" spc="14" dirty="0">
                <a:latin typeface="Times New Roman"/>
                <a:cs typeface="Times New Roman"/>
              </a:rPr>
              <a:t>y</a:t>
            </a:r>
            <a:r>
              <a:rPr b="1" spc="10" dirty="0">
                <a:latin typeface="Times New Roman"/>
                <a:cs typeface="Times New Roman"/>
              </a:rPr>
              <a:t>c</a:t>
            </a:r>
            <a:r>
              <a:rPr b="1" dirty="0">
                <a:latin typeface="Times New Roman"/>
                <a:cs typeface="Times New Roman"/>
              </a:rPr>
              <a:t>li</a:t>
            </a:r>
            <a:r>
              <a:rPr b="1" spc="-14" dirty="0">
                <a:latin typeface="Times New Roman"/>
                <a:cs typeface="Times New Roman"/>
              </a:rPr>
              <a:t>n</a:t>
            </a:r>
            <a:r>
              <a:rPr b="1" dirty="0">
                <a:latin typeface="Times New Roman"/>
                <a:cs typeface="Times New Roman"/>
              </a:rPr>
              <a:t>g</a:t>
            </a:r>
            <a:r>
              <a:rPr b="1" spc="-40" dirty="0">
                <a:latin typeface="Times New Roman"/>
                <a:cs typeface="Times New Roman"/>
              </a:rPr>
              <a:t> </a:t>
            </a:r>
            <a:r>
              <a:rPr b="1" spc="4" dirty="0">
                <a:latin typeface="Times New Roman"/>
                <a:cs typeface="Times New Roman"/>
              </a:rPr>
              <a:t>b</a:t>
            </a:r>
            <a:r>
              <a:rPr b="1" spc="-14" dirty="0">
                <a:latin typeface="Times New Roman"/>
                <a:cs typeface="Times New Roman"/>
              </a:rPr>
              <a:t>u</a:t>
            </a:r>
            <a:r>
              <a:rPr b="1" dirty="0">
                <a:latin typeface="Times New Roman"/>
                <a:cs typeface="Times New Roman"/>
              </a:rPr>
              <a:t>si</a:t>
            </a:r>
            <a:r>
              <a:rPr b="1" spc="-14" dirty="0">
                <a:latin typeface="Times New Roman"/>
                <a:cs typeface="Times New Roman"/>
              </a:rPr>
              <a:t>n</a:t>
            </a:r>
            <a:r>
              <a:rPr b="1" spc="10" dirty="0">
                <a:latin typeface="Times New Roman"/>
                <a:cs typeface="Times New Roman"/>
              </a:rPr>
              <a:t>e</a:t>
            </a:r>
            <a:r>
              <a:rPr b="1" spc="-20" dirty="0">
                <a:latin typeface="Times New Roman"/>
                <a:cs typeface="Times New Roman"/>
              </a:rPr>
              <a:t>s</a:t>
            </a:r>
            <a:r>
              <a:rPr b="1" dirty="0">
                <a:latin typeface="Times New Roman"/>
                <a:cs typeface="Times New Roman"/>
              </a:rPr>
              <a:t>s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400800" y="5257802"/>
            <a:ext cx="2743200" cy="279050"/>
          </a:xfrm>
          <a:prstGeom prst="rect">
            <a:avLst/>
          </a:prstGeom>
          <a:solidFill>
            <a:srgbClr val="FFFFFF"/>
          </a:solidFill>
          <a:ln w="15239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505400"/>
            <a:r>
              <a:rPr b="1" dirty="0">
                <a:latin typeface="Times New Roman"/>
                <a:cs typeface="Times New Roman"/>
              </a:rPr>
              <a:t>H</a:t>
            </a:r>
            <a:r>
              <a:rPr b="1" spc="10" dirty="0">
                <a:latin typeface="Times New Roman"/>
                <a:cs typeface="Times New Roman"/>
              </a:rPr>
              <a:t>e</a:t>
            </a:r>
            <a:r>
              <a:rPr b="1" dirty="0">
                <a:latin typeface="Times New Roman"/>
                <a:cs typeface="Times New Roman"/>
              </a:rPr>
              <a:t>al</a:t>
            </a:r>
            <a:r>
              <a:rPr b="1" spc="-10" dirty="0">
                <a:latin typeface="Times New Roman"/>
                <a:cs typeface="Times New Roman"/>
              </a:rPr>
              <a:t>t</a:t>
            </a:r>
            <a:r>
              <a:rPr b="1" spc="-14" dirty="0">
                <a:latin typeface="Times New Roman"/>
                <a:cs typeface="Times New Roman"/>
              </a:rPr>
              <a:t>h</a:t>
            </a:r>
            <a:r>
              <a:rPr b="1" spc="10" dirty="0">
                <a:latin typeface="Times New Roman"/>
                <a:cs typeface="Times New Roman"/>
              </a:rPr>
              <a:t>c</a:t>
            </a:r>
            <a:r>
              <a:rPr b="1" dirty="0">
                <a:latin typeface="Times New Roman"/>
                <a:cs typeface="Times New Roman"/>
              </a:rPr>
              <a:t>a</a:t>
            </a:r>
            <a:r>
              <a:rPr b="1" spc="-30" dirty="0">
                <a:latin typeface="Times New Roman"/>
                <a:cs typeface="Times New Roman"/>
              </a:rPr>
              <a:t>r</a:t>
            </a:r>
            <a:r>
              <a:rPr b="1" dirty="0">
                <a:latin typeface="Times New Roman"/>
                <a:cs typeface="Times New Roman"/>
              </a:rPr>
              <a:t>e</a:t>
            </a:r>
            <a:r>
              <a:rPr b="1" spc="-3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s</a:t>
            </a:r>
            <a:r>
              <a:rPr b="1" spc="10" dirty="0">
                <a:latin typeface="Times New Roman"/>
                <a:cs typeface="Times New Roman"/>
              </a:rPr>
              <a:t>e</a:t>
            </a:r>
            <a:r>
              <a:rPr b="1" spc="-10" dirty="0">
                <a:latin typeface="Times New Roman"/>
                <a:cs typeface="Times New Roman"/>
              </a:rPr>
              <a:t>c</a:t>
            </a:r>
            <a:r>
              <a:rPr b="1" spc="10" dirty="0">
                <a:latin typeface="Times New Roman"/>
                <a:cs typeface="Times New Roman"/>
              </a:rPr>
              <a:t>t</a:t>
            </a:r>
            <a:r>
              <a:rPr b="1" dirty="0">
                <a:latin typeface="Times New Roman"/>
                <a:cs typeface="Times New Roman"/>
              </a:rPr>
              <a:t>or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400800" y="5867401"/>
            <a:ext cx="2743200" cy="279050"/>
          </a:xfrm>
          <a:prstGeom prst="rect">
            <a:avLst/>
          </a:prstGeom>
          <a:solidFill>
            <a:srgbClr val="FFFFFF"/>
          </a:solidFill>
          <a:ln w="15239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0482"/>
            <a:r>
              <a:rPr b="1" spc="4" dirty="0">
                <a:latin typeface="Times New Roman"/>
                <a:cs typeface="Times New Roman"/>
              </a:rPr>
              <a:t>B</a:t>
            </a:r>
            <a:r>
              <a:rPr b="1" dirty="0">
                <a:latin typeface="Times New Roman"/>
                <a:cs typeface="Times New Roman"/>
              </a:rPr>
              <a:t>io</a:t>
            </a:r>
            <a:r>
              <a:rPr b="1" spc="-10" dirty="0">
                <a:latin typeface="Times New Roman"/>
                <a:cs typeface="Times New Roman"/>
              </a:rPr>
              <a:t>t</a:t>
            </a:r>
            <a:r>
              <a:rPr b="1" spc="10" dirty="0">
                <a:latin typeface="Times New Roman"/>
                <a:cs typeface="Times New Roman"/>
              </a:rPr>
              <a:t>e</a:t>
            </a:r>
            <a:r>
              <a:rPr b="1" spc="-10" dirty="0">
                <a:latin typeface="Times New Roman"/>
                <a:cs typeface="Times New Roman"/>
              </a:rPr>
              <a:t>c</a:t>
            </a:r>
            <a:r>
              <a:rPr b="1" spc="4" dirty="0">
                <a:latin typeface="Times New Roman"/>
                <a:cs typeface="Times New Roman"/>
              </a:rPr>
              <a:t>h</a:t>
            </a:r>
            <a:r>
              <a:rPr b="1" spc="-14" dirty="0">
                <a:latin typeface="Times New Roman"/>
                <a:cs typeface="Times New Roman"/>
              </a:rPr>
              <a:t>n</a:t>
            </a:r>
            <a:r>
              <a:rPr b="1" dirty="0">
                <a:latin typeface="Times New Roman"/>
                <a:cs typeface="Times New Roman"/>
              </a:rPr>
              <a:t>ology</a:t>
            </a:r>
            <a:endParaRPr>
              <a:latin typeface="Times New Roman"/>
              <a:cs typeface="Times New Roman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042160" y="1897380"/>
          <a:ext cx="4198619" cy="563980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64563"/>
                <a:gridCol w="2734056"/>
              </a:tblGrid>
              <a:tr h="380999">
                <a:tc rowSpan="17">
                  <a:txBody>
                    <a:bodyPr/>
                    <a:lstStyle/>
                    <a:p>
                      <a:endParaRPr sz="1800"/>
                    </a:p>
                  </a:txBody>
                  <a:tcPr marL="0" marR="0" marT="0" marB="0">
                    <a:lnL w="15239">
                      <a:solidFill>
                        <a:srgbClr val="718552"/>
                      </a:solidFill>
                      <a:prstDash val="solid"/>
                    </a:lnL>
                    <a:lnR w="15239">
                      <a:solidFill>
                        <a:srgbClr val="718552"/>
                      </a:solidFill>
                      <a:prstDash val="solid"/>
                    </a:lnR>
                    <a:lnT w="15239">
                      <a:solidFill>
                        <a:srgbClr val="718552"/>
                      </a:solidFill>
                      <a:prstDash val="solid"/>
                    </a:lnT>
                    <a:lnB w="15239">
                      <a:solidFill>
                        <a:srgbClr val="71855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" algn="ctr">
                        <a:lnSpc>
                          <a:spcPct val="100000"/>
                        </a:lnSpc>
                      </a:pPr>
                      <a:r>
                        <a:rPr sz="1800" b="1" spc="-175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800" b="1" spc="5" dirty="0"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ism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5239" cap="flat" cmpd="sng" algn="ctr">
                      <a:solidFill>
                        <a:srgbClr val="718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39">
                      <a:solidFill>
                        <a:srgbClr val="000000"/>
                      </a:solidFill>
                      <a:prstDash val="solid"/>
                    </a:lnR>
                    <a:lnT w="15239">
                      <a:solidFill>
                        <a:srgbClr val="000000"/>
                      </a:solidFill>
                      <a:prstDash val="solid"/>
                    </a:lnT>
                    <a:lnB w="15239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6352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5239">
                      <a:solidFill>
                        <a:srgbClr val="718552"/>
                      </a:solidFill>
                      <a:prstDash val="solid"/>
                    </a:lnL>
                    <a:lnR w="15239">
                      <a:solidFill>
                        <a:srgbClr val="718552"/>
                      </a:solidFill>
                      <a:prstDash val="solid"/>
                    </a:lnR>
                    <a:lnT w="15239">
                      <a:solidFill>
                        <a:srgbClr val="718552"/>
                      </a:solidFill>
                      <a:prstDash val="solid"/>
                    </a:lnT>
                    <a:lnB w="15239">
                      <a:solidFill>
                        <a:srgbClr val="71855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5239">
                      <a:solidFill>
                        <a:srgbClr val="718552"/>
                      </a:solidFill>
                      <a:prstDash val="solid"/>
                    </a:lnL>
                    <a:lnT w="15239">
                      <a:solidFill>
                        <a:srgbClr val="000000"/>
                      </a:solidFill>
                      <a:prstDash val="solid"/>
                    </a:lnT>
                    <a:lnB w="15239">
                      <a:solidFill>
                        <a:srgbClr val="000000"/>
                      </a:solidFill>
                      <a:prstDash val="solid"/>
                    </a:lnB>
                    <a:solidFill>
                      <a:srgbClr val="A5A5A5"/>
                    </a:solidFill>
                  </a:tcPr>
                </a:tc>
              </a:tr>
              <a:tr h="380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5239">
                      <a:solidFill>
                        <a:srgbClr val="718552"/>
                      </a:solidFill>
                      <a:prstDash val="solid"/>
                    </a:lnL>
                    <a:lnR w="15239">
                      <a:solidFill>
                        <a:srgbClr val="718552"/>
                      </a:solidFill>
                      <a:prstDash val="solid"/>
                    </a:lnR>
                    <a:lnT w="15239">
                      <a:solidFill>
                        <a:srgbClr val="718552"/>
                      </a:solidFill>
                      <a:prstDash val="solid"/>
                    </a:lnT>
                    <a:lnB w="15239">
                      <a:solidFill>
                        <a:srgbClr val="71855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2955">
                        <a:lnSpc>
                          <a:spcPct val="100000"/>
                        </a:lnSpc>
                      </a:pP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b="1" spc="-15" dirty="0"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sz="1800" b="1" spc="10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800" b="1" spc="-15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ile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5239">
                      <a:solidFill>
                        <a:srgbClr val="000000"/>
                      </a:solidFill>
                      <a:prstDash val="solid"/>
                    </a:lnL>
                    <a:lnR w="15239">
                      <a:solidFill>
                        <a:srgbClr val="000000"/>
                      </a:solidFill>
                      <a:prstDash val="solid"/>
                    </a:lnR>
                    <a:lnT w="15239">
                      <a:solidFill>
                        <a:srgbClr val="000000"/>
                      </a:solidFill>
                      <a:prstDash val="solid"/>
                    </a:lnT>
                    <a:lnB w="15239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6352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5239">
                      <a:solidFill>
                        <a:srgbClr val="718552"/>
                      </a:solidFill>
                      <a:prstDash val="solid"/>
                    </a:lnL>
                    <a:lnR w="15239">
                      <a:solidFill>
                        <a:srgbClr val="718552"/>
                      </a:solidFill>
                      <a:prstDash val="solid"/>
                    </a:lnR>
                    <a:lnT w="15239">
                      <a:solidFill>
                        <a:srgbClr val="718552"/>
                      </a:solidFill>
                      <a:prstDash val="solid"/>
                    </a:lnT>
                    <a:lnB w="15239">
                      <a:solidFill>
                        <a:srgbClr val="71855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5239">
                      <a:solidFill>
                        <a:srgbClr val="718552"/>
                      </a:solidFill>
                      <a:prstDash val="solid"/>
                    </a:lnL>
                    <a:lnT w="15239">
                      <a:solidFill>
                        <a:srgbClr val="000000"/>
                      </a:solidFill>
                      <a:prstDash val="solid"/>
                    </a:lnT>
                    <a:lnB w="15239">
                      <a:solidFill>
                        <a:srgbClr val="000000"/>
                      </a:solidFill>
                      <a:prstDash val="solid"/>
                    </a:lnB>
                    <a:solidFill>
                      <a:srgbClr val="A5A5A5"/>
                    </a:solidFill>
                  </a:tcPr>
                </a:tc>
              </a:tr>
              <a:tr h="380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5239">
                      <a:solidFill>
                        <a:srgbClr val="718552"/>
                      </a:solidFill>
                      <a:prstDash val="solid"/>
                    </a:lnL>
                    <a:lnR w="15239">
                      <a:solidFill>
                        <a:srgbClr val="718552"/>
                      </a:solidFill>
                      <a:prstDash val="solid"/>
                    </a:lnR>
                    <a:lnT w="15239">
                      <a:solidFill>
                        <a:srgbClr val="718552"/>
                      </a:solidFill>
                      <a:prstDash val="solid"/>
                    </a:lnT>
                    <a:lnB w="15239">
                      <a:solidFill>
                        <a:srgbClr val="71855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b="1" spc="-175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800" b="1" spc="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il</a:t>
                      </a:r>
                      <a:r>
                        <a:rPr sz="1800" b="1" spc="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5239">
                      <a:solidFill>
                        <a:srgbClr val="000000"/>
                      </a:solidFill>
                      <a:prstDash val="solid"/>
                    </a:lnL>
                    <a:lnR w="15239">
                      <a:solidFill>
                        <a:srgbClr val="000000"/>
                      </a:solidFill>
                      <a:prstDash val="solid"/>
                    </a:lnR>
                    <a:lnT w="15239">
                      <a:solidFill>
                        <a:srgbClr val="000000"/>
                      </a:solidFill>
                      <a:prstDash val="solid"/>
                    </a:lnT>
                    <a:lnB w="15239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6352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5239">
                      <a:solidFill>
                        <a:srgbClr val="718552"/>
                      </a:solidFill>
                      <a:prstDash val="solid"/>
                    </a:lnL>
                    <a:lnR w="15239">
                      <a:solidFill>
                        <a:srgbClr val="718552"/>
                      </a:solidFill>
                      <a:prstDash val="solid"/>
                    </a:lnR>
                    <a:lnT w="15239">
                      <a:solidFill>
                        <a:srgbClr val="718552"/>
                      </a:solidFill>
                      <a:prstDash val="solid"/>
                    </a:lnT>
                    <a:lnB w="15239">
                      <a:solidFill>
                        <a:srgbClr val="71855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5239">
                      <a:solidFill>
                        <a:srgbClr val="718552"/>
                      </a:solidFill>
                      <a:prstDash val="solid"/>
                    </a:lnL>
                    <a:lnT w="15239">
                      <a:solidFill>
                        <a:srgbClr val="000000"/>
                      </a:solidFill>
                      <a:prstDash val="solid"/>
                    </a:lnT>
                    <a:lnB w="15239">
                      <a:solidFill>
                        <a:srgbClr val="000000"/>
                      </a:solidFill>
                      <a:prstDash val="solid"/>
                    </a:lnB>
                    <a:solidFill>
                      <a:srgbClr val="A5A5A5"/>
                    </a:solidFill>
                  </a:tcPr>
                </a:tc>
              </a:tr>
              <a:tr h="380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5239">
                      <a:solidFill>
                        <a:srgbClr val="718552"/>
                      </a:solidFill>
                      <a:prstDash val="solid"/>
                    </a:lnL>
                    <a:lnR w="15239">
                      <a:solidFill>
                        <a:srgbClr val="718552"/>
                      </a:solidFill>
                      <a:prstDash val="solid"/>
                    </a:lnR>
                    <a:lnT w="15239">
                      <a:solidFill>
                        <a:srgbClr val="718552"/>
                      </a:solidFill>
                      <a:prstDash val="solid"/>
                    </a:lnT>
                    <a:lnB w="15239">
                      <a:solidFill>
                        <a:srgbClr val="71855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6585">
                        <a:lnSpc>
                          <a:spcPct val="100000"/>
                        </a:lnSpc>
                      </a:pPr>
                      <a:r>
                        <a:rPr sz="1800" b="1" spc="-15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800" b="1" spc="1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ial v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800" b="1" spc="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800" b="1" spc="-15" dirty="0"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sz="1800" b="1" spc="-3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800" b="1" spc="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5239">
                      <a:solidFill>
                        <a:srgbClr val="000000"/>
                      </a:solidFill>
                      <a:prstDash val="solid"/>
                    </a:lnL>
                    <a:lnR w="15239">
                      <a:solidFill>
                        <a:srgbClr val="000000"/>
                      </a:solidFill>
                      <a:prstDash val="solid"/>
                    </a:lnR>
                    <a:lnT w="15239">
                      <a:solidFill>
                        <a:srgbClr val="000000"/>
                      </a:solidFill>
                      <a:prstDash val="solid"/>
                    </a:lnT>
                    <a:lnB w="15239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6352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5239">
                      <a:solidFill>
                        <a:srgbClr val="718552"/>
                      </a:solidFill>
                      <a:prstDash val="solid"/>
                    </a:lnL>
                    <a:lnR w="15239">
                      <a:solidFill>
                        <a:srgbClr val="718552"/>
                      </a:solidFill>
                      <a:prstDash val="solid"/>
                    </a:lnR>
                    <a:lnT w="15239">
                      <a:solidFill>
                        <a:srgbClr val="718552"/>
                      </a:solidFill>
                      <a:prstDash val="solid"/>
                    </a:lnT>
                    <a:lnB w="15239">
                      <a:solidFill>
                        <a:srgbClr val="71855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5239">
                      <a:solidFill>
                        <a:srgbClr val="718552"/>
                      </a:solidFill>
                      <a:prstDash val="solid"/>
                    </a:lnL>
                    <a:lnT w="15239">
                      <a:solidFill>
                        <a:srgbClr val="000000"/>
                      </a:solidFill>
                      <a:prstDash val="solid"/>
                    </a:lnT>
                    <a:lnB w="15239">
                      <a:solidFill>
                        <a:srgbClr val="000000"/>
                      </a:solidFill>
                      <a:prstDash val="solid"/>
                    </a:lnB>
                    <a:solidFill>
                      <a:srgbClr val="A5A5A5"/>
                    </a:solidFill>
                  </a:tcPr>
                </a:tc>
              </a:tr>
              <a:tr h="380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5239">
                      <a:solidFill>
                        <a:srgbClr val="718552"/>
                      </a:solidFill>
                      <a:prstDash val="solid"/>
                    </a:lnL>
                    <a:lnR w="15239">
                      <a:solidFill>
                        <a:srgbClr val="718552"/>
                      </a:solidFill>
                      <a:prstDash val="solid"/>
                    </a:lnR>
                    <a:lnT w="15239">
                      <a:solidFill>
                        <a:srgbClr val="718552"/>
                      </a:solidFill>
                      <a:prstDash val="solid"/>
                    </a:lnT>
                    <a:lnB w="15239">
                      <a:solidFill>
                        <a:srgbClr val="71855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05" algn="ctr">
                        <a:lnSpc>
                          <a:spcPct val="100000"/>
                        </a:lnSpc>
                      </a:pPr>
                      <a:r>
                        <a:rPr sz="1800" b="1" spc="-15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800" b="1" spc="10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800" b="1" spc="10" dirty="0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b="1" spc="-3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5239">
                      <a:solidFill>
                        <a:srgbClr val="000000"/>
                      </a:solidFill>
                      <a:prstDash val="solid"/>
                    </a:lnL>
                    <a:lnR w="15239">
                      <a:solidFill>
                        <a:srgbClr val="000000"/>
                      </a:solidFill>
                      <a:prstDash val="solid"/>
                    </a:lnR>
                    <a:lnT w="15239">
                      <a:solidFill>
                        <a:srgbClr val="000000"/>
                      </a:solidFill>
                      <a:prstDash val="solid"/>
                    </a:lnT>
                    <a:lnB w="15239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6352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5239">
                      <a:solidFill>
                        <a:srgbClr val="718552"/>
                      </a:solidFill>
                      <a:prstDash val="solid"/>
                    </a:lnL>
                    <a:lnR w="15239">
                      <a:solidFill>
                        <a:srgbClr val="718552"/>
                      </a:solidFill>
                      <a:prstDash val="solid"/>
                    </a:lnR>
                    <a:lnT w="15239">
                      <a:solidFill>
                        <a:srgbClr val="718552"/>
                      </a:solidFill>
                      <a:prstDash val="solid"/>
                    </a:lnT>
                    <a:lnB w="15239">
                      <a:solidFill>
                        <a:srgbClr val="71855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5239">
                      <a:solidFill>
                        <a:srgbClr val="718552"/>
                      </a:solidFill>
                      <a:prstDash val="solid"/>
                    </a:lnL>
                    <a:lnT w="15239">
                      <a:solidFill>
                        <a:srgbClr val="000000"/>
                      </a:solidFill>
                      <a:prstDash val="solid"/>
                    </a:lnT>
                    <a:lnB w="15239">
                      <a:solidFill>
                        <a:srgbClr val="000000"/>
                      </a:solidFill>
                      <a:prstDash val="solid"/>
                    </a:lnB>
                    <a:solidFill>
                      <a:srgbClr val="A5A5A5"/>
                    </a:solidFill>
                  </a:tcPr>
                </a:tc>
              </a:tr>
              <a:tr h="380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5239">
                      <a:solidFill>
                        <a:srgbClr val="718552"/>
                      </a:solidFill>
                      <a:prstDash val="solid"/>
                    </a:lnL>
                    <a:lnR w="15239">
                      <a:solidFill>
                        <a:srgbClr val="718552"/>
                      </a:solidFill>
                      <a:prstDash val="solid"/>
                    </a:lnR>
                    <a:lnT w="15239">
                      <a:solidFill>
                        <a:srgbClr val="718552"/>
                      </a:solidFill>
                      <a:prstDash val="solid"/>
                    </a:lnT>
                    <a:lnB w="15239">
                      <a:solidFill>
                        <a:srgbClr val="71855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0850">
                        <a:lnSpc>
                          <a:spcPct val="100000"/>
                        </a:lnSpc>
                      </a:pPr>
                      <a:r>
                        <a:rPr sz="1800" b="1" spc="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800" b="1" spc="-1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gi</a:t>
                      </a:r>
                      <a:r>
                        <a:rPr sz="1800" b="1" spc="-1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800" b="1" spc="10" dirty="0">
                          <a:latin typeface="Times New Roman"/>
                          <a:cs typeface="Times New Roman"/>
                        </a:rPr>
                        <a:t>ee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800" b="1" spc="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18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goo</a:t>
                      </a:r>
                      <a:r>
                        <a:rPr sz="1800" b="1" spc="5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5239">
                      <a:solidFill>
                        <a:srgbClr val="000000"/>
                      </a:solidFill>
                      <a:prstDash val="solid"/>
                    </a:lnL>
                    <a:lnR w="15239">
                      <a:solidFill>
                        <a:srgbClr val="000000"/>
                      </a:solidFill>
                      <a:prstDash val="solid"/>
                    </a:lnR>
                    <a:lnT w="15239">
                      <a:solidFill>
                        <a:srgbClr val="000000"/>
                      </a:solidFill>
                      <a:prstDash val="solid"/>
                    </a:lnT>
                    <a:lnB w="15239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6352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5239">
                      <a:solidFill>
                        <a:srgbClr val="718552"/>
                      </a:solidFill>
                      <a:prstDash val="solid"/>
                    </a:lnL>
                    <a:lnR w="15239">
                      <a:solidFill>
                        <a:srgbClr val="718552"/>
                      </a:solidFill>
                      <a:prstDash val="solid"/>
                    </a:lnR>
                    <a:lnT w="15239">
                      <a:solidFill>
                        <a:srgbClr val="718552"/>
                      </a:solidFill>
                      <a:prstDash val="solid"/>
                    </a:lnT>
                    <a:lnB w="15239">
                      <a:solidFill>
                        <a:srgbClr val="71855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5239">
                      <a:solidFill>
                        <a:srgbClr val="718552"/>
                      </a:solidFill>
                      <a:prstDash val="solid"/>
                    </a:lnL>
                    <a:lnT w="15239">
                      <a:solidFill>
                        <a:srgbClr val="000000"/>
                      </a:solidFill>
                      <a:prstDash val="solid"/>
                    </a:lnT>
                    <a:lnB w="15239">
                      <a:solidFill>
                        <a:srgbClr val="000000"/>
                      </a:solidFill>
                      <a:prstDash val="solid"/>
                    </a:lnB>
                    <a:solidFill>
                      <a:srgbClr val="A5A5A5"/>
                    </a:solidFill>
                  </a:tcPr>
                </a:tc>
              </a:tr>
              <a:tr h="380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5239">
                      <a:solidFill>
                        <a:srgbClr val="718552"/>
                      </a:solidFill>
                      <a:prstDash val="solid"/>
                    </a:lnL>
                    <a:lnR w="15239">
                      <a:solidFill>
                        <a:srgbClr val="718552"/>
                      </a:solidFill>
                      <a:prstDash val="solid"/>
                    </a:lnR>
                    <a:lnT w="15239">
                      <a:solidFill>
                        <a:srgbClr val="718552"/>
                      </a:solidFill>
                      <a:prstDash val="solid"/>
                    </a:lnT>
                    <a:lnB w="15239">
                      <a:solidFill>
                        <a:srgbClr val="71855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0890">
                        <a:lnSpc>
                          <a:spcPct val="100000"/>
                        </a:lnSpc>
                      </a:pP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1800" b="1" spc="1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b="1" spc="-1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800" b="1" spc="1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800" b="1" spc="-15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isi</a:t>
                      </a:r>
                      <a:r>
                        <a:rPr sz="1800" b="1" spc="-1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g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5239">
                      <a:solidFill>
                        <a:srgbClr val="000000"/>
                      </a:solidFill>
                      <a:prstDash val="solid"/>
                    </a:lnL>
                    <a:lnR w="15239">
                      <a:solidFill>
                        <a:srgbClr val="000000"/>
                      </a:solidFill>
                      <a:prstDash val="solid"/>
                    </a:lnR>
                    <a:lnT w="15239">
                      <a:solidFill>
                        <a:srgbClr val="000000"/>
                      </a:solidFill>
                      <a:prstDash val="solid"/>
                    </a:lnT>
                    <a:lnB w="15239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6352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5239">
                      <a:solidFill>
                        <a:srgbClr val="718552"/>
                      </a:solidFill>
                      <a:prstDash val="solid"/>
                    </a:lnL>
                    <a:lnR w="15239">
                      <a:solidFill>
                        <a:srgbClr val="718552"/>
                      </a:solidFill>
                      <a:prstDash val="solid"/>
                    </a:lnR>
                    <a:lnT w="15239">
                      <a:solidFill>
                        <a:srgbClr val="718552"/>
                      </a:solidFill>
                      <a:prstDash val="solid"/>
                    </a:lnT>
                    <a:lnB w="15239">
                      <a:solidFill>
                        <a:srgbClr val="71855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5239">
                      <a:solidFill>
                        <a:srgbClr val="718552"/>
                      </a:solidFill>
                      <a:prstDash val="solid"/>
                    </a:lnL>
                    <a:lnT w="15239">
                      <a:solidFill>
                        <a:srgbClr val="000000"/>
                      </a:solidFill>
                      <a:prstDash val="solid"/>
                    </a:lnT>
                    <a:lnB w="15239">
                      <a:solidFill>
                        <a:srgbClr val="000000"/>
                      </a:solidFill>
                      <a:prstDash val="solid"/>
                    </a:lnB>
                    <a:solidFill>
                      <a:srgbClr val="A5A5A5"/>
                    </a:solidFill>
                  </a:tcPr>
                </a:tc>
              </a:tr>
              <a:tr h="380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5239">
                      <a:solidFill>
                        <a:srgbClr val="718552"/>
                      </a:solidFill>
                      <a:prstDash val="solid"/>
                    </a:lnL>
                    <a:lnR w="15239">
                      <a:solidFill>
                        <a:srgbClr val="718552"/>
                      </a:solidFill>
                      <a:prstDash val="solid"/>
                    </a:lnR>
                    <a:lnT w="15239">
                      <a:solidFill>
                        <a:srgbClr val="718552"/>
                      </a:solidFill>
                      <a:prstDash val="solid"/>
                    </a:lnT>
                    <a:lnB w="15239">
                      <a:solidFill>
                        <a:srgbClr val="71855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00">
                        <a:lnSpc>
                          <a:spcPct val="100000"/>
                        </a:lnSpc>
                      </a:pPr>
                      <a:r>
                        <a:rPr sz="1800" b="1" spc="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800" b="1" spc="-15" dirty="0">
                          <a:latin typeface="Times New Roman"/>
                          <a:cs typeface="Times New Roman"/>
                        </a:rPr>
                        <a:t>du</a:t>
                      </a:r>
                      <a:r>
                        <a:rPr sz="1800" b="1" spc="1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ion</a:t>
                      </a:r>
                      <a:r>
                        <a:rPr sz="1800" b="1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b="1" spc="-1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8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140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800" b="1" spc="1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ai</a:t>
                      </a:r>
                      <a:r>
                        <a:rPr sz="1800" b="1" spc="-1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800" b="1" spc="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g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5239">
                      <a:solidFill>
                        <a:srgbClr val="000000"/>
                      </a:solidFill>
                      <a:prstDash val="solid"/>
                    </a:lnL>
                    <a:lnR w="15239">
                      <a:solidFill>
                        <a:srgbClr val="000000"/>
                      </a:solidFill>
                      <a:prstDash val="solid"/>
                    </a:lnR>
                    <a:lnT w="15239">
                      <a:solidFill>
                        <a:srgbClr val="000000"/>
                      </a:solidFill>
                      <a:prstDash val="solid"/>
                    </a:lnT>
                    <a:lnB w="15239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6352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5239">
                      <a:solidFill>
                        <a:srgbClr val="718552"/>
                      </a:solidFill>
                      <a:prstDash val="solid"/>
                    </a:lnL>
                    <a:lnR w="15239">
                      <a:solidFill>
                        <a:srgbClr val="718552"/>
                      </a:solidFill>
                      <a:prstDash val="solid"/>
                    </a:lnR>
                    <a:lnT w="15239">
                      <a:solidFill>
                        <a:srgbClr val="718552"/>
                      </a:solidFill>
                      <a:prstDash val="solid"/>
                    </a:lnT>
                    <a:lnB w="15239">
                      <a:solidFill>
                        <a:srgbClr val="71855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5239">
                      <a:solidFill>
                        <a:srgbClr val="718552"/>
                      </a:solidFill>
                      <a:prstDash val="solid"/>
                    </a:lnL>
                    <a:lnT w="15239">
                      <a:solidFill>
                        <a:srgbClr val="000000"/>
                      </a:solidFill>
                      <a:prstDash val="solid"/>
                    </a:lnT>
                    <a:lnB w="15239">
                      <a:solidFill>
                        <a:srgbClr val="000000"/>
                      </a:solidFill>
                      <a:prstDash val="solid"/>
                    </a:lnB>
                    <a:solidFill>
                      <a:srgbClr val="A5A5A5"/>
                    </a:solidFill>
                  </a:tcPr>
                </a:tc>
              </a:tr>
              <a:tr h="380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5239">
                      <a:solidFill>
                        <a:srgbClr val="718552"/>
                      </a:solidFill>
                      <a:prstDash val="solid"/>
                    </a:lnL>
                    <a:lnR w="15239">
                      <a:solidFill>
                        <a:srgbClr val="718552"/>
                      </a:solidFill>
                      <a:prstDash val="solid"/>
                    </a:lnR>
                    <a:lnT w="15239">
                      <a:solidFill>
                        <a:srgbClr val="718552"/>
                      </a:solidFill>
                      <a:prstDash val="solid"/>
                    </a:lnT>
                    <a:lnB w="15239">
                      <a:solidFill>
                        <a:srgbClr val="71855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1800" b="1" spc="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8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b="1" spc="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8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J</a:t>
                      </a:r>
                      <a:r>
                        <a:rPr sz="1800" b="1" spc="10" dirty="0">
                          <a:latin typeface="Times New Roman"/>
                          <a:cs typeface="Times New Roman"/>
                        </a:rPr>
                        <a:t>ewe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1800" b="1" spc="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5239">
                      <a:solidFill>
                        <a:srgbClr val="000000"/>
                      </a:solidFill>
                      <a:prstDash val="solid"/>
                    </a:lnL>
                    <a:lnR w="15239">
                      <a:solidFill>
                        <a:srgbClr val="000000"/>
                      </a:solidFill>
                      <a:prstDash val="solid"/>
                    </a:lnR>
                    <a:lnT w="15239">
                      <a:solidFill>
                        <a:srgbClr val="000000"/>
                      </a:solidFill>
                      <a:prstDash val="solid"/>
                    </a:lnT>
                    <a:lnB w="15239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theme/_rels/them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ivic">
  <a:themeElements>
    <a:clrScheme name="Civic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Civic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Civic">
  <a:themeElements>
    <a:clrScheme name="Civic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Civic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664</TotalTime>
  <Words>2499</Words>
  <Application>Microsoft Office PowerPoint</Application>
  <PresentationFormat>Custom</PresentationFormat>
  <Paragraphs>312</Paragraphs>
  <Slides>39</Slides>
  <Notes>36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Office Theme</vt:lpstr>
      <vt:lpstr>Civic</vt:lpstr>
      <vt:lpstr>1_Civic</vt:lpstr>
      <vt:lpstr>BASICS OF ENTREPRENUERSHIP Unit – I: Introduction</vt:lpstr>
      <vt:lpstr>Unit – I: Introduction to Entrepreneurship &amp; Self Discovery</vt:lpstr>
      <vt:lpstr>What is Entrepreneurship?</vt:lpstr>
      <vt:lpstr>PowerPoint Presentation</vt:lpstr>
      <vt:lpstr>PowerPoint Presentation</vt:lpstr>
      <vt:lpstr>PowerPoint Presentation</vt:lpstr>
      <vt:lpstr>PowerPoint Presentation</vt:lpstr>
      <vt:lpstr>Why be Entrepreneur?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Functions of Entrepreneurs</vt:lpstr>
      <vt:lpstr>Qualities of Entrepreneurship</vt:lpstr>
      <vt:lpstr>Skills of Entrepreneurship</vt:lpstr>
      <vt:lpstr>Meaning of Effectuation</vt:lpstr>
      <vt:lpstr>Features of Effectuation</vt:lpstr>
      <vt:lpstr>Principles of Effectuation:</vt:lpstr>
      <vt:lpstr>Principles of Effectuation:</vt:lpstr>
      <vt:lpstr>PowerPoint Presentation</vt:lpstr>
      <vt:lpstr>PowerPoint Presentation</vt:lpstr>
      <vt:lpstr>Successful Entrepreneurs</vt:lpstr>
      <vt:lpstr>PowerPoint Presentation</vt:lpstr>
      <vt:lpstr>Entrepreneurial Process</vt:lpstr>
      <vt:lpstr>PowerPoint Presentation</vt:lpstr>
      <vt:lpstr>PowerPoint Presentation</vt:lpstr>
      <vt:lpstr>Myths of Entrepreneurship</vt:lpstr>
      <vt:lpstr>Types Of Entrepreneurs</vt:lpstr>
      <vt:lpstr>shown enormous growth performance in has venture.</vt:lpstr>
      <vt:lpstr>PowerPoint Presentation</vt:lpstr>
      <vt:lpstr>PowerPoint Presentation</vt:lpstr>
      <vt:lpstr>Pitfalls of Being an Entrepreneur</vt:lpstr>
      <vt:lpstr>PowerPoint Presentation</vt:lpstr>
      <vt:lpstr>Impact of Entrepreneurship on Society:</vt:lpstr>
      <vt:lpstr>OPPORTUNITIES FOR ENTREPRENEURS IN INDIA &amp; ABROAD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Online2PDF.com</dc:creator>
  <cp:lastModifiedBy>Dr.Vijay</cp:lastModifiedBy>
  <cp:revision>37</cp:revision>
  <dcterms:created xsi:type="dcterms:W3CDTF">2022-08-23T11:44:45Z</dcterms:created>
  <dcterms:modified xsi:type="dcterms:W3CDTF">2023-11-07T04:06:25Z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2022-08-23T00:00:00Z</vt:filetime>
  </property>
  <property fmtid="{D5CDD505-2E9C-101B-9397-08002B2CF9AE}" pid="3" name="LastSaved">
    <vt:filetime>2022-08-23T00:00:00Z</vt:filetime>
  </property>
</Properties>
</file>